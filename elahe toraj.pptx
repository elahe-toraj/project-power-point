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8" r:id="rId3"/>
    <p:sldId id="261" r:id="rId4"/>
    <p:sldId id="262" r:id="rId5"/>
    <p:sldId id="270" r:id="rId6"/>
    <p:sldId id="263" r:id="rId7"/>
    <p:sldId id="265" r:id="rId8"/>
    <p:sldId id="267" r:id="rId9"/>
    <p:sldId id="266" r:id="rId10"/>
    <p:sldId id="268" r:id="rId11"/>
    <p:sldId id="25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EC2"/>
    <a:srgbClr val="CD9E9C"/>
    <a:srgbClr val="FF66CC"/>
    <a:srgbClr val="FFB7C6"/>
    <a:srgbClr val="FFE8ED"/>
    <a:srgbClr val="E29CEE"/>
    <a:srgbClr val="FFFFCC"/>
    <a:srgbClr val="F8DCE1"/>
    <a:srgbClr val="D5A1DB"/>
    <a:srgbClr val="F5CA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1" autoAdjust="0"/>
    <p:restoredTop sz="96433" autoAdjust="0"/>
  </p:normalViewPr>
  <p:slideViewPr>
    <p:cSldViewPr snapToGrid="0">
      <p:cViewPr varScale="1">
        <p:scale>
          <a:sx n="114" d="100"/>
          <a:sy n="114" d="100"/>
        </p:scale>
        <p:origin x="84" y="10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213064516067098"/>
          <c:y val="0.14037714441577606"/>
          <c:w val="0.54136368110236222"/>
          <c:h val="0.81204547169995867"/>
        </c:manualLayout>
      </c:layout>
      <c:doughnutChart>
        <c:varyColors val="1"/>
        <c:ser>
          <c:idx val="0"/>
          <c:order val="0"/>
          <c:tx>
            <c:strRef>
              <c:f>Sheet1!$B$1</c:f>
              <c:strCache>
                <c:ptCount val="1"/>
                <c:pt idx="0">
                  <c:v>Sales</c:v>
                </c:pt>
              </c:strCache>
            </c:strRef>
          </c:tx>
          <c:spPr>
            <a:solidFill>
              <a:srgbClr val="FCC6E2"/>
            </a:solidFill>
            <a:ln>
              <a:solidFill>
                <a:srgbClr val="CC7038"/>
              </a:solidFill>
            </a:ln>
          </c:spPr>
          <c:dPt>
            <c:idx val="0"/>
            <c:bubble3D val="0"/>
            <c:spPr>
              <a:solidFill>
                <a:srgbClr val="FFBEC2"/>
              </a:solidFill>
              <a:ln w="9525" cap="flat" cmpd="sng" algn="ctr">
                <a:solidFill>
                  <a:srgbClr val="CC7038"/>
                </a:solidFill>
                <a:round/>
              </a:ln>
              <a:effectLst/>
            </c:spPr>
          </c:dPt>
          <c:dPt>
            <c:idx val="1"/>
            <c:bubble3D val="0"/>
            <c:spPr>
              <a:solidFill>
                <a:srgbClr val="C0809C"/>
              </a:solidFill>
              <a:ln w="9525" cap="flat" cmpd="sng" algn="ctr">
                <a:solidFill>
                  <a:srgbClr val="CC7038"/>
                </a:solidFill>
                <a:round/>
              </a:ln>
              <a:effectLst/>
            </c:spPr>
          </c:dPt>
          <c:dPt>
            <c:idx val="2"/>
            <c:bubble3D val="0"/>
            <c:spPr>
              <a:solidFill>
                <a:srgbClr val="F8DCE1"/>
              </a:solidFill>
              <a:ln w="9525" cap="flat" cmpd="sng" algn="ctr">
                <a:solidFill>
                  <a:srgbClr val="CC7038"/>
                </a:solidFill>
                <a:round/>
              </a:ln>
              <a:effectLst/>
            </c:spPr>
          </c:dPt>
          <c:dPt>
            <c:idx val="3"/>
            <c:bubble3D val="0"/>
            <c:spPr>
              <a:solidFill>
                <a:srgbClr val="DB8F8D"/>
              </a:solidFill>
              <a:ln w="9525" cap="flat" cmpd="sng" algn="ctr">
                <a:solidFill>
                  <a:srgbClr val="CC7038"/>
                </a:solidFill>
                <a:round/>
              </a:ln>
              <a:effectLst/>
            </c:spPr>
          </c:dPt>
          <c:cat>
            <c:strRef>
              <c:f>Sheet1!$A$2:$A$5</c:f>
              <c:strCache>
                <c:ptCount val="4"/>
                <c:pt idx="0">
                  <c:v>Iranian Gaz and Sohan</c:v>
                </c:pt>
                <c:pt idx="1">
                  <c:v>Tiramisu</c:v>
                </c:pt>
                <c:pt idx="2">
                  <c:v>Australian lemming cake</c:v>
                </c:pt>
                <c:pt idx="3">
                  <c:v>Malaysian Pandan Pancakes</c:v>
                </c:pt>
              </c:strCache>
            </c:strRef>
          </c:cat>
          <c:val>
            <c:numRef>
              <c:f>Sheet1!$B$2:$B$5</c:f>
              <c:numCache>
                <c:formatCode>General</c:formatCode>
                <c:ptCount val="4"/>
                <c:pt idx="0">
                  <c:v>8.1999999999999993</c:v>
                </c:pt>
                <c:pt idx="1">
                  <c:v>3.2</c:v>
                </c:pt>
                <c:pt idx="2">
                  <c:v>1.4</c:v>
                </c:pt>
                <c:pt idx="3">
                  <c:v>1.2</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89775252753772"/>
          <c:y val="0.13972421630633511"/>
          <c:w val="0.54136368110236222"/>
          <c:h val="0.81204547169995867"/>
        </c:manualLayout>
      </c:layout>
      <c:doughnutChart>
        <c:varyColors val="1"/>
        <c:ser>
          <c:idx val="0"/>
          <c:order val="0"/>
          <c:tx>
            <c:strRef>
              <c:f>Sheet1!$B$1</c:f>
              <c:strCache>
                <c:ptCount val="1"/>
                <c:pt idx="0">
                  <c:v>Sales</c:v>
                </c:pt>
              </c:strCache>
            </c:strRef>
          </c:tx>
          <c:spPr>
            <a:solidFill>
              <a:srgbClr val="FCC6E2"/>
            </a:solidFill>
            <a:ln>
              <a:solidFill>
                <a:srgbClr val="CC7038"/>
              </a:solidFill>
            </a:ln>
          </c:spPr>
          <c:dPt>
            <c:idx val="0"/>
            <c:bubble3D val="0"/>
            <c:spPr>
              <a:solidFill>
                <a:srgbClr val="FFBEC2"/>
              </a:solidFill>
              <a:ln w="9525" cap="flat" cmpd="sng" algn="ctr">
                <a:solidFill>
                  <a:srgbClr val="CC7038"/>
                </a:solidFill>
                <a:round/>
              </a:ln>
              <a:effectLst/>
            </c:spPr>
          </c:dPt>
          <c:dPt>
            <c:idx val="1"/>
            <c:bubble3D val="0"/>
            <c:spPr>
              <a:solidFill>
                <a:srgbClr val="C0809C"/>
              </a:solidFill>
              <a:ln w="9525" cap="flat" cmpd="sng" algn="ctr">
                <a:solidFill>
                  <a:srgbClr val="CC7038"/>
                </a:solidFill>
                <a:round/>
              </a:ln>
              <a:effectLst/>
            </c:spPr>
          </c:dPt>
          <c:dPt>
            <c:idx val="2"/>
            <c:bubble3D val="0"/>
            <c:spPr>
              <a:solidFill>
                <a:srgbClr val="F8DCE1"/>
              </a:solidFill>
              <a:ln w="9525" cap="flat" cmpd="sng" algn="ctr">
                <a:solidFill>
                  <a:srgbClr val="CC7038"/>
                </a:solidFill>
                <a:round/>
              </a:ln>
              <a:effectLst/>
            </c:spPr>
          </c:dPt>
          <c:dPt>
            <c:idx val="3"/>
            <c:bubble3D val="0"/>
            <c:spPr>
              <a:solidFill>
                <a:srgbClr val="DB8F8D"/>
              </a:solidFill>
              <a:ln w="9525" cap="flat" cmpd="sng" algn="ctr">
                <a:solidFill>
                  <a:srgbClr val="CC7038"/>
                </a:solidFill>
                <a:round/>
              </a:ln>
              <a:effectLst/>
            </c:spPr>
          </c:dPt>
          <c:cat>
            <c:strRef>
              <c:f>Sheet1!$A$2:$A$5</c:f>
              <c:strCache>
                <c:ptCount val="4"/>
                <c:pt idx="0">
                  <c:v>Iranian Gaz and Sohan</c:v>
                </c:pt>
                <c:pt idx="1">
                  <c:v>Tiramisu</c:v>
                </c:pt>
                <c:pt idx="2">
                  <c:v>Australian lemming cake</c:v>
                </c:pt>
                <c:pt idx="3">
                  <c:v>Malaysian Pandan Pancakes</c:v>
                </c:pt>
              </c:strCache>
            </c:strRef>
          </c:cat>
          <c:val>
            <c:numRef>
              <c:f>Sheet1!$B$2:$B$5</c:f>
              <c:numCache>
                <c:formatCode>General</c:formatCode>
                <c:ptCount val="4"/>
                <c:pt idx="0">
                  <c:v>8.1999999999999993</c:v>
                </c:pt>
                <c:pt idx="1">
                  <c:v>3.2</c:v>
                </c:pt>
                <c:pt idx="2">
                  <c:v>1.4</c:v>
                </c:pt>
                <c:pt idx="3">
                  <c:v>1.2</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213064516067098"/>
          <c:y val="0.14037714441577606"/>
          <c:w val="0.54136368110236222"/>
          <c:h val="0.81204547169995867"/>
        </c:manualLayout>
      </c:layout>
      <c:doughnutChart>
        <c:varyColors val="1"/>
        <c:ser>
          <c:idx val="0"/>
          <c:order val="0"/>
          <c:tx>
            <c:strRef>
              <c:f>Sheet1!$B$1</c:f>
              <c:strCache>
                <c:ptCount val="1"/>
                <c:pt idx="0">
                  <c:v>Sales</c:v>
                </c:pt>
              </c:strCache>
            </c:strRef>
          </c:tx>
          <c:spPr>
            <a:solidFill>
              <a:srgbClr val="FCC6E2"/>
            </a:solidFill>
            <a:ln>
              <a:solidFill>
                <a:srgbClr val="CC7038"/>
              </a:solidFill>
            </a:ln>
          </c:spPr>
          <c:dPt>
            <c:idx val="0"/>
            <c:bubble3D val="0"/>
            <c:spPr>
              <a:solidFill>
                <a:srgbClr val="FFBEC2"/>
              </a:solidFill>
              <a:ln w="9525" cap="flat" cmpd="sng" algn="ctr">
                <a:solidFill>
                  <a:srgbClr val="CC7038"/>
                </a:solidFill>
                <a:round/>
              </a:ln>
              <a:effectLst/>
            </c:spPr>
          </c:dPt>
          <c:dPt>
            <c:idx val="1"/>
            <c:bubble3D val="0"/>
            <c:spPr>
              <a:solidFill>
                <a:srgbClr val="C0809C"/>
              </a:solidFill>
              <a:ln w="9525" cap="flat" cmpd="sng" algn="ctr">
                <a:solidFill>
                  <a:srgbClr val="CC7038"/>
                </a:solidFill>
                <a:round/>
              </a:ln>
              <a:effectLst/>
            </c:spPr>
          </c:dPt>
          <c:dPt>
            <c:idx val="2"/>
            <c:bubble3D val="0"/>
            <c:spPr>
              <a:solidFill>
                <a:srgbClr val="F8DCE1"/>
              </a:solidFill>
              <a:ln w="9525" cap="flat" cmpd="sng" algn="ctr">
                <a:solidFill>
                  <a:srgbClr val="CC7038"/>
                </a:solidFill>
                <a:round/>
              </a:ln>
              <a:effectLst/>
            </c:spPr>
          </c:dPt>
          <c:dPt>
            <c:idx val="3"/>
            <c:bubble3D val="0"/>
            <c:spPr>
              <a:solidFill>
                <a:srgbClr val="DB8F8D"/>
              </a:solidFill>
              <a:ln w="9525" cap="flat" cmpd="sng" algn="ctr">
                <a:solidFill>
                  <a:srgbClr val="CC7038"/>
                </a:solidFill>
                <a:round/>
              </a:ln>
              <a:effectLst/>
            </c:spPr>
          </c:dPt>
          <c:cat>
            <c:strRef>
              <c:f>Sheet1!$A$2:$A$5</c:f>
              <c:strCache>
                <c:ptCount val="4"/>
                <c:pt idx="0">
                  <c:v>Iranian Gaz and Sohan</c:v>
                </c:pt>
                <c:pt idx="1">
                  <c:v>Tiramisu</c:v>
                </c:pt>
                <c:pt idx="2">
                  <c:v>Australian lemming cake</c:v>
                </c:pt>
                <c:pt idx="3">
                  <c:v>Malaysian Pandan Pancakes</c:v>
                </c:pt>
              </c:strCache>
            </c:strRef>
          </c:cat>
          <c:val>
            <c:numRef>
              <c:f>Sheet1!$B$2:$B$5</c:f>
              <c:numCache>
                <c:formatCode>General</c:formatCode>
                <c:ptCount val="4"/>
                <c:pt idx="0">
                  <c:v>8.1999999999999993</c:v>
                </c:pt>
                <c:pt idx="1">
                  <c:v>3.2</c:v>
                </c:pt>
                <c:pt idx="2">
                  <c:v>1.4</c:v>
                </c:pt>
                <c:pt idx="3">
                  <c:v>1.2</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213064516067098"/>
          <c:y val="0.14037714441577606"/>
          <c:w val="0.54136368110236222"/>
          <c:h val="0.81204547169995867"/>
        </c:manualLayout>
      </c:layout>
      <c:doughnutChart>
        <c:varyColors val="1"/>
        <c:ser>
          <c:idx val="0"/>
          <c:order val="0"/>
          <c:tx>
            <c:strRef>
              <c:f>Sheet1!$B$1</c:f>
              <c:strCache>
                <c:ptCount val="1"/>
                <c:pt idx="0">
                  <c:v>Sales</c:v>
                </c:pt>
              </c:strCache>
            </c:strRef>
          </c:tx>
          <c:spPr>
            <a:solidFill>
              <a:srgbClr val="FCC6E2"/>
            </a:solidFill>
            <a:ln>
              <a:solidFill>
                <a:srgbClr val="CC7038"/>
              </a:solidFill>
            </a:ln>
          </c:spPr>
          <c:dPt>
            <c:idx val="0"/>
            <c:bubble3D val="0"/>
            <c:spPr>
              <a:solidFill>
                <a:srgbClr val="FFBEC2"/>
              </a:solidFill>
              <a:ln w="9525" cap="flat" cmpd="sng" algn="ctr">
                <a:solidFill>
                  <a:srgbClr val="CC7038"/>
                </a:solidFill>
                <a:round/>
              </a:ln>
              <a:effectLst/>
            </c:spPr>
          </c:dPt>
          <c:dPt>
            <c:idx val="1"/>
            <c:bubble3D val="0"/>
            <c:spPr>
              <a:solidFill>
                <a:srgbClr val="C0809C"/>
              </a:solidFill>
              <a:ln w="9525" cap="flat" cmpd="sng" algn="ctr">
                <a:solidFill>
                  <a:srgbClr val="CC7038"/>
                </a:solidFill>
                <a:round/>
              </a:ln>
              <a:effectLst/>
            </c:spPr>
          </c:dPt>
          <c:dPt>
            <c:idx val="2"/>
            <c:bubble3D val="0"/>
            <c:spPr>
              <a:solidFill>
                <a:srgbClr val="F8DCE1"/>
              </a:solidFill>
              <a:ln w="9525" cap="flat" cmpd="sng" algn="ctr">
                <a:solidFill>
                  <a:srgbClr val="CC7038"/>
                </a:solidFill>
                <a:round/>
              </a:ln>
              <a:effectLst/>
            </c:spPr>
          </c:dPt>
          <c:dPt>
            <c:idx val="3"/>
            <c:bubble3D val="0"/>
            <c:spPr>
              <a:solidFill>
                <a:srgbClr val="DB8F8D"/>
              </a:solidFill>
              <a:ln w="9525" cap="flat" cmpd="sng" algn="ctr">
                <a:solidFill>
                  <a:srgbClr val="CC7038"/>
                </a:solidFill>
                <a:round/>
              </a:ln>
              <a:effectLst/>
            </c:spPr>
          </c:dPt>
          <c:cat>
            <c:strRef>
              <c:f>Sheet1!$A$2:$A$5</c:f>
              <c:strCache>
                <c:ptCount val="4"/>
                <c:pt idx="0">
                  <c:v>Iranian Gaz and Sohan</c:v>
                </c:pt>
                <c:pt idx="1">
                  <c:v>Tiramisu</c:v>
                </c:pt>
                <c:pt idx="2">
                  <c:v>Australian lemming cake</c:v>
                </c:pt>
                <c:pt idx="3">
                  <c:v>Malaysian Pandan Pancakes</c:v>
                </c:pt>
              </c:strCache>
            </c:strRef>
          </c:cat>
          <c:val>
            <c:numRef>
              <c:f>Sheet1!$B$2:$B$5</c:f>
              <c:numCache>
                <c:formatCode>General</c:formatCode>
                <c:ptCount val="4"/>
                <c:pt idx="0">
                  <c:v>8.1999999999999993</c:v>
                </c:pt>
                <c:pt idx="1">
                  <c:v>3.2</c:v>
                </c:pt>
                <c:pt idx="2">
                  <c:v>1.4</c:v>
                </c:pt>
                <c:pt idx="3">
                  <c:v>1.2</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0.7487</cdr:x>
      <cdr:y>0.4611</cdr:y>
    </cdr:from>
    <cdr:to>
      <cdr:x>1</cdr:x>
      <cdr:y>0.56629</cdr:y>
    </cdr:to>
    <cdr:sp macro="" textlink="">
      <cdr:nvSpPr>
        <cdr:cNvPr id="2" name="TextBox 1"/>
        <cdr:cNvSpPr txBox="1"/>
      </cdr:nvSpPr>
      <cdr:spPr>
        <a:xfrm xmlns:a="http://schemas.openxmlformats.org/drawingml/2006/main">
          <a:off x="6085444" y="2498547"/>
          <a:ext cx="2042556" cy="57001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400" dirty="0" smtClean="0">
              <a:latin typeface="Script MT Bold" panose="03040602040607080904" pitchFamily="66" charset="0"/>
            </a:rPr>
            <a:t>Iranian </a:t>
          </a:r>
          <a:r>
            <a:rPr lang="en-US" sz="1400" dirty="0" err="1" smtClean="0">
              <a:latin typeface="Script MT Bold" panose="03040602040607080904" pitchFamily="66" charset="0"/>
            </a:rPr>
            <a:t>Gaz</a:t>
          </a:r>
          <a:r>
            <a:rPr lang="en-US" sz="1400" dirty="0" smtClean="0">
              <a:latin typeface="Script MT Bold" panose="03040602040607080904" pitchFamily="66" charset="0"/>
            </a:rPr>
            <a:t> and </a:t>
          </a:r>
          <a:r>
            <a:rPr lang="en-US" sz="1400" dirty="0" err="1" smtClean="0">
              <a:latin typeface="Script MT Bold" panose="03040602040607080904" pitchFamily="66" charset="0"/>
            </a:rPr>
            <a:t>sohan</a:t>
          </a:r>
          <a:endParaRPr lang="en-US" sz="1400" dirty="0">
            <a:latin typeface="Script MT Bold" panose="03040602040607080904" pitchFamily="66" charset="0"/>
          </a:endParaRPr>
        </a:p>
      </cdr:txBody>
    </cdr:sp>
  </cdr:relSizeAnchor>
  <cdr:relSizeAnchor xmlns:cdr="http://schemas.openxmlformats.org/drawingml/2006/chartDrawing">
    <cdr:from>
      <cdr:x>0.08763</cdr:x>
      <cdr:y>0.61889</cdr:y>
    </cdr:from>
    <cdr:to>
      <cdr:x>0.2425</cdr:x>
      <cdr:y>0.6956</cdr:y>
    </cdr:to>
    <cdr:sp macro="" textlink="">
      <cdr:nvSpPr>
        <cdr:cNvPr id="3" name="TextBox 2"/>
        <cdr:cNvSpPr txBox="1"/>
      </cdr:nvSpPr>
      <cdr:spPr>
        <a:xfrm xmlns:a="http://schemas.openxmlformats.org/drawingml/2006/main">
          <a:off x="684630" y="3353570"/>
          <a:ext cx="1209945" cy="41563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600" dirty="0" smtClean="0">
              <a:latin typeface="Script MT Bold" panose="03040602040607080904" pitchFamily="66" charset="0"/>
            </a:rPr>
            <a:t>Tiramisu</a:t>
          </a:r>
          <a:endParaRPr lang="en-US" sz="1600" dirty="0">
            <a:latin typeface="Script MT Bold" panose="03040602040607080904" pitchFamily="66" charset="0"/>
          </a:endParaRPr>
        </a:p>
      </cdr:txBody>
    </cdr:sp>
  </cdr:relSizeAnchor>
  <cdr:relSizeAnchor xmlns:cdr="http://schemas.openxmlformats.org/drawingml/2006/chartDrawing">
    <cdr:from>
      <cdr:x>0.05038</cdr:x>
      <cdr:y>0.23318</cdr:y>
    </cdr:from>
    <cdr:to>
      <cdr:x>0.30535</cdr:x>
      <cdr:y>0.3055</cdr:y>
    </cdr:to>
    <cdr:sp macro="" textlink="">
      <cdr:nvSpPr>
        <cdr:cNvPr id="4" name="TextBox 3"/>
        <cdr:cNvSpPr txBox="1"/>
      </cdr:nvSpPr>
      <cdr:spPr>
        <a:xfrm xmlns:a="http://schemas.openxmlformats.org/drawingml/2006/main">
          <a:off x="393634" y="1263513"/>
          <a:ext cx="1991985" cy="39188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400" dirty="0">
            <a:latin typeface="Script MT Bold" panose="03040602040607080904" pitchFamily="66" charset="0"/>
          </a:endParaRPr>
        </a:p>
      </cdr:txBody>
    </cdr:sp>
  </cdr:relSizeAnchor>
  <cdr:relSizeAnchor xmlns:cdr="http://schemas.openxmlformats.org/drawingml/2006/chartDrawing">
    <cdr:from>
      <cdr:x>0.34808</cdr:x>
      <cdr:y>0.07224</cdr:y>
    </cdr:from>
    <cdr:to>
      <cdr:x>0.48019</cdr:x>
      <cdr:y>0.13579</cdr:y>
    </cdr:to>
    <cdr:sp macro="" textlink="">
      <cdr:nvSpPr>
        <cdr:cNvPr id="5" name="TextBox 4"/>
        <cdr:cNvSpPr txBox="1"/>
      </cdr:nvSpPr>
      <cdr:spPr>
        <a:xfrm xmlns:a="http://schemas.openxmlformats.org/drawingml/2006/main">
          <a:off x="2719432" y="391437"/>
          <a:ext cx="1032089" cy="34435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600" dirty="0" smtClean="0">
              <a:latin typeface="Script MT Bold" panose="03040602040607080904" pitchFamily="66" charset="0"/>
            </a:rPr>
            <a:t>pancakes</a:t>
          </a:r>
          <a:endParaRPr lang="en-US" sz="1600" dirty="0">
            <a:latin typeface="Script MT Bold" panose="03040602040607080904" pitchFamily="66" charset="0"/>
          </a:endParaRPr>
        </a:p>
      </cdr:txBody>
    </cdr:sp>
  </cdr:relSizeAnchor>
  <cdr:relSizeAnchor xmlns:cdr="http://schemas.openxmlformats.org/drawingml/2006/chartDrawing">
    <cdr:from>
      <cdr:x>0.08959</cdr:x>
      <cdr:y>0.24054</cdr:y>
    </cdr:from>
    <cdr:to>
      <cdr:x>0.32952</cdr:x>
      <cdr:y>0.40254</cdr:y>
    </cdr:to>
    <cdr:sp macro="" textlink="">
      <cdr:nvSpPr>
        <cdr:cNvPr id="6" name="TextBox 5"/>
        <cdr:cNvSpPr txBox="1"/>
      </cdr:nvSpPr>
      <cdr:spPr>
        <a:xfrm xmlns:a="http://schemas.openxmlformats.org/drawingml/2006/main">
          <a:off x="699917" y="1303416"/>
          <a:ext cx="1874520" cy="87782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dirty="0"/>
        </a:p>
      </cdr:txBody>
    </cdr:sp>
  </cdr:relSizeAnchor>
  <cdr:relSizeAnchor xmlns:cdr="http://schemas.openxmlformats.org/drawingml/2006/chartDrawing">
    <cdr:from>
      <cdr:x>0.1048</cdr:x>
      <cdr:y>0.26079</cdr:y>
    </cdr:from>
    <cdr:to>
      <cdr:x>0.36698</cdr:x>
      <cdr:y>0.51898</cdr:y>
    </cdr:to>
    <cdr:sp macro="" textlink="">
      <cdr:nvSpPr>
        <cdr:cNvPr id="7" name="TextBox 6"/>
        <cdr:cNvSpPr txBox="1"/>
      </cdr:nvSpPr>
      <cdr:spPr>
        <a:xfrm xmlns:a="http://schemas.openxmlformats.org/drawingml/2006/main">
          <a:off x="818789" y="1413144"/>
          <a:ext cx="2048256" cy="139903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0.7487</cdr:x>
      <cdr:y>0.4611</cdr:y>
    </cdr:from>
    <cdr:to>
      <cdr:x>1</cdr:x>
      <cdr:y>0.56629</cdr:y>
    </cdr:to>
    <cdr:sp macro="" textlink="">
      <cdr:nvSpPr>
        <cdr:cNvPr id="2" name="TextBox 1"/>
        <cdr:cNvSpPr txBox="1"/>
      </cdr:nvSpPr>
      <cdr:spPr>
        <a:xfrm xmlns:a="http://schemas.openxmlformats.org/drawingml/2006/main">
          <a:off x="6085444" y="2498547"/>
          <a:ext cx="2042556" cy="57001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400" dirty="0" smtClean="0">
              <a:latin typeface="Script MT Bold" panose="03040602040607080904" pitchFamily="66" charset="0"/>
            </a:rPr>
            <a:t>Iranian </a:t>
          </a:r>
          <a:r>
            <a:rPr lang="en-US" sz="1400" dirty="0" err="1" smtClean="0">
              <a:latin typeface="Script MT Bold" panose="03040602040607080904" pitchFamily="66" charset="0"/>
            </a:rPr>
            <a:t>Gaz</a:t>
          </a:r>
          <a:r>
            <a:rPr lang="en-US" sz="1400" dirty="0" smtClean="0">
              <a:latin typeface="Script MT Bold" panose="03040602040607080904" pitchFamily="66" charset="0"/>
            </a:rPr>
            <a:t> and </a:t>
          </a:r>
          <a:r>
            <a:rPr lang="en-US" sz="1400" dirty="0" err="1" smtClean="0">
              <a:latin typeface="Script MT Bold" panose="03040602040607080904" pitchFamily="66" charset="0"/>
            </a:rPr>
            <a:t>sohan</a:t>
          </a:r>
          <a:endParaRPr lang="en-US" sz="1400" dirty="0">
            <a:latin typeface="Script MT Bold" panose="03040602040607080904" pitchFamily="66" charset="0"/>
          </a:endParaRPr>
        </a:p>
      </cdr:txBody>
    </cdr:sp>
  </cdr:relSizeAnchor>
  <cdr:relSizeAnchor xmlns:cdr="http://schemas.openxmlformats.org/drawingml/2006/chartDrawing">
    <cdr:from>
      <cdr:x>0.08763</cdr:x>
      <cdr:y>0.61889</cdr:y>
    </cdr:from>
    <cdr:to>
      <cdr:x>0.2425</cdr:x>
      <cdr:y>0.6956</cdr:y>
    </cdr:to>
    <cdr:sp macro="" textlink="">
      <cdr:nvSpPr>
        <cdr:cNvPr id="3" name="TextBox 2"/>
        <cdr:cNvSpPr txBox="1"/>
      </cdr:nvSpPr>
      <cdr:spPr>
        <a:xfrm xmlns:a="http://schemas.openxmlformats.org/drawingml/2006/main">
          <a:off x="684630" y="3353570"/>
          <a:ext cx="1209945" cy="41563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600" dirty="0" smtClean="0">
              <a:latin typeface="Script MT Bold" panose="03040602040607080904" pitchFamily="66" charset="0"/>
            </a:rPr>
            <a:t>Tiramisu</a:t>
          </a:r>
          <a:endParaRPr lang="en-US" sz="1600" dirty="0">
            <a:latin typeface="Script MT Bold" panose="03040602040607080904" pitchFamily="66" charset="0"/>
          </a:endParaRPr>
        </a:p>
      </cdr:txBody>
    </cdr:sp>
  </cdr:relSizeAnchor>
  <cdr:relSizeAnchor xmlns:cdr="http://schemas.openxmlformats.org/drawingml/2006/chartDrawing">
    <cdr:from>
      <cdr:x>0.05038</cdr:x>
      <cdr:y>0.23318</cdr:y>
    </cdr:from>
    <cdr:to>
      <cdr:x>0.30535</cdr:x>
      <cdr:y>0.3055</cdr:y>
    </cdr:to>
    <cdr:sp macro="" textlink="">
      <cdr:nvSpPr>
        <cdr:cNvPr id="4" name="TextBox 3"/>
        <cdr:cNvSpPr txBox="1"/>
      </cdr:nvSpPr>
      <cdr:spPr>
        <a:xfrm xmlns:a="http://schemas.openxmlformats.org/drawingml/2006/main">
          <a:off x="393634" y="1263513"/>
          <a:ext cx="1991985" cy="39188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US" sz="1400" dirty="0">
            <a:latin typeface="Script MT Bold" panose="03040602040607080904" pitchFamily="66" charset="0"/>
          </a:endParaRPr>
        </a:p>
      </cdr:txBody>
    </cdr:sp>
  </cdr:relSizeAnchor>
  <cdr:relSizeAnchor xmlns:cdr="http://schemas.openxmlformats.org/drawingml/2006/chartDrawing">
    <cdr:from>
      <cdr:x>0.39248</cdr:x>
      <cdr:y>0.1034</cdr:y>
    </cdr:from>
    <cdr:to>
      <cdr:x>0.74489</cdr:x>
      <cdr:y>0.16695</cdr:y>
    </cdr:to>
    <cdr:sp macro="" textlink="">
      <cdr:nvSpPr>
        <cdr:cNvPr id="5" name="TextBox 4"/>
        <cdr:cNvSpPr txBox="1"/>
      </cdr:nvSpPr>
      <cdr:spPr>
        <a:xfrm xmlns:a="http://schemas.openxmlformats.org/drawingml/2006/main">
          <a:off x="3066274" y="560292"/>
          <a:ext cx="2753254" cy="34435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600" dirty="0" smtClean="0">
              <a:latin typeface="Script MT Bold" panose="03040602040607080904" pitchFamily="66" charset="0"/>
            </a:rPr>
            <a:t>pancakes</a:t>
          </a:r>
          <a:endParaRPr lang="en-US" sz="1600" dirty="0">
            <a:latin typeface="Script MT Bold" panose="03040602040607080904" pitchFamily="66" charset="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0.7487</cdr:x>
      <cdr:y>0.4611</cdr:y>
    </cdr:from>
    <cdr:to>
      <cdr:x>1</cdr:x>
      <cdr:y>0.56629</cdr:y>
    </cdr:to>
    <cdr:sp macro="" textlink="">
      <cdr:nvSpPr>
        <cdr:cNvPr id="2" name="TextBox 1"/>
        <cdr:cNvSpPr txBox="1"/>
      </cdr:nvSpPr>
      <cdr:spPr>
        <a:xfrm xmlns:a="http://schemas.openxmlformats.org/drawingml/2006/main">
          <a:off x="6085444" y="2498547"/>
          <a:ext cx="2042556" cy="57001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400" dirty="0" smtClean="0">
              <a:latin typeface="Script MT Bold" panose="03040602040607080904" pitchFamily="66" charset="0"/>
            </a:rPr>
            <a:t>Iranian </a:t>
          </a:r>
          <a:r>
            <a:rPr lang="en-US" sz="1400" dirty="0" err="1" smtClean="0">
              <a:latin typeface="Script MT Bold" panose="03040602040607080904" pitchFamily="66" charset="0"/>
            </a:rPr>
            <a:t>Gaz</a:t>
          </a:r>
          <a:r>
            <a:rPr lang="en-US" sz="1400" dirty="0" smtClean="0">
              <a:latin typeface="Script MT Bold" panose="03040602040607080904" pitchFamily="66" charset="0"/>
            </a:rPr>
            <a:t> and </a:t>
          </a:r>
          <a:r>
            <a:rPr lang="en-US" sz="1400" dirty="0" err="1" smtClean="0">
              <a:latin typeface="Script MT Bold" panose="03040602040607080904" pitchFamily="66" charset="0"/>
            </a:rPr>
            <a:t>sohan</a:t>
          </a:r>
          <a:endParaRPr lang="en-US" sz="1400" dirty="0">
            <a:latin typeface="Script MT Bold" panose="03040602040607080904" pitchFamily="66" charset="0"/>
          </a:endParaRPr>
        </a:p>
      </cdr:txBody>
    </cdr:sp>
  </cdr:relSizeAnchor>
  <cdr:relSizeAnchor xmlns:cdr="http://schemas.openxmlformats.org/drawingml/2006/chartDrawing">
    <cdr:from>
      <cdr:x>0.08763</cdr:x>
      <cdr:y>0.61889</cdr:y>
    </cdr:from>
    <cdr:to>
      <cdr:x>0.2425</cdr:x>
      <cdr:y>0.6956</cdr:y>
    </cdr:to>
    <cdr:sp macro="" textlink="">
      <cdr:nvSpPr>
        <cdr:cNvPr id="3" name="TextBox 2"/>
        <cdr:cNvSpPr txBox="1"/>
      </cdr:nvSpPr>
      <cdr:spPr>
        <a:xfrm xmlns:a="http://schemas.openxmlformats.org/drawingml/2006/main">
          <a:off x="684630" y="3353570"/>
          <a:ext cx="1209945" cy="41563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600" dirty="0" smtClean="0">
              <a:latin typeface="Script MT Bold" panose="03040602040607080904" pitchFamily="66" charset="0"/>
            </a:rPr>
            <a:t>Tiramisu</a:t>
          </a:r>
          <a:endParaRPr lang="en-US" sz="1600" dirty="0">
            <a:latin typeface="Script MT Bold" panose="03040602040607080904" pitchFamily="66" charset="0"/>
          </a:endParaRPr>
        </a:p>
      </cdr:txBody>
    </cdr:sp>
  </cdr:relSizeAnchor>
  <cdr:relSizeAnchor xmlns:cdr="http://schemas.openxmlformats.org/drawingml/2006/chartDrawing">
    <cdr:from>
      <cdr:x>0.15531</cdr:x>
      <cdr:y>0.25258</cdr:y>
    </cdr:from>
    <cdr:to>
      <cdr:x>0.41028</cdr:x>
      <cdr:y>0.3249</cdr:y>
    </cdr:to>
    <cdr:sp macro="" textlink="">
      <cdr:nvSpPr>
        <cdr:cNvPr id="4" name="TextBox 3"/>
        <cdr:cNvSpPr txBox="1"/>
      </cdr:nvSpPr>
      <cdr:spPr>
        <a:xfrm xmlns:a="http://schemas.openxmlformats.org/drawingml/2006/main">
          <a:off x="1213407" y="1368628"/>
          <a:ext cx="1991990" cy="39187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400" dirty="0" smtClean="0">
              <a:latin typeface="Script MT Bold" panose="03040602040607080904" pitchFamily="66" charset="0"/>
            </a:rPr>
            <a:t>cheesecake</a:t>
          </a:r>
          <a:endParaRPr lang="en-US" sz="1400" dirty="0">
            <a:latin typeface="Script MT Bold" panose="03040602040607080904" pitchFamily="66" charset="0"/>
          </a:endParaRPr>
        </a:p>
      </cdr:txBody>
    </cdr:sp>
  </cdr:relSizeAnchor>
  <cdr:relSizeAnchor xmlns:cdr="http://schemas.openxmlformats.org/drawingml/2006/chartDrawing">
    <cdr:from>
      <cdr:x>0.32252</cdr:x>
      <cdr:y>0.10444</cdr:y>
    </cdr:from>
    <cdr:to>
      <cdr:x>0.67493</cdr:x>
      <cdr:y>0.16799</cdr:y>
    </cdr:to>
    <cdr:sp macro="" textlink="">
      <cdr:nvSpPr>
        <cdr:cNvPr id="5" name="TextBox 4"/>
        <cdr:cNvSpPr txBox="1"/>
      </cdr:nvSpPr>
      <cdr:spPr>
        <a:xfrm xmlns:a="http://schemas.openxmlformats.org/drawingml/2006/main">
          <a:off x="2519735" y="565920"/>
          <a:ext cx="2753254" cy="34435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600" dirty="0" smtClean="0">
              <a:latin typeface="Script MT Bold" panose="03040602040607080904" pitchFamily="66" charset="0"/>
            </a:rPr>
            <a:t>pancakes</a:t>
          </a:r>
          <a:endParaRPr lang="en-US" sz="1600" dirty="0">
            <a:latin typeface="Script MT Bold" panose="03040602040607080904" pitchFamily="66" charset="0"/>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0.7487</cdr:x>
      <cdr:y>0.4611</cdr:y>
    </cdr:from>
    <cdr:to>
      <cdr:x>1</cdr:x>
      <cdr:y>0.56629</cdr:y>
    </cdr:to>
    <cdr:sp macro="" textlink="">
      <cdr:nvSpPr>
        <cdr:cNvPr id="2" name="TextBox 1"/>
        <cdr:cNvSpPr txBox="1"/>
      </cdr:nvSpPr>
      <cdr:spPr>
        <a:xfrm xmlns:a="http://schemas.openxmlformats.org/drawingml/2006/main">
          <a:off x="6085444" y="2498547"/>
          <a:ext cx="2042556" cy="57001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400" dirty="0" smtClean="0">
              <a:latin typeface="Script MT Bold" panose="03040602040607080904" pitchFamily="66" charset="0"/>
            </a:rPr>
            <a:t>Iranian </a:t>
          </a:r>
          <a:r>
            <a:rPr lang="en-US" sz="1400" dirty="0" err="1" smtClean="0">
              <a:latin typeface="Script MT Bold" panose="03040602040607080904" pitchFamily="66" charset="0"/>
            </a:rPr>
            <a:t>Gaz</a:t>
          </a:r>
          <a:r>
            <a:rPr lang="en-US" sz="1400" dirty="0" smtClean="0">
              <a:latin typeface="Script MT Bold" panose="03040602040607080904" pitchFamily="66" charset="0"/>
            </a:rPr>
            <a:t> and </a:t>
          </a:r>
          <a:r>
            <a:rPr lang="en-US" sz="1400" dirty="0" err="1" smtClean="0">
              <a:latin typeface="Script MT Bold" panose="03040602040607080904" pitchFamily="66" charset="0"/>
            </a:rPr>
            <a:t>sohan</a:t>
          </a:r>
          <a:endParaRPr lang="en-US" sz="1400" dirty="0">
            <a:latin typeface="Script MT Bold" panose="03040602040607080904" pitchFamily="66" charset="0"/>
          </a:endParaRPr>
        </a:p>
      </cdr:txBody>
    </cdr:sp>
  </cdr:relSizeAnchor>
  <cdr:relSizeAnchor xmlns:cdr="http://schemas.openxmlformats.org/drawingml/2006/chartDrawing">
    <cdr:from>
      <cdr:x>0.08763</cdr:x>
      <cdr:y>0.61889</cdr:y>
    </cdr:from>
    <cdr:to>
      <cdr:x>0.2425</cdr:x>
      <cdr:y>0.6956</cdr:y>
    </cdr:to>
    <cdr:sp macro="" textlink="">
      <cdr:nvSpPr>
        <cdr:cNvPr id="3" name="TextBox 2"/>
        <cdr:cNvSpPr txBox="1"/>
      </cdr:nvSpPr>
      <cdr:spPr>
        <a:xfrm xmlns:a="http://schemas.openxmlformats.org/drawingml/2006/main">
          <a:off x="684630" y="3353570"/>
          <a:ext cx="1209945" cy="41563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600" dirty="0" smtClean="0">
              <a:latin typeface="Script MT Bold" panose="03040602040607080904" pitchFamily="66" charset="0"/>
            </a:rPr>
            <a:t>Tiramisu</a:t>
          </a:r>
          <a:endParaRPr lang="en-US" sz="1600" dirty="0">
            <a:latin typeface="Script MT Bold" panose="03040602040607080904" pitchFamily="66" charset="0"/>
          </a:endParaRPr>
        </a:p>
      </cdr:txBody>
    </cdr:sp>
  </cdr:relSizeAnchor>
  <cdr:relSizeAnchor xmlns:cdr="http://schemas.openxmlformats.org/drawingml/2006/chartDrawing">
    <cdr:from>
      <cdr:x>0.05038</cdr:x>
      <cdr:y>0.23318</cdr:y>
    </cdr:from>
    <cdr:to>
      <cdr:x>0.30535</cdr:x>
      <cdr:y>0.3055</cdr:y>
    </cdr:to>
    <cdr:sp macro="" textlink="">
      <cdr:nvSpPr>
        <cdr:cNvPr id="4" name="TextBox 3"/>
        <cdr:cNvSpPr txBox="1"/>
      </cdr:nvSpPr>
      <cdr:spPr>
        <a:xfrm xmlns:a="http://schemas.openxmlformats.org/drawingml/2006/main">
          <a:off x="393634" y="1263513"/>
          <a:ext cx="1991985" cy="391886"/>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400" dirty="0" err="1" smtClean="0">
              <a:latin typeface="Script MT Bold" panose="03040602040607080904" pitchFamily="66" charset="0"/>
            </a:rPr>
            <a:t>Astralian</a:t>
          </a:r>
          <a:r>
            <a:rPr lang="en-US" sz="1400" dirty="0" smtClean="0">
              <a:latin typeface="Script MT Bold" panose="03040602040607080904" pitchFamily="66" charset="0"/>
            </a:rPr>
            <a:t> lemming cake</a:t>
          </a:r>
          <a:endParaRPr lang="en-US" sz="1400" dirty="0">
            <a:latin typeface="Script MT Bold" panose="03040602040607080904" pitchFamily="66" charset="0"/>
          </a:endParaRPr>
        </a:p>
      </cdr:txBody>
    </cdr:sp>
  </cdr:relSizeAnchor>
  <cdr:relSizeAnchor xmlns:cdr="http://schemas.openxmlformats.org/drawingml/2006/chartDrawing">
    <cdr:from>
      <cdr:x>0.33463</cdr:x>
      <cdr:y>0.07237</cdr:y>
    </cdr:from>
    <cdr:to>
      <cdr:x>0.68704</cdr:x>
      <cdr:y>0.13592</cdr:y>
    </cdr:to>
    <cdr:sp macro="" textlink="">
      <cdr:nvSpPr>
        <cdr:cNvPr id="5" name="TextBox 4"/>
        <cdr:cNvSpPr txBox="1"/>
      </cdr:nvSpPr>
      <cdr:spPr>
        <a:xfrm xmlns:a="http://schemas.openxmlformats.org/drawingml/2006/main">
          <a:off x="2614328" y="392126"/>
          <a:ext cx="2753254" cy="34435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600" dirty="0" smtClean="0">
              <a:latin typeface="Script MT Bold" panose="03040602040607080904" pitchFamily="66" charset="0"/>
            </a:rPr>
            <a:t>pancakes</a:t>
          </a:r>
          <a:endParaRPr lang="en-US" sz="1600" dirty="0">
            <a:latin typeface="Script MT Bold" panose="03040602040607080904" pitchFamily="66" charset="0"/>
          </a:endParaRP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EEAE8E3-B462-43A3-93CF-75BA2879E87A}" type="datetimeFigureOut">
              <a:rPr lang="en-US" smtClean="0"/>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2303799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EAE8E3-B462-43A3-93CF-75BA2879E87A}" type="datetimeFigureOut">
              <a:rPr lang="en-US" smtClean="0"/>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1455985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EAE8E3-B462-43A3-93CF-75BA2879E87A}" type="datetimeFigureOut">
              <a:rPr lang="en-US" smtClean="0"/>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277109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EEAE8E3-B462-43A3-93CF-75BA2879E87A}" type="datetimeFigureOut">
              <a:rPr lang="en-US" smtClean="0"/>
              <a:t>9/26/2023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1172407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EEAE8E3-B462-43A3-93CF-75BA2879E87A}" type="datetimeFigureOut">
              <a:rPr lang="en-US" smtClean="0"/>
              <a:t>9/26/2023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2885681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EAE8E3-B462-43A3-93CF-75BA2879E87A}" type="datetimeFigureOut">
              <a:rPr lang="en-US" smtClean="0"/>
              <a:t>9/26/2023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1522538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EAE8E3-B462-43A3-93CF-75BA2879E87A}" type="datetimeFigureOut">
              <a:rPr lang="en-US" smtClean="0"/>
              <a:t>9/26/2023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921279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EAE8E3-B462-43A3-93CF-75BA2879E87A}" type="datetimeFigureOut">
              <a:rPr lang="en-US" smtClean="0"/>
              <a:t>9/26/2023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1467290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EAE8E3-B462-43A3-93CF-75BA2879E87A}" type="datetimeFigureOut">
              <a:rPr lang="en-US" smtClean="0"/>
              <a:t>9/26/2023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114532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EAE8E3-B462-43A3-93CF-75BA2879E87A}" type="datetimeFigureOut">
              <a:rPr lang="en-US" smtClean="0"/>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3686737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EAE8E3-B462-43A3-93CF-75BA2879E87A}" type="datetimeFigureOut">
              <a:rPr lang="en-US" smtClean="0"/>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0E8D92-412E-4A13-9BC6-5120E3446521}" type="slidenum">
              <a:rPr lang="en-US" smtClean="0"/>
              <a:t>‹#›</a:t>
            </a:fld>
            <a:endParaRPr lang="en-US"/>
          </a:p>
        </p:txBody>
      </p:sp>
    </p:spTree>
    <p:extLst>
      <p:ext uri="{BB962C8B-B14F-4D97-AF65-F5344CB8AC3E}">
        <p14:creationId xmlns:p14="http://schemas.microsoft.com/office/powerpoint/2010/main" val="3694025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EAE8E3-B462-43A3-93CF-75BA2879E87A}" type="datetimeFigureOut">
              <a:rPr lang="en-US" smtClean="0"/>
              <a:t>9/26/2023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0E8D92-412E-4A13-9BC6-5120E3446521}" type="slidenum">
              <a:rPr lang="en-US" smtClean="0"/>
              <a:t>‹#›</a:t>
            </a:fld>
            <a:endParaRPr lang="en-US"/>
          </a:p>
        </p:txBody>
      </p:sp>
    </p:spTree>
    <p:extLst>
      <p:ext uri="{BB962C8B-B14F-4D97-AF65-F5344CB8AC3E}">
        <p14:creationId xmlns:p14="http://schemas.microsoft.com/office/powerpoint/2010/main" val="2581003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microsoft.com/office/2007/relationships/hdphoto" Target="../media/hdphoto1.wdp"/><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5.png"/><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microsoft.com/office/2007/relationships/hdphoto" Target="../media/hdphoto2.wdp"/><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1.jp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jpg"/></Relationships>
</file>

<file path=ppt/slides/_rels/slide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chart" Target="../charts/chart2.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chart" Target="../charts/chart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image" Target="../media/image33.jpg"/></Relationships>
</file>

<file path=ppt/slides/_rels/slide1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19332" y="0"/>
            <a:ext cx="7693891" cy="6858000"/>
          </a:xfrm>
          <a:prstGeom prst="rect">
            <a:avLst/>
          </a:prstGeom>
          <a:blipFill>
            <a:blip r:embed="rId4">
              <a:duotone>
                <a:schemeClr val="bg2">
                  <a:shade val="45000"/>
                  <a:satMod val="135000"/>
                </a:schemeClr>
                <a:prstClr val="white"/>
              </a:duotone>
              <a:extLst>
                <a:ext uri="{BEBA8EAE-BF5A-486C-A8C5-ECC9F3942E4B}">
                  <a14:imgProps xmlns:a14="http://schemas.microsoft.com/office/drawing/2010/main">
                    <a14:imgLayer r:embed="rId5">
                      <a14:imgEffect>
                        <a14:saturation sat="66000"/>
                      </a14:imgEffect>
                    </a14:imgLayer>
                  </a14:imgProps>
                </a:ext>
              </a:extLst>
            </a:blip>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1327802" y="-107576"/>
            <a:ext cx="1269403" cy="1118795"/>
          </a:xfrm>
          <a:prstGeom prst="rect">
            <a:avLst/>
          </a:prstGeom>
          <a:solidFill>
            <a:srgbClr val="B5D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rot="18933156">
            <a:off x="11597175" y="-880823"/>
            <a:ext cx="408791" cy="30620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rot="18941944">
            <a:off x="5745081" y="-4312588"/>
            <a:ext cx="6362183" cy="13702673"/>
          </a:xfrm>
          <a:prstGeom prst="rect">
            <a:avLst/>
          </a:prstGeom>
          <a:solidFill>
            <a:srgbClr val="F5C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rot="18931852">
            <a:off x="5080696" y="-1866814"/>
            <a:ext cx="393740" cy="10961711"/>
          </a:xfrm>
          <a:prstGeom prst="rect">
            <a:avLst/>
          </a:prstGeom>
          <a:solidFill>
            <a:srgbClr val="B5D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rot="18932557">
            <a:off x="4508753" y="-2061496"/>
            <a:ext cx="368350" cy="112118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rot="20646685">
            <a:off x="-682793" y="4152486"/>
            <a:ext cx="3224558" cy="3177309"/>
          </a:xfrm>
          <a:prstGeom prst="roundRect">
            <a:avLst/>
          </a:prstGeom>
          <a:noFill/>
          <a:ln w="1905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flipH="1">
            <a:off x="-332509" y="4184073"/>
            <a:ext cx="2475345" cy="62807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182273" y="4658443"/>
            <a:ext cx="2475345" cy="62807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100312" y="4959208"/>
            <a:ext cx="2475345" cy="62807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332509" y="5239900"/>
            <a:ext cx="2783533" cy="660483"/>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173541" y="5514248"/>
            <a:ext cx="2722050" cy="695877"/>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78868" y="5802586"/>
            <a:ext cx="2994876" cy="775753"/>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259328" y="6084147"/>
            <a:ext cx="2961713" cy="77162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254187" y="4421258"/>
            <a:ext cx="2475345" cy="62807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290205" y="6354358"/>
            <a:ext cx="2475345" cy="628072"/>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631176" y="3902512"/>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324194" y="3993939"/>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049428" y="4066971"/>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774662" y="4140003"/>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99896" y="4213035"/>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25130" y="4286067"/>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49636" y="4359099"/>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24402" y="4432131"/>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99168" y="4505163"/>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873934" y="4578195"/>
            <a:ext cx="956897" cy="304061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1456793" y="1004116"/>
            <a:ext cx="211726" cy="243912"/>
          </a:xfrm>
          <a:prstGeom prst="ellipse">
            <a:avLst/>
          </a:prstGeom>
          <a:solidFill>
            <a:srgbClr val="F5C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630081" y="451821"/>
            <a:ext cx="211726" cy="243912"/>
          </a:xfrm>
          <a:prstGeom prst="ellipse">
            <a:avLst/>
          </a:prstGeom>
          <a:solidFill>
            <a:srgbClr val="CCA4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827954" y="2144041"/>
            <a:ext cx="211726" cy="243912"/>
          </a:xfrm>
          <a:prstGeom prst="ellipse">
            <a:avLst/>
          </a:prstGeom>
          <a:solidFill>
            <a:srgbClr val="FD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322949" y="1248028"/>
            <a:ext cx="211726" cy="243912"/>
          </a:xfrm>
          <a:prstGeom prst="ellipse">
            <a:avLst/>
          </a:prstGeom>
          <a:solidFill>
            <a:srgbClr val="CE7A91"/>
          </a:solidFill>
          <a:ln>
            <a:solidFill>
              <a:srgbClr val="CE7A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5727017" y="5558674"/>
            <a:ext cx="211726" cy="243912"/>
          </a:xfrm>
          <a:prstGeom prst="ellipse">
            <a:avLst/>
          </a:prstGeom>
          <a:solidFill>
            <a:srgbClr val="CE7A91"/>
          </a:solidFill>
          <a:ln>
            <a:solidFill>
              <a:srgbClr val="CE7A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4867975" y="5286515"/>
            <a:ext cx="211726" cy="243912"/>
          </a:xfrm>
          <a:prstGeom prst="ellipse">
            <a:avLst/>
          </a:prstGeom>
          <a:solidFill>
            <a:srgbClr val="FD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3704732" y="5270336"/>
            <a:ext cx="211726" cy="243912"/>
          </a:xfrm>
          <a:prstGeom prst="ellipse">
            <a:avLst/>
          </a:prstGeom>
          <a:solidFill>
            <a:srgbClr val="F5C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3591770" y="3826031"/>
            <a:ext cx="211726" cy="243912"/>
          </a:xfrm>
          <a:prstGeom prst="ellipse">
            <a:avLst/>
          </a:prstGeom>
          <a:solidFill>
            <a:srgbClr val="CCA4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462902" y="3431912"/>
            <a:ext cx="211726" cy="243912"/>
          </a:xfrm>
          <a:prstGeom prst="ellipse">
            <a:avLst/>
          </a:prstGeom>
          <a:solidFill>
            <a:srgbClr val="CCA4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2978610" y="2538748"/>
            <a:ext cx="211726" cy="243912"/>
          </a:xfrm>
          <a:prstGeom prst="ellipse">
            <a:avLst/>
          </a:prstGeom>
          <a:solidFill>
            <a:srgbClr val="F5C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1974727" y="3536150"/>
            <a:ext cx="211726" cy="243912"/>
          </a:xfrm>
          <a:prstGeom prst="ellipse">
            <a:avLst/>
          </a:prstGeom>
          <a:solidFill>
            <a:srgbClr val="CE7A91"/>
          </a:solidFill>
          <a:ln>
            <a:solidFill>
              <a:srgbClr val="CE7A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2814336" y="4576418"/>
            <a:ext cx="211726" cy="243912"/>
          </a:xfrm>
          <a:prstGeom prst="ellipse">
            <a:avLst/>
          </a:prstGeom>
          <a:solidFill>
            <a:srgbClr val="FD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2910113" y="5757452"/>
            <a:ext cx="211726" cy="243912"/>
          </a:xfrm>
          <a:prstGeom prst="ellipse">
            <a:avLst/>
          </a:prstGeom>
          <a:solidFill>
            <a:srgbClr val="CE7A91"/>
          </a:solidFill>
          <a:ln>
            <a:solidFill>
              <a:srgbClr val="CE7A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3978854" y="6424482"/>
            <a:ext cx="211726" cy="243912"/>
          </a:xfrm>
          <a:prstGeom prst="ellipse">
            <a:avLst/>
          </a:prstGeom>
          <a:solidFill>
            <a:srgbClr val="F5C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2216262" y="2729457"/>
            <a:ext cx="211726" cy="243912"/>
          </a:xfrm>
          <a:prstGeom prst="ellipse">
            <a:avLst/>
          </a:prstGeom>
          <a:solidFill>
            <a:srgbClr val="FD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2110399" y="2097164"/>
            <a:ext cx="211726" cy="243912"/>
          </a:xfrm>
          <a:prstGeom prst="ellipse">
            <a:avLst/>
          </a:prstGeom>
          <a:solidFill>
            <a:srgbClr val="CE7A91"/>
          </a:solidFill>
          <a:ln>
            <a:solidFill>
              <a:srgbClr val="CE7A9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Can 53"/>
          <p:cNvSpPr/>
          <p:nvPr/>
        </p:nvSpPr>
        <p:spPr>
          <a:xfrm rot="3180000">
            <a:off x="462902" y="1754371"/>
            <a:ext cx="180000" cy="468000"/>
          </a:xfrm>
          <a:prstGeom prst="can">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Can 54"/>
          <p:cNvSpPr/>
          <p:nvPr/>
        </p:nvSpPr>
        <p:spPr>
          <a:xfrm rot="3180000">
            <a:off x="4292324" y="3912397"/>
            <a:ext cx="180000" cy="468000"/>
          </a:xfrm>
          <a:prstGeom prst="can">
            <a:avLst/>
          </a:prstGeom>
          <a:solidFill>
            <a:srgbClr val="A7E5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Can 55"/>
          <p:cNvSpPr/>
          <p:nvPr/>
        </p:nvSpPr>
        <p:spPr>
          <a:xfrm rot="3180000">
            <a:off x="3656777" y="4501294"/>
            <a:ext cx="180000" cy="468000"/>
          </a:xfrm>
          <a:prstGeom prst="can">
            <a:avLst/>
          </a:prstGeom>
          <a:solidFill>
            <a:srgbClr val="D7A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Can 56"/>
          <p:cNvSpPr/>
          <p:nvPr/>
        </p:nvSpPr>
        <p:spPr>
          <a:xfrm rot="3180000">
            <a:off x="1372571" y="3411513"/>
            <a:ext cx="180000" cy="468000"/>
          </a:xfrm>
          <a:prstGeom prst="can">
            <a:avLst/>
          </a:prstGeom>
          <a:solidFill>
            <a:srgbClr val="F8A6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Can 57"/>
          <p:cNvSpPr/>
          <p:nvPr/>
        </p:nvSpPr>
        <p:spPr>
          <a:xfrm rot="3180000">
            <a:off x="2126262" y="1593794"/>
            <a:ext cx="180000" cy="468000"/>
          </a:xfrm>
          <a:prstGeom prst="can">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Can 58"/>
          <p:cNvSpPr/>
          <p:nvPr/>
        </p:nvSpPr>
        <p:spPr>
          <a:xfrm rot="3180000">
            <a:off x="6799409" y="6643085"/>
            <a:ext cx="180000" cy="468000"/>
          </a:xfrm>
          <a:prstGeom prst="can">
            <a:avLst/>
          </a:prstGeom>
          <a:solidFill>
            <a:srgbClr val="AEA5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Can 59"/>
          <p:cNvSpPr/>
          <p:nvPr/>
        </p:nvSpPr>
        <p:spPr>
          <a:xfrm rot="3180000">
            <a:off x="559643" y="-208540"/>
            <a:ext cx="180000" cy="468000"/>
          </a:xfrm>
          <a:prstGeom prst="can">
            <a:avLst/>
          </a:prstGeom>
          <a:solidFill>
            <a:srgbClr val="FEDF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Can 60"/>
          <p:cNvSpPr/>
          <p:nvPr/>
        </p:nvSpPr>
        <p:spPr>
          <a:xfrm rot="3180000">
            <a:off x="4689174" y="6095231"/>
            <a:ext cx="180000" cy="468000"/>
          </a:xfrm>
          <a:prstGeom prst="can">
            <a:avLst/>
          </a:prstGeom>
          <a:solidFill>
            <a:srgbClr val="E3EF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nut 11"/>
          <p:cNvSpPr/>
          <p:nvPr/>
        </p:nvSpPr>
        <p:spPr>
          <a:xfrm>
            <a:off x="1176142" y="4102353"/>
            <a:ext cx="619939" cy="661332"/>
          </a:xfrm>
          <a:prstGeom prst="donut">
            <a:avLst>
              <a:gd name="adj" fmla="val 41004"/>
            </a:avLst>
          </a:prstGeom>
          <a:solidFill>
            <a:srgbClr val="FF99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Donut 61"/>
          <p:cNvSpPr/>
          <p:nvPr/>
        </p:nvSpPr>
        <p:spPr>
          <a:xfrm>
            <a:off x="330342" y="5665332"/>
            <a:ext cx="619939" cy="661332"/>
          </a:xfrm>
          <a:prstGeom prst="donut">
            <a:avLst>
              <a:gd name="adj" fmla="val 41004"/>
            </a:avLst>
          </a:prstGeom>
          <a:solidFill>
            <a:srgbClr val="9FFFCA"/>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Donut 62"/>
          <p:cNvSpPr/>
          <p:nvPr/>
        </p:nvSpPr>
        <p:spPr>
          <a:xfrm>
            <a:off x="1674086" y="5249584"/>
            <a:ext cx="619939" cy="661332"/>
          </a:xfrm>
          <a:prstGeom prst="donut">
            <a:avLst>
              <a:gd name="adj" fmla="val 41004"/>
            </a:avLst>
          </a:prstGeom>
          <a:solidFill>
            <a:srgbClr val="A7E8FF"/>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Donut 63"/>
          <p:cNvSpPr/>
          <p:nvPr/>
        </p:nvSpPr>
        <p:spPr>
          <a:xfrm>
            <a:off x="231379" y="4409198"/>
            <a:ext cx="619939" cy="661332"/>
          </a:xfrm>
          <a:prstGeom prst="donut">
            <a:avLst>
              <a:gd name="adj" fmla="val 41004"/>
            </a:avLst>
          </a:prstGeom>
          <a:solidFill>
            <a:srgbClr val="A77D8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04" name="Group 103"/>
          <p:cNvGrpSpPr/>
          <p:nvPr/>
        </p:nvGrpSpPr>
        <p:grpSpPr>
          <a:xfrm>
            <a:off x="795443" y="4922891"/>
            <a:ext cx="838941" cy="698172"/>
            <a:chOff x="795443" y="4922891"/>
            <a:chExt cx="838941" cy="698172"/>
          </a:xfrm>
        </p:grpSpPr>
        <p:sp>
          <p:nvSpPr>
            <p:cNvPr id="19" name="Heart 18"/>
            <p:cNvSpPr/>
            <p:nvPr/>
          </p:nvSpPr>
          <p:spPr>
            <a:xfrm rot="20257347">
              <a:off x="795443" y="4922891"/>
              <a:ext cx="823806" cy="698172"/>
            </a:xfrm>
            <a:prstGeom prst="heart">
              <a:avLst/>
            </a:prstGeom>
            <a:solidFill>
              <a:srgbClr val="F0DE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rot="19556812">
              <a:off x="926909" y="4938213"/>
              <a:ext cx="707475" cy="646331"/>
            </a:xfrm>
            <a:prstGeom prst="rect">
              <a:avLst/>
            </a:prstGeom>
            <a:noFill/>
          </p:spPr>
          <p:txBody>
            <a:bodyPr wrap="square" rtlCol="0">
              <a:spAutoFit/>
            </a:bodyPr>
            <a:lstStyle/>
            <a:p>
              <a:r>
                <a:rPr lang="en-US" dirty="0" smtClean="0">
                  <a:latin typeface="Blackadder ITC" panose="04020505051007020D02" pitchFamily="82" charset="0"/>
                </a:rPr>
                <a:t>I love</a:t>
              </a:r>
            </a:p>
            <a:p>
              <a:r>
                <a:rPr lang="en-US" dirty="0" smtClean="0">
                  <a:latin typeface="Blackadder ITC" panose="04020505051007020D02" pitchFamily="82" charset="0"/>
                </a:rPr>
                <a:t> U</a:t>
              </a:r>
              <a:endParaRPr lang="en-US" dirty="0">
                <a:latin typeface="Blackadder ITC" panose="04020505051007020D02" pitchFamily="82" charset="0"/>
              </a:endParaRPr>
            </a:p>
          </p:txBody>
        </p:sp>
      </p:grpSp>
      <p:grpSp>
        <p:nvGrpSpPr>
          <p:cNvPr id="72" name="Group 71"/>
          <p:cNvGrpSpPr/>
          <p:nvPr/>
        </p:nvGrpSpPr>
        <p:grpSpPr>
          <a:xfrm>
            <a:off x="1125061" y="-951430"/>
            <a:ext cx="423892" cy="455435"/>
            <a:chOff x="1267487" y="4190175"/>
            <a:chExt cx="423892" cy="455435"/>
          </a:xfrm>
        </p:grpSpPr>
        <p:sp>
          <p:nvSpPr>
            <p:cNvPr id="24" name="Oval 23"/>
            <p:cNvSpPr/>
            <p:nvPr/>
          </p:nvSpPr>
          <p:spPr>
            <a:xfrm>
              <a:off x="1365845" y="4190175"/>
              <a:ext cx="45720" cy="45720"/>
            </a:xfrm>
            <a:prstGeom prst="ellipse">
              <a:avLst/>
            </a:prstGeom>
            <a:solidFill>
              <a:srgbClr val="7DC7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529715" y="4213035"/>
              <a:ext cx="45720" cy="45720"/>
            </a:xfrm>
            <a:prstGeom prst="ellipse">
              <a:avLst/>
            </a:prstGeom>
            <a:solidFill>
              <a:srgbClr val="9FFFCA"/>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1393483" y="4599890"/>
              <a:ext cx="45720" cy="45720"/>
            </a:xfrm>
            <a:prstGeom prst="ellipse">
              <a:avLst/>
            </a:prstGeom>
            <a:solidFill>
              <a:srgbClr val="00B0F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1595382" y="4403169"/>
              <a:ext cx="45720" cy="45720"/>
            </a:xfrm>
            <a:prstGeom prst="ellipse">
              <a:avLst/>
            </a:prstGeom>
            <a:solidFill>
              <a:srgbClr val="FFFF0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1267487" y="4409271"/>
              <a:ext cx="45720" cy="45720"/>
            </a:xfrm>
            <a:prstGeom prst="ellipse">
              <a:avLst/>
            </a:prstGeom>
            <a:solidFill>
              <a:srgbClr val="9966FF"/>
            </a:solidFill>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548383" y="4568134"/>
              <a:ext cx="45720" cy="45720"/>
            </a:xfrm>
            <a:prstGeom prst="ellipse">
              <a:avLst/>
            </a:prstGeom>
            <a:solidFill>
              <a:srgbClr val="F6D4ED"/>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1626699" y="4499732"/>
              <a:ext cx="45720" cy="45720"/>
            </a:xfrm>
            <a:prstGeom prst="ellipse">
              <a:avLst/>
            </a:prstGeom>
            <a:solidFill>
              <a:srgbClr val="99FF66"/>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1271002" y="4545274"/>
              <a:ext cx="53192" cy="45720"/>
            </a:xfrm>
            <a:prstGeom prst="ellipse">
              <a:avLst/>
            </a:prstGeom>
            <a:solidFill>
              <a:srgbClr val="CC66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1645659" y="4300546"/>
              <a:ext cx="45720" cy="45720"/>
            </a:xfrm>
            <a:prstGeom prst="ellipse">
              <a:avLst/>
            </a:prstGeom>
            <a:solidFill>
              <a:srgbClr val="3399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p:cNvGrpSpPr/>
          <p:nvPr/>
        </p:nvGrpSpPr>
        <p:grpSpPr>
          <a:xfrm>
            <a:off x="230011" y="-911828"/>
            <a:ext cx="423892" cy="455435"/>
            <a:chOff x="1267487" y="4190175"/>
            <a:chExt cx="423892" cy="455435"/>
          </a:xfrm>
        </p:grpSpPr>
        <p:sp>
          <p:nvSpPr>
            <p:cNvPr id="74" name="Oval 73"/>
            <p:cNvSpPr/>
            <p:nvPr/>
          </p:nvSpPr>
          <p:spPr>
            <a:xfrm>
              <a:off x="1365845" y="4190175"/>
              <a:ext cx="45720" cy="45720"/>
            </a:xfrm>
            <a:prstGeom prst="ellipse">
              <a:avLst/>
            </a:prstGeom>
            <a:solidFill>
              <a:srgbClr val="7DC7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529715" y="4213035"/>
              <a:ext cx="45720" cy="45720"/>
            </a:xfrm>
            <a:prstGeom prst="ellipse">
              <a:avLst/>
            </a:prstGeom>
            <a:solidFill>
              <a:srgbClr val="9FFFCA"/>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393483" y="4599890"/>
              <a:ext cx="45720" cy="45720"/>
            </a:xfrm>
            <a:prstGeom prst="ellipse">
              <a:avLst/>
            </a:prstGeom>
            <a:solidFill>
              <a:srgbClr val="00B0F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1595382" y="4403169"/>
              <a:ext cx="45720" cy="45720"/>
            </a:xfrm>
            <a:prstGeom prst="ellipse">
              <a:avLst/>
            </a:prstGeom>
            <a:solidFill>
              <a:srgbClr val="FFFF0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1267487" y="4409271"/>
              <a:ext cx="45720" cy="45720"/>
            </a:xfrm>
            <a:prstGeom prst="ellipse">
              <a:avLst/>
            </a:prstGeom>
            <a:solidFill>
              <a:srgbClr val="9966FF"/>
            </a:solidFill>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p:cNvSpPr/>
            <p:nvPr/>
          </p:nvSpPr>
          <p:spPr>
            <a:xfrm>
              <a:off x="1548383" y="4568134"/>
              <a:ext cx="45720" cy="45720"/>
            </a:xfrm>
            <a:prstGeom prst="ellipse">
              <a:avLst/>
            </a:prstGeom>
            <a:solidFill>
              <a:srgbClr val="F6D4ED"/>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1626699" y="4499732"/>
              <a:ext cx="45720" cy="45720"/>
            </a:xfrm>
            <a:prstGeom prst="ellipse">
              <a:avLst/>
            </a:prstGeom>
            <a:solidFill>
              <a:srgbClr val="99FF66"/>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1271002" y="4545274"/>
              <a:ext cx="53192" cy="45720"/>
            </a:xfrm>
            <a:prstGeom prst="ellipse">
              <a:avLst/>
            </a:prstGeom>
            <a:solidFill>
              <a:srgbClr val="CC66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1645659" y="4300546"/>
              <a:ext cx="45720" cy="45720"/>
            </a:xfrm>
            <a:prstGeom prst="ellipse">
              <a:avLst/>
            </a:prstGeom>
            <a:solidFill>
              <a:srgbClr val="3399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4" name="Group 83"/>
          <p:cNvGrpSpPr/>
          <p:nvPr/>
        </p:nvGrpSpPr>
        <p:grpSpPr>
          <a:xfrm>
            <a:off x="1691371" y="-940951"/>
            <a:ext cx="423892" cy="455435"/>
            <a:chOff x="1267487" y="4190175"/>
            <a:chExt cx="423892" cy="455435"/>
          </a:xfrm>
        </p:grpSpPr>
        <p:sp>
          <p:nvSpPr>
            <p:cNvPr id="85" name="Oval 84"/>
            <p:cNvSpPr/>
            <p:nvPr/>
          </p:nvSpPr>
          <p:spPr>
            <a:xfrm>
              <a:off x="1365845" y="4190175"/>
              <a:ext cx="45720" cy="45720"/>
            </a:xfrm>
            <a:prstGeom prst="ellipse">
              <a:avLst/>
            </a:prstGeom>
            <a:solidFill>
              <a:srgbClr val="7DC7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p:cNvSpPr/>
            <p:nvPr/>
          </p:nvSpPr>
          <p:spPr>
            <a:xfrm>
              <a:off x="1529715" y="4213035"/>
              <a:ext cx="45720" cy="45720"/>
            </a:xfrm>
            <a:prstGeom prst="ellipse">
              <a:avLst/>
            </a:prstGeom>
            <a:solidFill>
              <a:srgbClr val="9FFFCA"/>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p:cNvSpPr/>
            <p:nvPr/>
          </p:nvSpPr>
          <p:spPr>
            <a:xfrm>
              <a:off x="1393483" y="4599890"/>
              <a:ext cx="45720" cy="45720"/>
            </a:xfrm>
            <a:prstGeom prst="ellipse">
              <a:avLst/>
            </a:prstGeom>
            <a:solidFill>
              <a:srgbClr val="00B0F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p:cNvSpPr/>
            <p:nvPr/>
          </p:nvSpPr>
          <p:spPr>
            <a:xfrm>
              <a:off x="1595382" y="4403169"/>
              <a:ext cx="45720" cy="45720"/>
            </a:xfrm>
            <a:prstGeom prst="ellipse">
              <a:avLst/>
            </a:prstGeom>
            <a:solidFill>
              <a:srgbClr val="FFFF0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p:cNvSpPr/>
            <p:nvPr/>
          </p:nvSpPr>
          <p:spPr>
            <a:xfrm>
              <a:off x="1267487" y="4409271"/>
              <a:ext cx="45720" cy="45720"/>
            </a:xfrm>
            <a:prstGeom prst="ellipse">
              <a:avLst/>
            </a:prstGeom>
            <a:solidFill>
              <a:srgbClr val="9966FF"/>
            </a:solidFill>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p:cNvSpPr/>
            <p:nvPr/>
          </p:nvSpPr>
          <p:spPr>
            <a:xfrm>
              <a:off x="1548383" y="4568134"/>
              <a:ext cx="45720" cy="45720"/>
            </a:xfrm>
            <a:prstGeom prst="ellipse">
              <a:avLst/>
            </a:prstGeom>
            <a:solidFill>
              <a:srgbClr val="F6D4ED"/>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p:cNvSpPr/>
            <p:nvPr/>
          </p:nvSpPr>
          <p:spPr>
            <a:xfrm>
              <a:off x="1626699" y="4499732"/>
              <a:ext cx="45720" cy="45720"/>
            </a:xfrm>
            <a:prstGeom prst="ellipse">
              <a:avLst/>
            </a:prstGeom>
            <a:solidFill>
              <a:srgbClr val="99FF66"/>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p:cNvSpPr/>
            <p:nvPr/>
          </p:nvSpPr>
          <p:spPr>
            <a:xfrm>
              <a:off x="1271002" y="4545274"/>
              <a:ext cx="53192" cy="45720"/>
            </a:xfrm>
            <a:prstGeom prst="ellipse">
              <a:avLst/>
            </a:prstGeom>
            <a:solidFill>
              <a:srgbClr val="CC66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p:cNvSpPr/>
            <p:nvPr/>
          </p:nvSpPr>
          <p:spPr>
            <a:xfrm>
              <a:off x="1645659" y="4300546"/>
              <a:ext cx="45720" cy="45720"/>
            </a:xfrm>
            <a:prstGeom prst="ellipse">
              <a:avLst/>
            </a:prstGeom>
            <a:solidFill>
              <a:srgbClr val="3399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p:cNvGrpSpPr/>
          <p:nvPr/>
        </p:nvGrpSpPr>
        <p:grpSpPr>
          <a:xfrm>
            <a:off x="504970" y="-932075"/>
            <a:ext cx="423892" cy="455435"/>
            <a:chOff x="1267487" y="4190175"/>
            <a:chExt cx="423892" cy="455435"/>
          </a:xfrm>
        </p:grpSpPr>
        <p:sp>
          <p:nvSpPr>
            <p:cNvPr id="95" name="Oval 94"/>
            <p:cNvSpPr/>
            <p:nvPr/>
          </p:nvSpPr>
          <p:spPr>
            <a:xfrm>
              <a:off x="1365845" y="4190175"/>
              <a:ext cx="45720" cy="45720"/>
            </a:xfrm>
            <a:prstGeom prst="ellipse">
              <a:avLst/>
            </a:prstGeom>
            <a:solidFill>
              <a:srgbClr val="7DC7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1529715" y="4213035"/>
              <a:ext cx="45720" cy="45720"/>
            </a:xfrm>
            <a:prstGeom prst="ellipse">
              <a:avLst/>
            </a:prstGeom>
            <a:solidFill>
              <a:srgbClr val="9FFFCA"/>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1393483" y="4599890"/>
              <a:ext cx="45720" cy="45720"/>
            </a:xfrm>
            <a:prstGeom prst="ellipse">
              <a:avLst/>
            </a:prstGeom>
            <a:solidFill>
              <a:srgbClr val="00B0F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1595382" y="4403169"/>
              <a:ext cx="45720" cy="45720"/>
            </a:xfrm>
            <a:prstGeom prst="ellipse">
              <a:avLst/>
            </a:prstGeom>
            <a:solidFill>
              <a:srgbClr val="FFFF00"/>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1267487" y="4409271"/>
              <a:ext cx="45720" cy="45720"/>
            </a:xfrm>
            <a:prstGeom prst="ellipse">
              <a:avLst/>
            </a:prstGeom>
            <a:solidFill>
              <a:srgbClr val="9966FF"/>
            </a:solidFill>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1548383" y="4568134"/>
              <a:ext cx="45720" cy="45720"/>
            </a:xfrm>
            <a:prstGeom prst="ellipse">
              <a:avLst/>
            </a:prstGeom>
            <a:solidFill>
              <a:srgbClr val="F6D4ED"/>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1626699" y="4499732"/>
              <a:ext cx="45720" cy="45720"/>
            </a:xfrm>
            <a:prstGeom prst="ellipse">
              <a:avLst/>
            </a:prstGeom>
            <a:solidFill>
              <a:srgbClr val="99FF66"/>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p:cNvSpPr/>
            <p:nvPr/>
          </p:nvSpPr>
          <p:spPr>
            <a:xfrm>
              <a:off x="1271002" y="4545274"/>
              <a:ext cx="53192" cy="45720"/>
            </a:xfrm>
            <a:prstGeom prst="ellipse">
              <a:avLst/>
            </a:prstGeom>
            <a:solidFill>
              <a:srgbClr val="CC66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645659" y="4300546"/>
              <a:ext cx="45720" cy="45720"/>
            </a:xfrm>
            <a:prstGeom prst="ellipse">
              <a:avLst/>
            </a:prstGeom>
            <a:solidFill>
              <a:srgbClr val="3399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3679830" y="391078"/>
            <a:ext cx="4261288" cy="1916324"/>
            <a:chOff x="3679830" y="391078"/>
            <a:chExt cx="4261288" cy="1916324"/>
          </a:xfrm>
        </p:grpSpPr>
        <p:sp>
          <p:nvSpPr>
            <p:cNvPr id="106" name="TextBox 105"/>
            <p:cNvSpPr txBox="1"/>
            <p:nvPr/>
          </p:nvSpPr>
          <p:spPr>
            <a:xfrm>
              <a:off x="3679830" y="391078"/>
              <a:ext cx="4177833" cy="1862048"/>
            </a:xfrm>
            <a:prstGeom prst="rect">
              <a:avLst/>
            </a:prstGeom>
            <a:noFill/>
          </p:spPr>
          <p:txBody>
            <a:bodyPr wrap="square" rtlCol="0">
              <a:spAutoFit/>
            </a:bodyPr>
            <a:lstStyle/>
            <a:p>
              <a:pPr algn="ctr"/>
              <a:r>
                <a:rPr lang="en-US" sz="11500" dirty="0" smtClean="0">
                  <a:latin typeface="David" panose="020E0502060401010101" pitchFamily="34" charset="-79"/>
                  <a:cs typeface="David" panose="020E0502060401010101" pitchFamily="34" charset="-79"/>
                </a:rPr>
                <a:t>cake</a:t>
              </a:r>
              <a:endParaRPr lang="en-US" sz="11500" dirty="0">
                <a:latin typeface="David" panose="020E0502060401010101" pitchFamily="34" charset="-79"/>
                <a:cs typeface="David" panose="020E0502060401010101" pitchFamily="34" charset="-79"/>
              </a:endParaRPr>
            </a:p>
          </p:txBody>
        </p:sp>
        <p:sp>
          <p:nvSpPr>
            <p:cNvPr id="4" name="TextBox 3"/>
            <p:cNvSpPr txBox="1"/>
            <p:nvPr/>
          </p:nvSpPr>
          <p:spPr>
            <a:xfrm>
              <a:off x="3729651" y="430596"/>
              <a:ext cx="4177833" cy="1862048"/>
            </a:xfrm>
            <a:prstGeom prst="rect">
              <a:avLst/>
            </a:prstGeom>
            <a:noFill/>
          </p:spPr>
          <p:txBody>
            <a:bodyPr wrap="square" rtlCol="0">
              <a:spAutoFit/>
            </a:bodyPr>
            <a:lstStyle/>
            <a:p>
              <a:pPr algn="ctr"/>
              <a:r>
                <a:rPr lang="en-US" sz="11500" dirty="0" smtClean="0">
                  <a:solidFill>
                    <a:srgbClr val="B5D0DB"/>
                  </a:solidFill>
                  <a:latin typeface="David" panose="020E0502060401010101" pitchFamily="34" charset="-79"/>
                  <a:cs typeface="David" panose="020E0502060401010101" pitchFamily="34" charset="-79"/>
                </a:rPr>
                <a:t>cake</a:t>
              </a:r>
              <a:endParaRPr lang="en-US" sz="11500" dirty="0">
                <a:solidFill>
                  <a:srgbClr val="B5D0DB"/>
                </a:solidFill>
                <a:latin typeface="David" panose="020E0502060401010101" pitchFamily="34" charset="-79"/>
                <a:cs typeface="David" panose="020E0502060401010101" pitchFamily="34" charset="-79"/>
              </a:endParaRPr>
            </a:p>
          </p:txBody>
        </p:sp>
        <p:sp>
          <p:nvSpPr>
            <p:cNvPr id="105" name="TextBox 104"/>
            <p:cNvSpPr txBox="1"/>
            <p:nvPr/>
          </p:nvSpPr>
          <p:spPr>
            <a:xfrm>
              <a:off x="3763285" y="445354"/>
              <a:ext cx="4177833" cy="1862048"/>
            </a:xfrm>
            <a:prstGeom prst="rect">
              <a:avLst/>
            </a:prstGeom>
            <a:noFill/>
          </p:spPr>
          <p:txBody>
            <a:bodyPr wrap="square" rtlCol="0">
              <a:spAutoFit/>
            </a:bodyPr>
            <a:lstStyle/>
            <a:p>
              <a:pPr algn="ctr"/>
              <a:r>
                <a:rPr lang="en-US" sz="11500" dirty="0" smtClean="0">
                  <a:solidFill>
                    <a:srgbClr val="F0ADA2"/>
                  </a:solidFill>
                  <a:latin typeface="David" panose="020E0502060401010101" pitchFamily="34" charset="-79"/>
                  <a:cs typeface="David" panose="020E0502060401010101" pitchFamily="34" charset="-79"/>
                </a:rPr>
                <a:t>cake</a:t>
              </a:r>
              <a:endParaRPr lang="en-US" sz="11500" dirty="0">
                <a:solidFill>
                  <a:srgbClr val="F0ADA2"/>
                </a:solidFill>
                <a:latin typeface="David" panose="020E0502060401010101" pitchFamily="34" charset="-79"/>
                <a:cs typeface="David" panose="020E0502060401010101" pitchFamily="34" charset="-79"/>
              </a:endParaRPr>
            </a:p>
          </p:txBody>
        </p:sp>
      </p:grpSp>
      <p:sp>
        <p:nvSpPr>
          <p:cNvPr id="107" name="TextBox 106"/>
          <p:cNvSpPr txBox="1"/>
          <p:nvPr/>
        </p:nvSpPr>
        <p:spPr>
          <a:xfrm>
            <a:off x="5500785" y="2893311"/>
            <a:ext cx="4982935" cy="646331"/>
          </a:xfrm>
          <a:prstGeom prst="rect">
            <a:avLst/>
          </a:prstGeom>
          <a:noFill/>
        </p:spPr>
        <p:txBody>
          <a:bodyPr wrap="square" rtlCol="0">
            <a:spAutoFit/>
          </a:bodyPr>
          <a:lstStyle/>
          <a:p>
            <a:r>
              <a:rPr lang="en-US" sz="3600" b="1" dirty="0" err="1">
                <a:latin typeface="Script MT Bold" panose="03040602040607080904" pitchFamily="66" charset="0"/>
              </a:rPr>
              <a:t>Tipe</a:t>
            </a:r>
            <a:r>
              <a:rPr lang="en-US" sz="3600" b="1" dirty="0">
                <a:latin typeface="Script MT Bold" panose="03040602040607080904" pitchFamily="66" charset="0"/>
              </a:rPr>
              <a:t> for a spongy </a:t>
            </a:r>
            <a:r>
              <a:rPr lang="en-US" sz="3600" b="1" dirty="0" smtClean="0">
                <a:latin typeface="Script MT Bold" panose="03040602040607080904" pitchFamily="66" charset="0"/>
              </a:rPr>
              <a:t>cake…</a:t>
            </a:r>
            <a:endParaRPr lang="en-US" sz="3600" b="1" dirty="0">
              <a:latin typeface="Script MT Bold" panose="03040602040607080904" pitchFamily="66" charset="0"/>
            </a:endParaRPr>
          </a:p>
        </p:txBody>
      </p:sp>
      <p:sp>
        <p:nvSpPr>
          <p:cNvPr id="108" name="TextBox 107"/>
          <p:cNvSpPr txBox="1"/>
          <p:nvPr/>
        </p:nvSpPr>
        <p:spPr>
          <a:xfrm>
            <a:off x="5527699" y="2900138"/>
            <a:ext cx="5039793" cy="646331"/>
          </a:xfrm>
          <a:prstGeom prst="rect">
            <a:avLst/>
          </a:prstGeom>
          <a:noFill/>
        </p:spPr>
        <p:txBody>
          <a:bodyPr wrap="square" rtlCol="0">
            <a:spAutoFit/>
          </a:bodyPr>
          <a:lstStyle/>
          <a:p>
            <a:r>
              <a:rPr lang="en-US" sz="3600" b="1" dirty="0" err="1">
                <a:solidFill>
                  <a:srgbClr val="AF6561"/>
                </a:solidFill>
                <a:latin typeface="Script MT Bold" panose="03040602040607080904" pitchFamily="66" charset="0"/>
              </a:rPr>
              <a:t>Tipe</a:t>
            </a:r>
            <a:r>
              <a:rPr lang="en-US" sz="3600" b="1" dirty="0">
                <a:solidFill>
                  <a:srgbClr val="AF6561"/>
                </a:solidFill>
                <a:latin typeface="Script MT Bold" panose="03040602040607080904" pitchFamily="66" charset="0"/>
              </a:rPr>
              <a:t> for a spongy </a:t>
            </a:r>
            <a:r>
              <a:rPr lang="en-US" sz="3600" b="1" dirty="0" smtClean="0">
                <a:solidFill>
                  <a:srgbClr val="AF6561"/>
                </a:solidFill>
                <a:latin typeface="Script MT Bold" panose="03040602040607080904" pitchFamily="66" charset="0"/>
              </a:rPr>
              <a:t>cake…</a:t>
            </a:r>
            <a:endParaRPr lang="en-US" sz="3600" b="1" dirty="0">
              <a:solidFill>
                <a:srgbClr val="AF6561"/>
              </a:solidFill>
              <a:latin typeface="Script MT Bold" panose="03040602040607080904" pitchFamily="66" charset="0"/>
            </a:endParaRPr>
          </a:p>
        </p:txBody>
      </p:sp>
      <p:sp>
        <p:nvSpPr>
          <p:cNvPr id="109" name="TextBox 108"/>
          <p:cNvSpPr txBox="1"/>
          <p:nvPr/>
        </p:nvSpPr>
        <p:spPr>
          <a:xfrm>
            <a:off x="5546256" y="2920164"/>
            <a:ext cx="5062574" cy="646331"/>
          </a:xfrm>
          <a:prstGeom prst="rect">
            <a:avLst/>
          </a:prstGeom>
          <a:noFill/>
        </p:spPr>
        <p:txBody>
          <a:bodyPr wrap="square" rtlCol="0">
            <a:spAutoFit/>
          </a:bodyPr>
          <a:lstStyle/>
          <a:p>
            <a:r>
              <a:rPr lang="en-US" sz="3600" b="1" dirty="0" err="1">
                <a:solidFill>
                  <a:schemeClr val="bg1"/>
                </a:solidFill>
                <a:latin typeface="Script MT Bold" panose="03040602040607080904" pitchFamily="66" charset="0"/>
              </a:rPr>
              <a:t>Tipe</a:t>
            </a:r>
            <a:r>
              <a:rPr lang="en-US" sz="3600" b="1" dirty="0">
                <a:solidFill>
                  <a:schemeClr val="bg1"/>
                </a:solidFill>
                <a:latin typeface="Script MT Bold" panose="03040602040607080904" pitchFamily="66" charset="0"/>
              </a:rPr>
              <a:t> for a spongy </a:t>
            </a:r>
            <a:r>
              <a:rPr lang="en-US" sz="3600" b="1" dirty="0" smtClean="0">
                <a:solidFill>
                  <a:schemeClr val="bg1"/>
                </a:solidFill>
                <a:latin typeface="Script MT Bold" panose="03040602040607080904" pitchFamily="66" charset="0"/>
              </a:rPr>
              <a:t>cake…</a:t>
            </a:r>
            <a:endParaRPr lang="en-US" sz="3600" b="1" dirty="0">
              <a:solidFill>
                <a:schemeClr val="bg1"/>
              </a:solidFill>
              <a:latin typeface="Script MT Bold" panose="03040602040607080904" pitchFamily="66" charset="0"/>
            </a:endParaRPr>
          </a:p>
        </p:txBody>
      </p:sp>
      <p:sp>
        <p:nvSpPr>
          <p:cNvPr id="110" name="TextBox 109"/>
          <p:cNvSpPr txBox="1"/>
          <p:nvPr/>
        </p:nvSpPr>
        <p:spPr>
          <a:xfrm>
            <a:off x="11610667" y="4286067"/>
            <a:ext cx="1471814" cy="461665"/>
          </a:xfrm>
          <a:prstGeom prst="rect">
            <a:avLst/>
          </a:prstGeom>
          <a:noFill/>
        </p:spPr>
        <p:txBody>
          <a:bodyPr wrap="square" rtlCol="0">
            <a:spAutoFit/>
          </a:bodyPr>
          <a:lstStyle/>
          <a:p>
            <a:endParaRPr lang="en-US" sz="2400" dirty="0">
              <a:solidFill>
                <a:srgbClr val="AF6561"/>
              </a:solidFill>
              <a:latin typeface="Script MT Bold" panose="03040602040607080904" pitchFamily="66" charset="0"/>
            </a:endParaRPr>
          </a:p>
        </p:txBody>
      </p:sp>
      <p:sp>
        <p:nvSpPr>
          <p:cNvPr id="111" name="TextBox 110"/>
          <p:cNvSpPr txBox="1"/>
          <p:nvPr/>
        </p:nvSpPr>
        <p:spPr>
          <a:xfrm>
            <a:off x="10800346" y="5039503"/>
            <a:ext cx="1471814" cy="461665"/>
          </a:xfrm>
          <a:prstGeom prst="rect">
            <a:avLst/>
          </a:prstGeom>
          <a:noFill/>
        </p:spPr>
        <p:txBody>
          <a:bodyPr wrap="square" rtlCol="0">
            <a:spAutoFit/>
          </a:bodyPr>
          <a:lstStyle/>
          <a:p>
            <a:endParaRPr lang="en-US" sz="2400" dirty="0">
              <a:solidFill>
                <a:schemeClr val="bg1"/>
              </a:solidFill>
              <a:latin typeface="Script MT Bold" panose="03040602040607080904" pitchFamily="66" charset="0"/>
            </a:endParaRPr>
          </a:p>
        </p:txBody>
      </p:sp>
      <p:sp>
        <p:nvSpPr>
          <p:cNvPr id="25" name="TextBox 24"/>
          <p:cNvSpPr txBox="1"/>
          <p:nvPr/>
        </p:nvSpPr>
        <p:spPr>
          <a:xfrm>
            <a:off x="6028272" y="3508247"/>
            <a:ext cx="5050173" cy="646331"/>
          </a:xfrm>
          <a:prstGeom prst="rect">
            <a:avLst/>
          </a:prstGeom>
          <a:noFill/>
        </p:spPr>
        <p:txBody>
          <a:bodyPr wrap="square" rtlCol="0">
            <a:spAutoFit/>
          </a:bodyPr>
          <a:lstStyle/>
          <a:p>
            <a:r>
              <a:rPr lang="en-US" sz="3600" dirty="0">
                <a:latin typeface="Script MT Bold" panose="03040602040607080904" pitchFamily="66" charset="0"/>
              </a:rPr>
              <a:t>the most popular </a:t>
            </a:r>
            <a:r>
              <a:rPr lang="en-US" sz="3600" dirty="0" smtClean="0">
                <a:latin typeface="Script MT Bold" panose="03040602040607080904" pitchFamily="66" charset="0"/>
              </a:rPr>
              <a:t>cakes…!</a:t>
            </a:r>
            <a:endParaRPr lang="en-US" sz="3600" dirty="0">
              <a:latin typeface="Script MT Bold" panose="03040602040607080904" pitchFamily="66" charset="0"/>
            </a:endParaRPr>
          </a:p>
        </p:txBody>
      </p:sp>
      <p:sp>
        <p:nvSpPr>
          <p:cNvPr id="112" name="TextBox 111"/>
          <p:cNvSpPr txBox="1"/>
          <p:nvPr/>
        </p:nvSpPr>
        <p:spPr>
          <a:xfrm>
            <a:off x="6058081" y="3506994"/>
            <a:ext cx="5050173" cy="646331"/>
          </a:xfrm>
          <a:prstGeom prst="rect">
            <a:avLst/>
          </a:prstGeom>
          <a:noFill/>
        </p:spPr>
        <p:txBody>
          <a:bodyPr wrap="square" rtlCol="0">
            <a:spAutoFit/>
          </a:bodyPr>
          <a:lstStyle/>
          <a:p>
            <a:r>
              <a:rPr lang="en-US" sz="3600" dirty="0">
                <a:solidFill>
                  <a:srgbClr val="AF6561"/>
                </a:solidFill>
                <a:latin typeface="Script MT Bold" panose="03040602040607080904" pitchFamily="66" charset="0"/>
              </a:rPr>
              <a:t>the most popular </a:t>
            </a:r>
            <a:r>
              <a:rPr lang="en-US" sz="3600" dirty="0" smtClean="0">
                <a:solidFill>
                  <a:srgbClr val="AF6561"/>
                </a:solidFill>
                <a:latin typeface="Script MT Bold" panose="03040602040607080904" pitchFamily="66" charset="0"/>
              </a:rPr>
              <a:t>cakes…!</a:t>
            </a:r>
            <a:endParaRPr lang="en-US" sz="3600" dirty="0">
              <a:solidFill>
                <a:srgbClr val="AF6561"/>
              </a:solidFill>
              <a:latin typeface="Script MT Bold" panose="03040602040607080904" pitchFamily="66" charset="0"/>
            </a:endParaRPr>
          </a:p>
        </p:txBody>
      </p:sp>
      <p:sp>
        <p:nvSpPr>
          <p:cNvPr id="113" name="TextBox 112"/>
          <p:cNvSpPr txBox="1"/>
          <p:nvPr/>
        </p:nvSpPr>
        <p:spPr>
          <a:xfrm>
            <a:off x="6084087" y="3507620"/>
            <a:ext cx="5050173" cy="646331"/>
          </a:xfrm>
          <a:prstGeom prst="rect">
            <a:avLst/>
          </a:prstGeom>
          <a:noFill/>
        </p:spPr>
        <p:txBody>
          <a:bodyPr wrap="square" rtlCol="0">
            <a:spAutoFit/>
          </a:bodyPr>
          <a:lstStyle/>
          <a:p>
            <a:r>
              <a:rPr lang="en-US" sz="3600" dirty="0">
                <a:solidFill>
                  <a:schemeClr val="bg1"/>
                </a:solidFill>
                <a:latin typeface="Script MT Bold" panose="03040602040607080904" pitchFamily="66" charset="0"/>
              </a:rPr>
              <a:t>the most popular </a:t>
            </a:r>
            <a:r>
              <a:rPr lang="en-US" sz="3600" dirty="0" smtClean="0">
                <a:solidFill>
                  <a:schemeClr val="bg1"/>
                </a:solidFill>
                <a:latin typeface="Script MT Bold" panose="03040602040607080904" pitchFamily="66" charset="0"/>
              </a:rPr>
              <a:t>cakes…!</a:t>
            </a:r>
            <a:endParaRPr lang="en-US" sz="3600" dirty="0">
              <a:solidFill>
                <a:schemeClr val="bg1"/>
              </a:solidFill>
              <a:latin typeface="Script MT Bold" panose="03040602040607080904" pitchFamily="66" charset="0"/>
            </a:endParaRPr>
          </a:p>
        </p:txBody>
      </p:sp>
      <p:sp>
        <p:nvSpPr>
          <p:cNvPr id="20" name="TextBox 19"/>
          <p:cNvSpPr txBox="1"/>
          <p:nvPr/>
        </p:nvSpPr>
        <p:spPr>
          <a:xfrm>
            <a:off x="7790634" y="5538327"/>
            <a:ext cx="1535185" cy="369332"/>
          </a:xfrm>
          <a:prstGeom prst="rect">
            <a:avLst/>
          </a:prstGeom>
          <a:noFill/>
        </p:spPr>
        <p:txBody>
          <a:bodyPr wrap="square" rtlCol="0">
            <a:spAutoFit/>
          </a:bodyPr>
          <a:lstStyle/>
          <a:p>
            <a:r>
              <a:rPr lang="en-US" dirty="0" err="1" smtClean="0">
                <a:latin typeface="Script MT Bold" panose="03040602040607080904" pitchFamily="66" charset="0"/>
              </a:rPr>
              <a:t>Elahe</a:t>
            </a:r>
            <a:r>
              <a:rPr lang="en-US" dirty="0">
                <a:latin typeface="Script MT Bold" panose="03040602040607080904" pitchFamily="66" charset="0"/>
              </a:rPr>
              <a:t> </a:t>
            </a:r>
            <a:r>
              <a:rPr lang="en-US" dirty="0" err="1" smtClean="0">
                <a:latin typeface="Script MT Bold" panose="03040602040607080904" pitchFamily="66" charset="0"/>
              </a:rPr>
              <a:t>Toraj</a:t>
            </a:r>
            <a:endParaRPr lang="en-US" dirty="0">
              <a:latin typeface="Script MT Bold" panose="03040602040607080904" pitchFamily="66" charset="0"/>
            </a:endParaRPr>
          </a:p>
        </p:txBody>
      </p:sp>
      <p:pic>
        <p:nvPicPr>
          <p:cNvPr id="65" name="Lara-Fabian - Je-t’aime [320]">
            <a:hlinkClick r:id="" action="ppaction://media"/>
          </p:cNvPr>
          <p:cNvPicPr>
            <a:picLocks noChangeAspect="1"/>
          </p:cNvPicPr>
          <p:nvPr>
            <a:audioFile r:link="rId2"/>
            <p:extLst>
              <p:ext uri="{DAA4B4D4-6D71-4841-9C94-3DE7FCFB9230}">
                <p14:media xmlns:p14="http://schemas.microsoft.com/office/powerpoint/2010/main" r:embed="rId1">
                  <p14:fade out="1000"/>
                </p14:media>
              </p:ext>
            </p:extLst>
          </p:nvPr>
        </p:nvPicPr>
        <p:blipFill>
          <a:blip r:embed="rId6"/>
          <a:stretch>
            <a:fillRect/>
          </a:stretch>
        </p:blipFill>
        <p:spPr>
          <a:xfrm>
            <a:off x="715927" y="6228073"/>
            <a:ext cx="609600" cy="609600"/>
          </a:xfrm>
          <a:prstGeom prst="rect">
            <a:avLst/>
          </a:prstGeom>
        </p:spPr>
      </p:pic>
    </p:spTree>
    <p:extLst>
      <p:ext uri="{BB962C8B-B14F-4D97-AF65-F5344CB8AC3E}">
        <p14:creationId xmlns:p14="http://schemas.microsoft.com/office/powerpoint/2010/main" val="1196082206"/>
      </p:ext>
    </p:extLst>
  </p:cSld>
  <p:clrMapOvr>
    <a:masterClrMapping/>
  </p:clrMapOvr>
  <mc:AlternateContent xmlns:mc="http://schemas.openxmlformats.org/markup-compatibility/2006" xmlns:p14="http://schemas.microsoft.com/office/powerpoint/2010/main">
    <mc:Choice Requires="p14">
      <p:transition spd="slow" p14:dur="800" advTm="12000">
        <p:circle/>
      </p:transition>
    </mc:Choice>
    <mc:Fallback xmlns="">
      <p:transition spd="slow" advTm="12000">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5"/>
                                        </p:tgtEl>
                                      </p:cBhvr>
                                    </p:cmd>
                                  </p:childTnLst>
                                </p:cTn>
                              </p:par>
                              <p:par>
                                <p:cTn id="7" presetID="1" presetClass="path" presetSubtype="0" accel="50000" decel="50000" fill="hold" grpId="0" nodeType="withEffect">
                                  <p:stCondLst>
                                    <p:cond delay="0"/>
                                  </p:stCondLst>
                                  <p:childTnLst>
                                    <p:animMotion origin="layout" path="M -0.02318 0.04769 C -0.00013 0.04769 0.01862 0.10371 0.01862 0.17269 C 0.01862 0.24167 -0.00013 0.29769 -0.02318 0.29769 C -0.04623 0.29769 -0.06498 0.24167 -0.06498 0.17269 C -0.06498 0.10371 -0.04623 0.04769 -0.02318 0.04769 Z " pathEditMode="relative" rAng="0" ptsTypes="AAAAA">
                                      <p:cBhvr>
                                        <p:cTn id="8" dur="7000" fill="hold"/>
                                        <p:tgtEl>
                                          <p:spTgt spid="39"/>
                                        </p:tgtEl>
                                        <p:attrNameLst>
                                          <p:attrName>ppt_x</p:attrName>
                                          <p:attrName>ppt_y</p:attrName>
                                        </p:attrNameLst>
                                      </p:cBhvr>
                                      <p:rCtr x="0" y="12500"/>
                                    </p:animMotion>
                                  </p:childTnLst>
                                </p:cTn>
                              </p:par>
                              <p:par>
                                <p:cTn id="9" presetID="1" presetClass="path" presetSubtype="0" accel="50000" decel="50000" fill="hold" grpId="0" nodeType="withEffect">
                                  <p:stCondLst>
                                    <p:cond delay="0"/>
                                  </p:stCondLst>
                                  <p:childTnLst>
                                    <p:animMotion origin="layout" path="M 0.01263 0.15347 C 0.03867 0.15347 0.05976 0.20949 0.05976 0.27847 C 0.05976 0.34745 0.03867 0.40347 0.01263 0.40347 C -0.01342 0.40347 -0.03451 0.34745 -0.03451 0.27847 C -0.03451 0.20949 -0.01342 0.15347 0.01263 0.15347 Z " pathEditMode="relative" rAng="0" ptsTypes="AAAAA">
                                      <p:cBhvr>
                                        <p:cTn id="10" dur="7000" fill="hold"/>
                                        <p:tgtEl>
                                          <p:spTgt spid="41"/>
                                        </p:tgtEl>
                                        <p:attrNameLst>
                                          <p:attrName>ppt_x</p:attrName>
                                          <p:attrName>ppt_y</p:attrName>
                                        </p:attrNameLst>
                                      </p:cBhvr>
                                      <p:rCtr x="0" y="12500"/>
                                    </p:animMotion>
                                  </p:childTnLst>
                                </p:cTn>
                              </p:par>
                              <p:par>
                                <p:cTn id="11" presetID="1" presetClass="path" presetSubtype="0" accel="50000" decel="50000" fill="hold" grpId="0" nodeType="withEffect">
                                  <p:stCondLst>
                                    <p:cond delay="0"/>
                                  </p:stCondLst>
                                  <p:childTnLst>
                                    <p:animMotion origin="layout" path="M -0.02344 0.03889 C -0.00078 0.03889 0.01771 0.09491 0.01771 0.16389 C 0.01771 0.23287 -0.00078 0.28889 -0.02344 0.28889 C -0.0461 0.28889 -0.06446 0.23287 -0.06446 0.16389 C -0.06446 0.09491 -0.0461 0.03889 -0.02344 0.03889 Z " pathEditMode="relative" rAng="0" ptsTypes="AAAAA">
                                      <p:cBhvr>
                                        <p:cTn id="12" dur="7000" fill="hold"/>
                                        <p:tgtEl>
                                          <p:spTgt spid="38"/>
                                        </p:tgtEl>
                                        <p:attrNameLst>
                                          <p:attrName>ppt_x</p:attrName>
                                          <p:attrName>ppt_y</p:attrName>
                                        </p:attrNameLst>
                                      </p:cBhvr>
                                      <p:rCtr x="0" y="12500"/>
                                    </p:animMotion>
                                  </p:childTnLst>
                                </p:cTn>
                              </p:par>
                              <p:par>
                                <p:cTn id="13" presetID="1" presetClass="path" presetSubtype="0" accel="50000" decel="50000" fill="hold" grpId="0" nodeType="withEffect">
                                  <p:stCondLst>
                                    <p:cond delay="0"/>
                                  </p:stCondLst>
                                  <p:childTnLst>
                                    <p:animMotion origin="layout" path="M -0.03125 -0.04051 C -0.00729 -0.04051 0.01224 0.01551 0.01224 0.08449 C 0.01224 0.15347 -0.00729 0.20949 -0.03125 0.20949 C -0.05508 0.20949 -0.07474 0.15347 -0.07474 0.08449 C -0.07474 0.01551 -0.05508 -0.04051 -0.03125 -0.04051 Z " pathEditMode="relative" rAng="0" ptsTypes="AAAAA">
                                      <p:cBhvr>
                                        <p:cTn id="14" dur="7000" fill="hold"/>
                                        <p:tgtEl>
                                          <p:spTgt spid="40"/>
                                        </p:tgtEl>
                                        <p:attrNameLst>
                                          <p:attrName>ppt_x</p:attrName>
                                          <p:attrName>ppt_y</p:attrName>
                                        </p:attrNameLst>
                                      </p:cBhvr>
                                      <p:rCtr x="0" y="12500"/>
                                    </p:animMotion>
                                  </p:childTnLst>
                                </p:cTn>
                              </p:par>
                              <p:par>
                                <p:cTn id="15" presetID="1" presetClass="path" presetSubtype="0" accel="50000" decel="50000" fill="hold" grpId="0" nodeType="withEffect">
                                  <p:stCondLst>
                                    <p:cond delay="0"/>
                                  </p:stCondLst>
                                  <p:childTnLst>
                                    <p:animMotion origin="layout" path="M -0.05196 -0.04144 C -0.0224 -0.04144 0.00169 0.01458 0.00169 0.08356 C 0.00169 0.15254 -0.0224 0.20856 -0.05196 0.20856 C -0.08151 0.20856 -0.10547 0.15254 -0.10547 0.08356 C -0.10547 0.01458 -0.08151 -0.04144 -0.05196 -0.04144 Z " pathEditMode="relative" rAng="0" ptsTypes="AAAAA">
                                      <p:cBhvr>
                                        <p:cTn id="16" dur="7000" fill="hold"/>
                                        <p:tgtEl>
                                          <p:spTgt spid="53"/>
                                        </p:tgtEl>
                                        <p:attrNameLst>
                                          <p:attrName>ppt_x</p:attrName>
                                          <p:attrName>ppt_y</p:attrName>
                                        </p:attrNameLst>
                                      </p:cBhvr>
                                      <p:rCtr x="0" y="12500"/>
                                    </p:animMotion>
                                  </p:childTnLst>
                                </p:cTn>
                              </p:par>
                              <p:par>
                                <p:cTn id="17" presetID="1" presetClass="path" presetSubtype="0" accel="50000" decel="50000" fill="hold" grpId="0" nodeType="withEffect">
                                  <p:stCondLst>
                                    <p:cond delay="0"/>
                                  </p:stCondLst>
                                  <p:childTnLst>
                                    <p:animMotion origin="layout" path="M 0.03724 0.01598 C 0.06133 0.01598 0.08086 0.07199 0.08086 0.14098 C 0.08086 0.20996 0.06133 0.26598 0.03724 0.26598 C 0.01315 0.26598 -0.00625 0.20996 -0.00625 0.14098 C -0.00625 0.07199 0.01315 0.01598 0.03724 0.01598 Z " pathEditMode="relative" rAng="0" ptsTypes="AAAAA">
                                      <p:cBhvr>
                                        <p:cTn id="18" dur="7000" fill="hold"/>
                                        <p:tgtEl>
                                          <p:spTgt spid="52"/>
                                        </p:tgtEl>
                                        <p:attrNameLst>
                                          <p:attrName>ppt_x</p:attrName>
                                          <p:attrName>ppt_y</p:attrName>
                                        </p:attrNameLst>
                                      </p:cBhvr>
                                      <p:rCtr x="0" y="12500"/>
                                    </p:animMotion>
                                  </p:childTnLst>
                                </p:cTn>
                              </p:par>
                              <p:par>
                                <p:cTn id="19" presetID="1" presetClass="path" presetSubtype="0" accel="50000" decel="50000" fill="hold" grpId="0" nodeType="withEffect">
                                  <p:stCondLst>
                                    <p:cond delay="0"/>
                                  </p:stCondLst>
                                  <p:childTnLst>
                                    <p:animMotion origin="layout" path="M 0.08854 -0.03055 C 0.11029 -0.03055 0.128 0.02547 0.128 0.09445 C 0.128 0.16343 0.11029 0.21945 0.08854 0.21945 C 0.0668 0.21945 0.04922 0.16343 0.04922 0.09445 C 0.04922 0.02547 0.0668 -0.03055 0.08854 -0.03055 Z " pathEditMode="relative" rAng="0" ptsTypes="AAAAA">
                                      <p:cBhvr>
                                        <p:cTn id="20" dur="7000" fill="hold"/>
                                        <p:tgtEl>
                                          <p:spTgt spid="48"/>
                                        </p:tgtEl>
                                        <p:attrNameLst>
                                          <p:attrName>ppt_x</p:attrName>
                                          <p:attrName>ppt_y</p:attrName>
                                        </p:attrNameLst>
                                      </p:cBhvr>
                                      <p:rCtr x="0" y="12500"/>
                                    </p:animMotion>
                                  </p:childTnLst>
                                </p:cTn>
                              </p:par>
                              <p:par>
                                <p:cTn id="21" presetID="1" presetClass="path" presetSubtype="0" accel="50000" decel="50000" fill="hold" grpId="0" nodeType="withEffect">
                                  <p:stCondLst>
                                    <p:cond delay="0"/>
                                  </p:stCondLst>
                                  <p:childTnLst>
                                    <p:animMotion origin="layout" path="M 0.08321 -0.23588 C 0.10743 -0.23588 0.12709 -0.17987 0.12709 -0.11088 C 0.12709 -0.0419 0.10743 0.01412 0.08321 0.01412 C 0.05899 0.01412 0.03946 -0.0419 0.03946 -0.11088 C 0.03946 -0.17987 0.05899 -0.23588 0.08321 -0.23588 Z " pathEditMode="relative" rAng="0" ptsTypes="AAAAA">
                                      <p:cBhvr>
                                        <p:cTn id="22" dur="7000" fill="hold"/>
                                        <p:tgtEl>
                                          <p:spTgt spid="46"/>
                                        </p:tgtEl>
                                        <p:attrNameLst>
                                          <p:attrName>ppt_x</p:attrName>
                                          <p:attrName>ppt_y</p:attrName>
                                        </p:attrNameLst>
                                      </p:cBhvr>
                                      <p:rCtr x="0" y="12500"/>
                                    </p:animMotion>
                                  </p:childTnLst>
                                </p:cTn>
                              </p:par>
                              <p:par>
                                <p:cTn id="23" presetID="1" presetClass="path" presetSubtype="0" accel="50000" decel="50000" fill="hold" grpId="0" nodeType="withEffect">
                                  <p:stCondLst>
                                    <p:cond delay="0"/>
                                  </p:stCondLst>
                                  <p:childTnLst>
                                    <p:animMotion origin="layout" path="M -0.02539 0.04375 C 0.00326 0.04375 0.0267 0.09977 0.0267 0.16875 C 0.0267 0.23773 0.00326 0.29375 -0.02539 0.29375 C -0.05416 0.29375 -0.07747 0.23773 -0.07747 0.16875 C -0.07747 0.09977 -0.05416 0.04375 -0.02539 0.04375 Z " pathEditMode="relative" rAng="0" ptsTypes="AAAAA">
                                      <p:cBhvr>
                                        <p:cTn id="24" dur="7000" fill="hold"/>
                                        <p:tgtEl>
                                          <p:spTgt spid="47"/>
                                        </p:tgtEl>
                                        <p:attrNameLst>
                                          <p:attrName>ppt_x</p:attrName>
                                          <p:attrName>ppt_y</p:attrName>
                                        </p:attrNameLst>
                                      </p:cBhvr>
                                      <p:rCtr x="0" y="12500"/>
                                    </p:animMotion>
                                  </p:childTnLst>
                                </p:cTn>
                              </p:par>
                              <p:par>
                                <p:cTn id="25" presetID="1" presetClass="path" presetSubtype="0" accel="50000" decel="50000" fill="hold" grpId="0" nodeType="withEffect">
                                  <p:stCondLst>
                                    <p:cond delay="0"/>
                                  </p:stCondLst>
                                  <p:childTnLst>
                                    <p:animMotion origin="layout" path="M 0.00664 -0.06365 C 0.02981 -0.06365 0.04869 -0.00763 0.04869 0.06135 C 0.04869 0.13033 0.02981 0.18635 0.00664 0.18635 C -0.01654 0.18635 -0.03529 0.13033 -0.03529 0.06135 C -0.03529 -0.00763 -0.01654 -0.06365 0.00664 -0.06365 Z " pathEditMode="relative" rAng="0" ptsTypes="AAAAA">
                                      <p:cBhvr>
                                        <p:cTn id="26" dur="7000" fill="hold"/>
                                        <p:tgtEl>
                                          <p:spTgt spid="45"/>
                                        </p:tgtEl>
                                        <p:attrNameLst>
                                          <p:attrName>ppt_x</p:attrName>
                                          <p:attrName>ppt_y</p:attrName>
                                        </p:attrNameLst>
                                      </p:cBhvr>
                                      <p:rCtr x="0" y="12500"/>
                                    </p:animMotion>
                                  </p:childTnLst>
                                </p:cTn>
                              </p:par>
                              <p:par>
                                <p:cTn id="27" presetID="1" presetClass="path" presetSubtype="0" accel="50000" decel="50000" fill="hold" grpId="0" nodeType="withEffect">
                                  <p:stCondLst>
                                    <p:cond delay="0"/>
                                  </p:stCondLst>
                                  <p:childTnLst>
                                    <p:animMotion origin="layout" path="M 0.09948 0.06181 C 0.12552 0.06181 0.14688 0.11783 0.14688 0.18681 C 0.14688 0.25579 0.12552 0.31181 0.09948 0.31181 C 0.07331 0.31181 0.05209 0.25579 0.05209 0.18681 C 0.05209 0.11783 0.07331 0.06181 0.09948 0.06181 Z " pathEditMode="relative" rAng="0" ptsTypes="AAAAA">
                                      <p:cBhvr>
                                        <p:cTn id="28" dur="7000" fill="hold"/>
                                        <p:tgtEl>
                                          <p:spTgt spid="49"/>
                                        </p:tgtEl>
                                        <p:attrNameLst>
                                          <p:attrName>ppt_x</p:attrName>
                                          <p:attrName>ppt_y</p:attrName>
                                        </p:attrNameLst>
                                      </p:cBhvr>
                                      <p:rCtr x="0" y="12500"/>
                                    </p:animMotion>
                                  </p:childTnLst>
                                </p:cTn>
                              </p:par>
                              <p:par>
                                <p:cTn id="29" presetID="1" presetClass="path" presetSubtype="0" accel="50000" decel="50000" fill="hold" grpId="0" nodeType="withEffect">
                                  <p:stCondLst>
                                    <p:cond delay="0"/>
                                  </p:stCondLst>
                                  <p:childTnLst>
                                    <p:animMotion origin="layout" path="M 0.03841 -0.03102 C 0.0526 -0.03102 0.06419 0.025 0.06419 0.09398 C 0.06419 0.16296 0.0526 0.21898 0.03841 0.21898 C 0.02409 0.21898 0.01263 0.16296 0.01263 0.09398 C 0.01263 0.025 0.02409 -0.03102 0.03841 -0.03102 Z " pathEditMode="relative" rAng="0" ptsTypes="AAAAA">
                                      <p:cBhvr>
                                        <p:cTn id="30" dur="7000" fill="hold"/>
                                        <p:tgtEl>
                                          <p:spTgt spid="50"/>
                                        </p:tgtEl>
                                        <p:attrNameLst>
                                          <p:attrName>ppt_x</p:attrName>
                                          <p:attrName>ppt_y</p:attrName>
                                        </p:attrNameLst>
                                      </p:cBhvr>
                                      <p:rCtr x="0" y="12500"/>
                                    </p:animMotion>
                                  </p:childTnLst>
                                </p:cTn>
                              </p:par>
                              <p:par>
                                <p:cTn id="31" presetID="1" presetClass="path" presetSubtype="0" accel="50000" decel="50000" fill="hold" grpId="0" nodeType="withEffect">
                                  <p:stCondLst>
                                    <p:cond delay="0"/>
                                  </p:stCondLst>
                                  <p:childTnLst>
                                    <p:animMotion origin="layout" path="M -0.02669 0.03982 C -0.00469 0.03982 0.01328 0.09584 0.01328 0.16482 C 0.01328 0.2338 -0.00469 0.28982 -0.02669 0.28982 C -0.04883 0.28982 -0.06667 0.2338 -0.06667 0.16482 C -0.06667 0.09584 -0.04883 0.03982 -0.02669 0.03982 Z " pathEditMode="relative" rAng="0" ptsTypes="AAAAA">
                                      <p:cBhvr>
                                        <p:cTn id="32" dur="7000" fill="hold"/>
                                        <p:tgtEl>
                                          <p:spTgt spid="44"/>
                                        </p:tgtEl>
                                        <p:attrNameLst>
                                          <p:attrName>ppt_x</p:attrName>
                                          <p:attrName>ppt_y</p:attrName>
                                        </p:attrNameLst>
                                      </p:cBhvr>
                                      <p:rCtr x="0" y="12500"/>
                                    </p:animMotion>
                                  </p:childTnLst>
                                </p:cTn>
                              </p:par>
                              <p:par>
                                <p:cTn id="33" presetID="1" presetClass="path" presetSubtype="0" accel="50000" decel="50000" fill="hold" grpId="0" nodeType="withEffect">
                                  <p:stCondLst>
                                    <p:cond delay="0"/>
                                  </p:stCondLst>
                                  <p:childTnLst>
                                    <p:animMotion origin="layout" path="M -0.04127 0.0456 C -0.02122 0.0456 -0.00481 0.10162 -0.00481 0.1706 C -0.00481 0.23958 -0.02122 0.2956 -0.04127 0.2956 C -0.06146 0.2956 -0.0776 0.23958 -0.0776 0.1706 C -0.0776 0.10162 -0.06146 0.0456 -0.04127 0.0456 Z " pathEditMode="relative" rAng="0" ptsTypes="AAAAA">
                                      <p:cBhvr>
                                        <p:cTn id="34" dur="7000" fill="hold"/>
                                        <p:tgtEl>
                                          <p:spTgt spid="43"/>
                                        </p:tgtEl>
                                        <p:attrNameLst>
                                          <p:attrName>ppt_x</p:attrName>
                                          <p:attrName>ppt_y</p:attrName>
                                        </p:attrNameLst>
                                      </p:cBhvr>
                                      <p:rCtr x="0" y="12500"/>
                                    </p:animMotion>
                                  </p:childTnLst>
                                </p:cTn>
                              </p:par>
                              <p:par>
                                <p:cTn id="35" presetID="1" presetClass="path" presetSubtype="0" accel="50000" decel="50000" fill="hold" grpId="0" nodeType="withEffect">
                                  <p:stCondLst>
                                    <p:cond delay="0"/>
                                  </p:stCondLst>
                                  <p:childTnLst>
                                    <p:animMotion origin="layout" path="M -0.00821 0.07732 C 0.0108 0.07732 0.02643 0.13333 0.02643 0.20232 C 0.02643 0.2713 0.0108 0.32732 -0.00821 0.32732 C -0.02735 0.32732 -0.04284 0.2713 -0.04284 0.20232 C -0.04284 0.13333 -0.02735 0.07732 -0.00821 0.07732 Z " pathEditMode="relative" rAng="0" ptsTypes="AAAAA">
                                      <p:cBhvr>
                                        <p:cTn id="36" dur="7000" fill="hold"/>
                                        <p:tgtEl>
                                          <p:spTgt spid="42"/>
                                        </p:tgtEl>
                                        <p:attrNameLst>
                                          <p:attrName>ppt_x</p:attrName>
                                          <p:attrName>ppt_y</p:attrName>
                                        </p:attrNameLst>
                                      </p:cBhvr>
                                      <p:rCtr x="0" y="12500"/>
                                    </p:animMotion>
                                  </p:childTnLst>
                                </p:cTn>
                              </p:par>
                              <p:par>
                                <p:cTn id="37" presetID="1" presetClass="path" presetSubtype="0" accel="50000" decel="50000" fill="hold" grpId="0" nodeType="withEffect">
                                  <p:stCondLst>
                                    <p:cond delay="0"/>
                                  </p:stCondLst>
                                  <p:childTnLst>
                                    <p:animMotion origin="layout" path="M 0.08619 -0.10509 C 0.10416 -0.10509 0.11875 -0.04907 0.11875 0.01991 C 0.11875 0.08889 0.10416 0.14491 0.08619 0.14491 C 0.0681 0.14491 0.05364 0.08889 0.05364 0.01991 C 0.05364 -0.04907 0.0681 -0.10509 0.08619 -0.10509 Z " pathEditMode="relative" rAng="0" ptsTypes="AAAAA">
                                      <p:cBhvr>
                                        <p:cTn id="38" dur="7000" fill="hold"/>
                                        <p:tgtEl>
                                          <p:spTgt spid="51"/>
                                        </p:tgtEl>
                                        <p:attrNameLst>
                                          <p:attrName>ppt_x</p:attrName>
                                          <p:attrName>ppt_y</p:attrName>
                                        </p:attrNameLst>
                                      </p:cBhvr>
                                      <p:rCtr x="0" y="12500"/>
                                    </p:animMotion>
                                  </p:childTnLst>
                                </p:cTn>
                              </p:par>
                              <p:par>
                                <p:cTn id="39" presetID="42" presetClass="path" presetSubtype="0" accel="50000" decel="50000" fill="hold" grpId="0" nodeType="withEffect">
                                  <p:stCondLst>
                                    <p:cond delay="0"/>
                                  </p:stCondLst>
                                  <p:childTnLst>
                                    <p:animMotion origin="layout" path="M -0.00066 0.00278 L -0.02891 0.07778 " pathEditMode="relative" rAng="0" ptsTypes="AA">
                                      <p:cBhvr>
                                        <p:cTn id="40" dur="7000" fill="hold"/>
                                        <p:tgtEl>
                                          <p:spTgt spid="60"/>
                                        </p:tgtEl>
                                        <p:attrNameLst>
                                          <p:attrName>ppt_x</p:attrName>
                                          <p:attrName>ppt_y</p:attrName>
                                        </p:attrNameLst>
                                      </p:cBhvr>
                                      <p:rCtr x="-1419" y="3750"/>
                                    </p:animMotion>
                                  </p:childTnLst>
                                </p:cTn>
                              </p:par>
                              <p:par>
                                <p:cTn id="41" presetID="42" presetClass="path" presetSubtype="0" accel="50000" decel="50000" fill="hold" grpId="0" nodeType="withEffect">
                                  <p:stCondLst>
                                    <p:cond delay="0"/>
                                  </p:stCondLst>
                                  <p:childTnLst>
                                    <p:animMotion origin="layout" path="M -2.5E-6 -4.81481E-6 L 0.0349 -0.10787 " pathEditMode="relative" rAng="0" ptsTypes="AA">
                                      <p:cBhvr>
                                        <p:cTn id="42" dur="7000" fill="hold"/>
                                        <p:tgtEl>
                                          <p:spTgt spid="54"/>
                                        </p:tgtEl>
                                        <p:attrNameLst>
                                          <p:attrName>ppt_x</p:attrName>
                                          <p:attrName>ppt_y</p:attrName>
                                        </p:attrNameLst>
                                      </p:cBhvr>
                                      <p:rCtr x="1745" y="-5394"/>
                                    </p:animMotion>
                                  </p:childTnLst>
                                </p:cTn>
                              </p:par>
                              <p:par>
                                <p:cTn id="43" presetID="50" presetClass="path" presetSubtype="0" accel="50000" decel="50000" fill="hold" grpId="0" nodeType="withEffect">
                                  <p:stCondLst>
                                    <p:cond delay="0"/>
                                  </p:stCondLst>
                                  <p:childTnLst>
                                    <p:animMotion origin="layout" path="M -8.33333E-7 4.81481E-6 L 0.01784 4.81481E-6 C 0.02591 4.81481E-6 0.03581 0.01944 0.03581 0.03518 L 0.03581 0.0706 " pathEditMode="relative" rAng="0" ptsTypes="AAAA">
                                      <p:cBhvr>
                                        <p:cTn id="44" dur="7000" fill="hold"/>
                                        <p:tgtEl>
                                          <p:spTgt spid="58"/>
                                        </p:tgtEl>
                                        <p:attrNameLst>
                                          <p:attrName>ppt_x</p:attrName>
                                          <p:attrName>ppt_y</p:attrName>
                                        </p:attrNameLst>
                                      </p:cBhvr>
                                      <p:rCtr x="1784" y="3519"/>
                                    </p:animMotion>
                                  </p:childTnLst>
                                </p:cTn>
                              </p:par>
                              <p:par>
                                <p:cTn id="45" presetID="42" presetClass="path" presetSubtype="0" accel="50000" decel="50000" fill="hold" grpId="0" nodeType="withEffect">
                                  <p:stCondLst>
                                    <p:cond delay="0"/>
                                  </p:stCondLst>
                                  <p:childTnLst>
                                    <p:animMotion origin="layout" path="M -1.875E-6 -1.48148E-6 L -0.00599 -0.11805 " pathEditMode="relative" rAng="0" ptsTypes="AA">
                                      <p:cBhvr>
                                        <p:cTn id="46" dur="7000" fill="hold"/>
                                        <p:tgtEl>
                                          <p:spTgt spid="57"/>
                                        </p:tgtEl>
                                        <p:attrNameLst>
                                          <p:attrName>ppt_x</p:attrName>
                                          <p:attrName>ppt_y</p:attrName>
                                        </p:attrNameLst>
                                      </p:cBhvr>
                                      <p:rCtr x="-299" y="-5903"/>
                                    </p:animMotion>
                                  </p:childTnLst>
                                </p:cTn>
                              </p:par>
                              <p:par>
                                <p:cTn id="47" presetID="42" presetClass="path" presetSubtype="0" accel="50000" decel="50000" fill="hold" grpId="0" nodeType="withEffect">
                                  <p:stCondLst>
                                    <p:cond delay="0"/>
                                  </p:stCondLst>
                                  <p:childTnLst>
                                    <p:animMotion origin="layout" path="M 5E-6 3.7037E-7 L 0.0573 0.06273 " pathEditMode="relative" rAng="0" ptsTypes="AA">
                                      <p:cBhvr>
                                        <p:cTn id="48" dur="7000" fill="hold"/>
                                        <p:tgtEl>
                                          <p:spTgt spid="55"/>
                                        </p:tgtEl>
                                        <p:attrNameLst>
                                          <p:attrName>ppt_x</p:attrName>
                                          <p:attrName>ppt_y</p:attrName>
                                        </p:attrNameLst>
                                      </p:cBhvr>
                                      <p:rCtr x="2865" y="3125"/>
                                    </p:animMotion>
                                  </p:childTnLst>
                                </p:cTn>
                              </p:par>
                              <p:par>
                                <p:cTn id="49" presetID="42" presetClass="path" presetSubtype="0" accel="50000" decel="50000" fill="hold" grpId="0" nodeType="withEffect">
                                  <p:stCondLst>
                                    <p:cond delay="0"/>
                                  </p:stCondLst>
                                  <p:childTnLst>
                                    <p:animMotion origin="layout" path="M 2.91667E-6 3.33333E-6 L -0.06133 -0.07986 " pathEditMode="relative" rAng="0" ptsTypes="AA">
                                      <p:cBhvr>
                                        <p:cTn id="50" dur="7000" fill="hold"/>
                                        <p:tgtEl>
                                          <p:spTgt spid="61"/>
                                        </p:tgtEl>
                                        <p:attrNameLst>
                                          <p:attrName>ppt_x</p:attrName>
                                          <p:attrName>ppt_y</p:attrName>
                                        </p:attrNameLst>
                                      </p:cBhvr>
                                      <p:rCtr x="-3073" y="-4005"/>
                                    </p:animMotion>
                                  </p:childTnLst>
                                </p:cTn>
                              </p:par>
                              <p:par>
                                <p:cTn id="51" presetID="42" presetClass="path" presetSubtype="0" accel="50000" decel="50000" fill="hold" grpId="0" nodeType="withEffect">
                                  <p:stCondLst>
                                    <p:cond delay="0"/>
                                  </p:stCondLst>
                                  <p:childTnLst>
                                    <p:animMotion origin="layout" path="M -3.95833E-6 2.22222E-6 L -0.07161 -0.11088 " pathEditMode="relative" rAng="0" ptsTypes="AA">
                                      <p:cBhvr>
                                        <p:cTn id="52" dur="7000" fill="hold"/>
                                        <p:tgtEl>
                                          <p:spTgt spid="59"/>
                                        </p:tgtEl>
                                        <p:attrNameLst>
                                          <p:attrName>ppt_x</p:attrName>
                                          <p:attrName>ppt_y</p:attrName>
                                        </p:attrNameLst>
                                      </p:cBhvr>
                                      <p:rCtr x="-3581" y="-5556"/>
                                    </p:animMotion>
                                  </p:childTnLst>
                                </p:cTn>
                              </p:par>
                              <p:par>
                                <p:cTn id="53" presetID="42" presetClass="path" presetSubtype="0" accel="50000" decel="50000" fill="hold" grpId="0" nodeType="withEffect">
                                  <p:stCondLst>
                                    <p:cond delay="0"/>
                                  </p:stCondLst>
                                  <p:childTnLst>
                                    <p:animMotion origin="layout" path="M 0.02552 -0.01111 L -0.05703 -0.11922 " pathEditMode="relative" rAng="0" ptsTypes="AA">
                                      <p:cBhvr>
                                        <p:cTn id="54" dur="7000" fill="hold"/>
                                        <p:tgtEl>
                                          <p:spTgt spid="56"/>
                                        </p:tgtEl>
                                        <p:attrNameLst>
                                          <p:attrName>ppt_x</p:attrName>
                                          <p:attrName>ppt_y</p:attrName>
                                        </p:attrNameLst>
                                      </p:cBhvr>
                                      <p:rCtr x="-4128" y="-5417"/>
                                    </p:animMotion>
                                  </p:childTnLst>
                                </p:cTn>
                              </p:par>
                              <p:par>
                                <p:cTn id="55" presetID="42" presetClass="path" presetSubtype="0" accel="50000" decel="50000" fill="hold" nodeType="withEffect">
                                  <p:stCondLst>
                                    <p:cond delay="3750"/>
                                  </p:stCondLst>
                                  <p:childTnLst>
                                    <p:animMotion origin="layout" path="M 4.58333E-6 4.07407E-6 L 0.01197 0.74907 " pathEditMode="relative" rAng="0" ptsTypes="AA">
                                      <p:cBhvr>
                                        <p:cTn id="56" dur="4000" fill="hold"/>
                                        <p:tgtEl>
                                          <p:spTgt spid="72"/>
                                        </p:tgtEl>
                                        <p:attrNameLst>
                                          <p:attrName>ppt_x</p:attrName>
                                          <p:attrName>ppt_y</p:attrName>
                                        </p:attrNameLst>
                                      </p:cBhvr>
                                      <p:rCtr x="599" y="37454"/>
                                    </p:animMotion>
                                  </p:childTnLst>
                                </p:cTn>
                              </p:par>
                              <p:par>
                                <p:cTn id="57" presetID="22" presetClass="entr" presetSubtype="4" fill="hold" grpId="0" nodeType="withEffect">
                                  <p:stCondLst>
                                    <p:cond delay="2000"/>
                                  </p:stCondLst>
                                  <p:childTnLst>
                                    <p:set>
                                      <p:cBhvr>
                                        <p:cTn id="58" dur="1" fill="hold">
                                          <p:stCondLst>
                                            <p:cond delay="0"/>
                                          </p:stCondLst>
                                        </p:cTn>
                                        <p:tgtEl>
                                          <p:spTgt spid="12"/>
                                        </p:tgtEl>
                                        <p:attrNameLst>
                                          <p:attrName>style.visibility</p:attrName>
                                        </p:attrNameLst>
                                      </p:cBhvr>
                                      <p:to>
                                        <p:strVal val="visible"/>
                                      </p:to>
                                    </p:set>
                                    <p:animEffect transition="in" filter="wipe(down)">
                                      <p:cBhvr>
                                        <p:cTn id="59" dur="2000"/>
                                        <p:tgtEl>
                                          <p:spTgt spid="12"/>
                                        </p:tgtEl>
                                      </p:cBhvr>
                                    </p:animEffect>
                                  </p:childTnLst>
                                </p:cTn>
                              </p:par>
                              <p:par>
                                <p:cTn id="60" presetID="42" presetClass="path" presetSubtype="0" accel="50000" decel="50000" fill="hold" nodeType="withEffect">
                                  <p:stCondLst>
                                    <p:cond delay="3750"/>
                                  </p:stCondLst>
                                  <p:childTnLst>
                                    <p:animMotion origin="layout" path="M 0.0039 0.02361 L 0.00859 0.79121 " pathEditMode="relative" rAng="0" ptsTypes="AA">
                                      <p:cBhvr>
                                        <p:cTn id="61" dur="4000" fill="hold"/>
                                        <p:tgtEl>
                                          <p:spTgt spid="73"/>
                                        </p:tgtEl>
                                        <p:attrNameLst>
                                          <p:attrName>ppt_x</p:attrName>
                                          <p:attrName>ppt_y</p:attrName>
                                        </p:attrNameLst>
                                      </p:cBhvr>
                                      <p:rCtr x="234" y="38380"/>
                                    </p:animMotion>
                                  </p:childTnLst>
                                </p:cTn>
                              </p:par>
                              <p:par>
                                <p:cTn id="62" presetID="42" presetClass="path" presetSubtype="0" accel="50000" decel="50000" fill="hold" nodeType="withEffect">
                                  <p:stCondLst>
                                    <p:cond delay="3700"/>
                                  </p:stCondLst>
                                  <p:childTnLst>
                                    <p:animMotion origin="layout" path="M 0.00247 0.01945 L 0.00625 0.91459 " pathEditMode="relative" rAng="0" ptsTypes="AA">
                                      <p:cBhvr>
                                        <p:cTn id="63" dur="4000" fill="hold"/>
                                        <p:tgtEl>
                                          <p:spTgt spid="84"/>
                                        </p:tgtEl>
                                        <p:attrNameLst>
                                          <p:attrName>ppt_x</p:attrName>
                                          <p:attrName>ppt_y</p:attrName>
                                        </p:attrNameLst>
                                      </p:cBhvr>
                                      <p:rCtr x="182" y="44745"/>
                                    </p:animMotion>
                                  </p:childTnLst>
                                </p:cTn>
                              </p:par>
                              <p:par>
                                <p:cTn id="64" presetID="42" presetClass="path" presetSubtype="0" accel="50000" decel="50000" fill="hold" nodeType="withEffect">
                                  <p:stCondLst>
                                    <p:cond delay="3750"/>
                                  </p:stCondLst>
                                  <p:childTnLst>
                                    <p:animMotion origin="layout" path="M 4.79167E-6 4.81481E-6 L -0.00468 0.97269 " pathEditMode="relative" rAng="0" ptsTypes="AA">
                                      <p:cBhvr>
                                        <p:cTn id="65" dur="4000" fill="hold"/>
                                        <p:tgtEl>
                                          <p:spTgt spid="94"/>
                                        </p:tgtEl>
                                        <p:attrNameLst>
                                          <p:attrName>ppt_x</p:attrName>
                                          <p:attrName>ppt_y</p:attrName>
                                        </p:attrNameLst>
                                      </p:cBhvr>
                                      <p:rCtr x="664" y="47986"/>
                                    </p:animMotion>
                                  </p:childTnLst>
                                </p:cTn>
                              </p:par>
                              <p:par>
                                <p:cTn id="66" presetID="22" presetClass="entr" presetSubtype="4" fill="hold" grpId="0" nodeType="withEffect">
                                  <p:stCondLst>
                                    <p:cond delay="2000"/>
                                  </p:stCondLst>
                                  <p:childTnLst>
                                    <p:set>
                                      <p:cBhvr>
                                        <p:cTn id="67" dur="1" fill="hold">
                                          <p:stCondLst>
                                            <p:cond delay="0"/>
                                          </p:stCondLst>
                                        </p:cTn>
                                        <p:tgtEl>
                                          <p:spTgt spid="63"/>
                                        </p:tgtEl>
                                        <p:attrNameLst>
                                          <p:attrName>style.visibility</p:attrName>
                                        </p:attrNameLst>
                                      </p:cBhvr>
                                      <p:to>
                                        <p:strVal val="visible"/>
                                      </p:to>
                                    </p:set>
                                    <p:animEffect transition="in" filter="wipe(down)">
                                      <p:cBhvr>
                                        <p:cTn id="68" dur="2000"/>
                                        <p:tgtEl>
                                          <p:spTgt spid="63"/>
                                        </p:tgtEl>
                                      </p:cBhvr>
                                    </p:animEffect>
                                  </p:childTnLst>
                                </p:cTn>
                              </p:par>
                              <p:par>
                                <p:cTn id="69" presetID="22" presetClass="entr" presetSubtype="4" fill="hold" grpId="0" nodeType="withEffect">
                                  <p:stCondLst>
                                    <p:cond delay="2000"/>
                                  </p:stCondLst>
                                  <p:childTnLst>
                                    <p:set>
                                      <p:cBhvr>
                                        <p:cTn id="70" dur="1" fill="hold">
                                          <p:stCondLst>
                                            <p:cond delay="0"/>
                                          </p:stCondLst>
                                        </p:cTn>
                                        <p:tgtEl>
                                          <p:spTgt spid="62"/>
                                        </p:tgtEl>
                                        <p:attrNameLst>
                                          <p:attrName>style.visibility</p:attrName>
                                        </p:attrNameLst>
                                      </p:cBhvr>
                                      <p:to>
                                        <p:strVal val="visible"/>
                                      </p:to>
                                    </p:set>
                                    <p:animEffect transition="in" filter="wipe(down)">
                                      <p:cBhvr>
                                        <p:cTn id="71" dur="2000"/>
                                        <p:tgtEl>
                                          <p:spTgt spid="62"/>
                                        </p:tgtEl>
                                      </p:cBhvr>
                                    </p:animEffect>
                                  </p:childTnLst>
                                </p:cTn>
                              </p:par>
                              <p:par>
                                <p:cTn id="72" presetID="22" presetClass="entr" presetSubtype="4" fill="hold" grpId="0" nodeType="withEffect">
                                  <p:stCondLst>
                                    <p:cond delay="2000"/>
                                  </p:stCondLst>
                                  <p:childTnLst>
                                    <p:set>
                                      <p:cBhvr>
                                        <p:cTn id="73" dur="1" fill="hold">
                                          <p:stCondLst>
                                            <p:cond delay="0"/>
                                          </p:stCondLst>
                                        </p:cTn>
                                        <p:tgtEl>
                                          <p:spTgt spid="64"/>
                                        </p:tgtEl>
                                        <p:attrNameLst>
                                          <p:attrName>style.visibility</p:attrName>
                                        </p:attrNameLst>
                                      </p:cBhvr>
                                      <p:to>
                                        <p:strVal val="visible"/>
                                      </p:to>
                                    </p:set>
                                    <p:animEffect transition="in" filter="wipe(down)">
                                      <p:cBhvr>
                                        <p:cTn id="74" dur="2000"/>
                                        <p:tgtEl>
                                          <p:spTgt spid="64"/>
                                        </p:tgtEl>
                                      </p:cBhvr>
                                    </p:animEffect>
                                  </p:childTnLst>
                                </p:cTn>
                              </p:par>
                              <p:par>
                                <p:cTn id="75" presetID="22" presetClass="entr" presetSubtype="4" fill="hold" nodeType="withEffect">
                                  <p:stCondLst>
                                    <p:cond delay="2000"/>
                                  </p:stCondLst>
                                  <p:childTnLst>
                                    <p:set>
                                      <p:cBhvr>
                                        <p:cTn id="76" dur="1" fill="hold">
                                          <p:stCondLst>
                                            <p:cond delay="0"/>
                                          </p:stCondLst>
                                        </p:cTn>
                                        <p:tgtEl>
                                          <p:spTgt spid="104"/>
                                        </p:tgtEl>
                                        <p:attrNameLst>
                                          <p:attrName>style.visibility</p:attrName>
                                        </p:attrNameLst>
                                      </p:cBhvr>
                                      <p:to>
                                        <p:strVal val="visible"/>
                                      </p:to>
                                    </p:set>
                                    <p:animEffect transition="in" filter="wipe(down)">
                                      <p:cBhvr>
                                        <p:cTn id="77" dur="2000"/>
                                        <p:tgtEl>
                                          <p:spTgt spid="104"/>
                                        </p:tgtEl>
                                      </p:cBhvr>
                                    </p:animEffect>
                                  </p:childTnLst>
                                </p:cTn>
                              </p:par>
                              <p:par>
                                <p:cTn id="78" presetID="13" presetClass="entr" presetSubtype="16" fill="hold" grpId="16" nodeType="withEffect">
                                  <p:stCondLst>
                                    <p:cond delay="500"/>
                                  </p:stCondLst>
                                  <p:childTnLst>
                                    <p:set>
                                      <p:cBhvr>
                                        <p:cTn id="79" dur="1" fill="hold">
                                          <p:stCondLst>
                                            <p:cond delay="0"/>
                                          </p:stCondLst>
                                        </p:cTn>
                                        <p:tgtEl>
                                          <p:spTgt spid="107">
                                            <p:txEl>
                                              <p:pRg st="0" end="0"/>
                                            </p:txEl>
                                          </p:spTgt>
                                        </p:tgtEl>
                                        <p:attrNameLst>
                                          <p:attrName>style.visibility</p:attrName>
                                        </p:attrNameLst>
                                      </p:cBhvr>
                                      <p:to>
                                        <p:strVal val="visible"/>
                                      </p:to>
                                    </p:set>
                                    <p:animEffect transition="in" filter="plus(in)">
                                      <p:cBhvr>
                                        <p:cTn id="80" dur="1500"/>
                                        <p:tgtEl>
                                          <p:spTgt spid="107">
                                            <p:txEl>
                                              <p:pRg st="0" end="0"/>
                                            </p:txEl>
                                          </p:spTgt>
                                        </p:tgtEl>
                                      </p:cBhvr>
                                    </p:animEffect>
                                  </p:childTnLst>
                                </p:cTn>
                              </p:par>
                              <p:par>
                                <p:cTn id="81" presetID="21" presetClass="emph" presetSubtype="0" fill="hold" nodeType="withEffect">
                                  <p:stCondLst>
                                    <p:cond delay="2000"/>
                                  </p:stCondLst>
                                  <p:childTnLst>
                                    <p:animClr clrSpc="hsl" dir="cw">
                                      <p:cBhvr override="childStyle">
                                        <p:cTn id="82" dur="500" fill="hold"/>
                                        <p:tgtEl>
                                          <p:spTgt spid="107">
                                            <p:txEl>
                                              <p:pRg st="0" end="0"/>
                                            </p:txEl>
                                          </p:spTgt>
                                        </p:tgtEl>
                                        <p:attrNameLst>
                                          <p:attrName>style.color</p:attrName>
                                        </p:attrNameLst>
                                      </p:cBhvr>
                                      <p:by>
                                        <p:hsl h="7200000" s="0" l="0"/>
                                      </p:by>
                                    </p:animClr>
                                    <p:animClr clrSpc="hsl" dir="cw">
                                      <p:cBhvr>
                                        <p:cTn id="83" dur="500" fill="hold"/>
                                        <p:tgtEl>
                                          <p:spTgt spid="107">
                                            <p:txEl>
                                              <p:pRg st="0" end="0"/>
                                            </p:txEl>
                                          </p:spTgt>
                                        </p:tgtEl>
                                        <p:attrNameLst>
                                          <p:attrName>fillcolor</p:attrName>
                                        </p:attrNameLst>
                                      </p:cBhvr>
                                      <p:by>
                                        <p:hsl h="7200000" s="0" l="0"/>
                                      </p:by>
                                    </p:animClr>
                                    <p:animClr clrSpc="hsl" dir="cw">
                                      <p:cBhvr>
                                        <p:cTn id="84" dur="500" fill="hold"/>
                                        <p:tgtEl>
                                          <p:spTgt spid="107">
                                            <p:txEl>
                                              <p:pRg st="0" end="0"/>
                                            </p:txEl>
                                          </p:spTgt>
                                        </p:tgtEl>
                                        <p:attrNameLst>
                                          <p:attrName>stroke.color</p:attrName>
                                        </p:attrNameLst>
                                      </p:cBhvr>
                                      <p:by>
                                        <p:hsl h="7200000" s="0" l="0"/>
                                      </p:by>
                                    </p:animClr>
                                    <p:set>
                                      <p:cBhvr>
                                        <p:cTn id="85" dur="500" fill="hold"/>
                                        <p:tgtEl>
                                          <p:spTgt spid="107">
                                            <p:txEl>
                                              <p:pRg st="0" end="0"/>
                                            </p:txEl>
                                          </p:spTgt>
                                        </p:tgtEl>
                                        <p:attrNameLst>
                                          <p:attrName>fill.type</p:attrName>
                                        </p:attrNameLst>
                                      </p:cBhvr>
                                      <p:to>
                                        <p:strVal val="solid"/>
                                      </p:to>
                                    </p:set>
                                  </p:childTnLst>
                                </p:cTn>
                              </p:par>
                              <p:par>
                                <p:cTn id="86" presetID="23" presetClass="emph" presetSubtype="0" fill="hold" grpId="0" nodeType="withEffect">
                                  <p:stCondLst>
                                    <p:cond delay="2500"/>
                                  </p:stCondLst>
                                  <p:childTnLst>
                                    <p:animClr clrSpc="hsl" dir="cw">
                                      <p:cBhvr override="childStyle">
                                        <p:cTn id="87" dur="1250" fill="hold"/>
                                        <p:tgtEl>
                                          <p:spTgt spid="107">
                                            <p:txEl>
                                              <p:pRg st="0" end="0"/>
                                            </p:txEl>
                                          </p:spTgt>
                                        </p:tgtEl>
                                        <p:attrNameLst>
                                          <p:attrName>style.color</p:attrName>
                                        </p:attrNameLst>
                                      </p:cBhvr>
                                      <p:by>
                                        <p:hsl h="10842353" s="0" l="0"/>
                                      </p:by>
                                    </p:animClr>
                                    <p:animClr clrSpc="hsl" dir="cw">
                                      <p:cBhvr>
                                        <p:cTn id="88" dur="1250" fill="hold"/>
                                        <p:tgtEl>
                                          <p:spTgt spid="107">
                                            <p:txEl>
                                              <p:pRg st="0" end="0"/>
                                            </p:txEl>
                                          </p:spTgt>
                                        </p:tgtEl>
                                        <p:attrNameLst>
                                          <p:attrName>fillcolor</p:attrName>
                                        </p:attrNameLst>
                                      </p:cBhvr>
                                      <p:by>
                                        <p:hsl h="10842353" s="0" l="0"/>
                                      </p:by>
                                    </p:animClr>
                                    <p:animClr clrSpc="hsl" dir="cw">
                                      <p:cBhvr>
                                        <p:cTn id="89" dur="1250" fill="hold"/>
                                        <p:tgtEl>
                                          <p:spTgt spid="107">
                                            <p:txEl>
                                              <p:pRg st="0" end="0"/>
                                            </p:txEl>
                                          </p:spTgt>
                                        </p:tgtEl>
                                        <p:attrNameLst>
                                          <p:attrName>stroke.color</p:attrName>
                                        </p:attrNameLst>
                                      </p:cBhvr>
                                      <p:by>
                                        <p:hsl h="10842353" s="0" l="0"/>
                                      </p:by>
                                    </p:animClr>
                                    <p:set>
                                      <p:cBhvr>
                                        <p:cTn id="90" dur="1250" fill="hold"/>
                                        <p:tgtEl>
                                          <p:spTgt spid="107">
                                            <p:txEl>
                                              <p:pRg st="0" end="0"/>
                                            </p:txEl>
                                          </p:spTgt>
                                        </p:tgtEl>
                                        <p:attrNameLst>
                                          <p:attrName>fill.type</p:attrName>
                                        </p:attrNameLst>
                                      </p:cBhvr>
                                      <p:to>
                                        <p:strVal val="solid"/>
                                      </p:to>
                                    </p:set>
                                  </p:childTnLst>
                                </p:cTn>
                              </p:par>
                              <p:par>
                                <p:cTn id="91" presetID="21" presetClass="emph" presetSubtype="0" fill="hold" grpId="1" nodeType="withEffect">
                                  <p:stCondLst>
                                    <p:cond delay="3700"/>
                                  </p:stCondLst>
                                  <p:childTnLst>
                                    <p:animClr clrSpc="hsl" dir="cw">
                                      <p:cBhvr override="childStyle">
                                        <p:cTn id="92" dur="1250" fill="hold"/>
                                        <p:tgtEl>
                                          <p:spTgt spid="107">
                                            <p:txEl>
                                              <p:pRg st="0" end="0"/>
                                            </p:txEl>
                                          </p:spTgt>
                                        </p:tgtEl>
                                        <p:attrNameLst>
                                          <p:attrName>style.color</p:attrName>
                                        </p:attrNameLst>
                                      </p:cBhvr>
                                      <p:by>
                                        <p:hsl h="7200000" s="0" l="0"/>
                                      </p:by>
                                    </p:animClr>
                                    <p:animClr clrSpc="hsl" dir="cw">
                                      <p:cBhvr>
                                        <p:cTn id="93" dur="1250" fill="hold"/>
                                        <p:tgtEl>
                                          <p:spTgt spid="107">
                                            <p:txEl>
                                              <p:pRg st="0" end="0"/>
                                            </p:txEl>
                                          </p:spTgt>
                                        </p:tgtEl>
                                        <p:attrNameLst>
                                          <p:attrName>fillcolor</p:attrName>
                                        </p:attrNameLst>
                                      </p:cBhvr>
                                      <p:by>
                                        <p:hsl h="7200000" s="0" l="0"/>
                                      </p:by>
                                    </p:animClr>
                                    <p:animClr clrSpc="hsl" dir="cw">
                                      <p:cBhvr>
                                        <p:cTn id="94" dur="1250" fill="hold"/>
                                        <p:tgtEl>
                                          <p:spTgt spid="107">
                                            <p:txEl>
                                              <p:pRg st="0" end="0"/>
                                            </p:txEl>
                                          </p:spTgt>
                                        </p:tgtEl>
                                        <p:attrNameLst>
                                          <p:attrName>stroke.color</p:attrName>
                                        </p:attrNameLst>
                                      </p:cBhvr>
                                      <p:by>
                                        <p:hsl h="7200000" s="0" l="0"/>
                                      </p:by>
                                    </p:animClr>
                                    <p:set>
                                      <p:cBhvr>
                                        <p:cTn id="95" dur="1250" fill="hold"/>
                                        <p:tgtEl>
                                          <p:spTgt spid="107">
                                            <p:txEl>
                                              <p:pRg st="0" end="0"/>
                                            </p:txEl>
                                          </p:spTgt>
                                        </p:tgtEl>
                                        <p:attrNameLst>
                                          <p:attrName>fill.type</p:attrName>
                                        </p:attrNameLst>
                                      </p:cBhvr>
                                      <p:to>
                                        <p:strVal val="solid"/>
                                      </p:to>
                                    </p:set>
                                  </p:childTnLst>
                                </p:cTn>
                              </p:par>
                              <p:par>
                                <p:cTn id="96" presetID="21" presetClass="emph" presetSubtype="0" fill="hold" grpId="2" nodeType="withEffect">
                                  <p:stCondLst>
                                    <p:cond delay="5000"/>
                                  </p:stCondLst>
                                  <p:childTnLst>
                                    <p:animClr clrSpc="hsl" dir="cw">
                                      <p:cBhvr override="childStyle">
                                        <p:cTn id="97" dur="1250" fill="hold"/>
                                        <p:tgtEl>
                                          <p:spTgt spid="107">
                                            <p:txEl>
                                              <p:pRg st="0" end="0"/>
                                            </p:txEl>
                                          </p:spTgt>
                                        </p:tgtEl>
                                        <p:attrNameLst>
                                          <p:attrName>style.color</p:attrName>
                                        </p:attrNameLst>
                                      </p:cBhvr>
                                      <p:by>
                                        <p:hsl h="7200000" s="0" l="0"/>
                                      </p:by>
                                    </p:animClr>
                                    <p:animClr clrSpc="hsl" dir="cw">
                                      <p:cBhvr>
                                        <p:cTn id="98" dur="1250" fill="hold"/>
                                        <p:tgtEl>
                                          <p:spTgt spid="107">
                                            <p:txEl>
                                              <p:pRg st="0" end="0"/>
                                            </p:txEl>
                                          </p:spTgt>
                                        </p:tgtEl>
                                        <p:attrNameLst>
                                          <p:attrName>fillcolor</p:attrName>
                                        </p:attrNameLst>
                                      </p:cBhvr>
                                      <p:by>
                                        <p:hsl h="7200000" s="0" l="0"/>
                                      </p:by>
                                    </p:animClr>
                                    <p:animClr clrSpc="hsl" dir="cw">
                                      <p:cBhvr>
                                        <p:cTn id="99" dur="1250" fill="hold"/>
                                        <p:tgtEl>
                                          <p:spTgt spid="107">
                                            <p:txEl>
                                              <p:pRg st="0" end="0"/>
                                            </p:txEl>
                                          </p:spTgt>
                                        </p:tgtEl>
                                        <p:attrNameLst>
                                          <p:attrName>stroke.color</p:attrName>
                                        </p:attrNameLst>
                                      </p:cBhvr>
                                      <p:by>
                                        <p:hsl h="7200000" s="0" l="0"/>
                                      </p:by>
                                    </p:animClr>
                                    <p:set>
                                      <p:cBhvr>
                                        <p:cTn id="100" dur="1250" fill="hold"/>
                                        <p:tgtEl>
                                          <p:spTgt spid="107">
                                            <p:txEl>
                                              <p:pRg st="0" end="0"/>
                                            </p:txEl>
                                          </p:spTgt>
                                        </p:tgtEl>
                                        <p:attrNameLst>
                                          <p:attrName>fill.type</p:attrName>
                                        </p:attrNameLst>
                                      </p:cBhvr>
                                      <p:to>
                                        <p:strVal val="solid"/>
                                      </p:to>
                                    </p:set>
                                  </p:childTnLst>
                                </p:cTn>
                              </p:par>
                              <p:par>
                                <p:cTn id="101" presetID="21" presetClass="emph" presetSubtype="0" fill="hold" grpId="3" nodeType="withEffect">
                                  <p:stCondLst>
                                    <p:cond delay="6200"/>
                                  </p:stCondLst>
                                  <p:childTnLst>
                                    <p:animClr clrSpc="hsl" dir="cw">
                                      <p:cBhvr override="childStyle">
                                        <p:cTn id="102" dur="1000" fill="hold"/>
                                        <p:tgtEl>
                                          <p:spTgt spid="107">
                                            <p:txEl>
                                              <p:pRg st="0" end="0"/>
                                            </p:txEl>
                                          </p:spTgt>
                                        </p:tgtEl>
                                        <p:attrNameLst>
                                          <p:attrName>style.color</p:attrName>
                                        </p:attrNameLst>
                                      </p:cBhvr>
                                      <p:by>
                                        <p:hsl h="7200000" s="0" l="0"/>
                                      </p:by>
                                    </p:animClr>
                                    <p:animClr clrSpc="hsl" dir="cw">
                                      <p:cBhvr>
                                        <p:cTn id="103" dur="1000" fill="hold"/>
                                        <p:tgtEl>
                                          <p:spTgt spid="107">
                                            <p:txEl>
                                              <p:pRg st="0" end="0"/>
                                            </p:txEl>
                                          </p:spTgt>
                                        </p:tgtEl>
                                        <p:attrNameLst>
                                          <p:attrName>fillcolor</p:attrName>
                                        </p:attrNameLst>
                                      </p:cBhvr>
                                      <p:by>
                                        <p:hsl h="7200000" s="0" l="0"/>
                                      </p:by>
                                    </p:animClr>
                                    <p:animClr clrSpc="hsl" dir="cw">
                                      <p:cBhvr>
                                        <p:cTn id="104" dur="1000" fill="hold"/>
                                        <p:tgtEl>
                                          <p:spTgt spid="107">
                                            <p:txEl>
                                              <p:pRg st="0" end="0"/>
                                            </p:txEl>
                                          </p:spTgt>
                                        </p:tgtEl>
                                        <p:attrNameLst>
                                          <p:attrName>stroke.color</p:attrName>
                                        </p:attrNameLst>
                                      </p:cBhvr>
                                      <p:by>
                                        <p:hsl h="7200000" s="0" l="0"/>
                                      </p:by>
                                    </p:animClr>
                                    <p:set>
                                      <p:cBhvr>
                                        <p:cTn id="105" dur="1000" fill="hold"/>
                                        <p:tgtEl>
                                          <p:spTgt spid="107">
                                            <p:txEl>
                                              <p:pRg st="0" end="0"/>
                                            </p:txEl>
                                          </p:spTgt>
                                        </p:tgtEl>
                                        <p:attrNameLst>
                                          <p:attrName>fill.type</p:attrName>
                                        </p:attrNameLst>
                                      </p:cBhvr>
                                      <p:to>
                                        <p:strVal val="solid"/>
                                      </p:to>
                                    </p:set>
                                  </p:childTnLst>
                                </p:cTn>
                              </p:par>
                              <p:par>
                                <p:cTn id="106" presetID="21" presetClass="emph" presetSubtype="0" fill="hold" grpId="4" nodeType="withEffect">
                                  <p:stCondLst>
                                    <p:cond delay="7200"/>
                                  </p:stCondLst>
                                  <p:childTnLst>
                                    <p:animClr clrSpc="hsl" dir="cw">
                                      <p:cBhvr override="childStyle">
                                        <p:cTn id="107" dur="1250" fill="hold"/>
                                        <p:tgtEl>
                                          <p:spTgt spid="107">
                                            <p:txEl>
                                              <p:pRg st="0" end="0"/>
                                            </p:txEl>
                                          </p:spTgt>
                                        </p:tgtEl>
                                        <p:attrNameLst>
                                          <p:attrName>style.color</p:attrName>
                                        </p:attrNameLst>
                                      </p:cBhvr>
                                      <p:by>
                                        <p:hsl h="7200000" s="0" l="0"/>
                                      </p:by>
                                    </p:animClr>
                                    <p:animClr clrSpc="hsl" dir="cw">
                                      <p:cBhvr>
                                        <p:cTn id="108" dur="1250" fill="hold"/>
                                        <p:tgtEl>
                                          <p:spTgt spid="107">
                                            <p:txEl>
                                              <p:pRg st="0" end="0"/>
                                            </p:txEl>
                                          </p:spTgt>
                                        </p:tgtEl>
                                        <p:attrNameLst>
                                          <p:attrName>fillcolor</p:attrName>
                                        </p:attrNameLst>
                                      </p:cBhvr>
                                      <p:by>
                                        <p:hsl h="7200000" s="0" l="0"/>
                                      </p:by>
                                    </p:animClr>
                                    <p:animClr clrSpc="hsl" dir="cw">
                                      <p:cBhvr>
                                        <p:cTn id="109" dur="1250" fill="hold"/>
                                        <p:tgtEl>
                                          <p:spTgt spid="107">
                                            <p:txEl>
                                              <p:pRg st="0" end="0"/>
                                            </p:txEl>
                                          </p:spTgt>
                                        </p:tgtEl>
                                        <p:attrNameLst>
                                          <p:attrName>stroke.color</p:attrName>
                                        </p:attrNameLst>
                                      </p:cBhvr>
                                      <p:by>
                                        <p:hsl h="7200000" s="0" l="0"/>
                                      </p:by>
                                    </p:animClr>
                                    <p:set>
                                      <p:cBhvr>
                                        <p:cTn id="110" dur="1250" fill="hold"/>
                                        <p:tgtEl>
                                          <p:spTgt spid="107">
                                            <p:txEl>
                                              <p:pRg st="0" end="0"/>
                                            </p:txEl>
                                          </p:spTgt>
                                        </p:tgtEl>
                                        <p:attrNameLst>
                                          <p:attrName>fill.type</p:attrName>
                                        </p:attrNameLst>
                                      </p:cBhvr>
                                      <p:to>
                                        <p:strVal val="solid"/>
                                      </p:to>
                                    </p:set>
                                  </p:childTnLst>
                                </p:cTn>
                              </p:par>
                              <p:par>
                                <p:cTn id="111" presetID="21" presetClass="emph" presetSubtype="0" fill="hold" grpId="5" nodeType="withEffect">
                                  <p:stCondLst>
                                    <p:cond delay="8500"/>
                                  </p:stCondLst>
                                  <p:childTnLst>
                                    <p:animClr clrSpc="hsl" dir="cw">
                                      <p:cBhvr override="childStyle">
                                        <p:cTn id="112" dur="1250" fill="hold"/>
                                        <p:tgtEl>
                                          <p:spTgt spid="107">
                                            <p:txEl>
                                              <p:pRg st="0" end="0"/>
                                            </p:txEl>
                                          </p:spTgt>
                                        </p:tgtEl>
                                        <p:attrNameLst>
                                          <p:attrName>style.color</p:attrName>
                                        </p:attrNameLst>
                                      </p:cBhvr>
                                      <p:by>
                                        <p:hsl h="7200000" s="0" l="0"/>
                                      </p:by>
                                    </p:animClr>
                                    <p:animClr clrSpc="hsl" dir="cw">
                                      <p:cBhvr>
                                        <p:cTn id="113" dur="1250" fill="hold"/>
                                        <p:tgtEl>
                                          <p:spTgt spid="107">
                                            <p:txEl>
                                              <p:pRg st="0" end="0"/>
                                            </p:txEl>
                                          </p:spTgt>
                                        </p:tgtEl>
                                        <p:attrNameLst>
                                          <p:attrName>fillcolor</p:attrName>
                                        </p:attrNameLst>
                                      </p:cBhvr>
                                      <p:by>
                                        <p:hsl h="7200000" s="0" l="0"/>
                                      </p:by>
                                    </p:animClr>
                                    <p:animClr clrSpc="hsl" dir="cw">
                                      <p:cBhvr>
                                        <p:cTn id="114" dur="1250" fill="hold"/>
                                        <p:tgtEl>
                                          <p:spTgt spid="107">
                                            <p:txEl>
                                              <p:pRg st="0" end="0"/>
                                            </p:txEl>
                                          </p:spTgt>
                                        </p:tgtEl>
                                        <p:attrNameLst>
                                          <p:attrName>stroke.color</p:attrName>
                                        </p:attrNameLst>
                                      </p:cBhvr>
                                      <p:by>
                                        <p:hsl h="7200000" s="0" l="0"/>
                                      </p:by>
                                    </p:animClr>
                                    <p:set>
                                      <p:cBhvr>
                                        <p:cTn id="115" dur="1250" fill="hold"/>
                                        <p:tgtEl>
                                          <p:spTgt spid="107">
                                            <p:txEl>
                                              <p:pRg st="0" end="0"/>
                                            </p:txEl>
                                          </p:spTgt>
                                        </p:tgtEl>
                                        <p:attrNameLst>
                                          <p:attrName>fill.type</p:attrName>
                                        </p:attrNameLst>
                                      </p:cBhvr>
                                      <p:to>
                                        <p:strVal val="solid"/>
                                      </p:to>
                                    </p:set>
                                  </p:childTnLst>
                                </p:cTn>
                              </p:par>
                              <p:par>
                                <p:cTn id="116" presetID="21" presetClass="emph" presetSubtype="0" fill="hold" grpId="6" nodeType="withEffect">
                                  <p:stCondLst>
                                    <p:cond delay="9900"/>
                                  </p:stCondLst>
                                  <p:childTnLst>
                                    <p:animClr clrSpc="hsl" dir="cw">
                                      <p:cBhvr override="childStyle">
                                        <p:cTn id="117" dur="1250" fill="hold"/>
                                        <p:tgtEl>
                                          <p:spTgt spid="107">
                                            <p:txEl>
                                              <p:pRg st="0" end="0"/>
                                            </p:txEl>
                                          </p:spTgt>
                                        </p:tgtEl>
                                        <p:attrNameLst>
                                          <p:attrName>style.color</p:attrName>
                                        </p:attrNameLst>
                                      </p:cBhvr>
                                      <p:by>
                                        <p:hsl h="7200000" s="0" l="0"/>
                                      </p:by>
                                    </p:animClr>
                                    <p:animClr clrSpc="hsl" dir="cw">
                                      <p:cBhvr>
                                        <p:cTn id="118" dur="1250" fill="hold"/>
                                        <p:tgtEl>
                                          <p:spTgt spid="107">
                                            <p:txEl>
                                              <p:pRg st="0" end="0"/>
                                            </p:txEl>
                                          </p:spTgt>
                                        </p:tgtEl>
                                        <p:attrNameLst>
                                          <p:attrName>fillcolor</p:attrName>
                                        </p:attrNameLst>
                                      </p:cBhvr>
                                      <p:by>
                                        <p:hsl h="7200000" s="0" l="0"/>
                                      </p:by>
                                    </p:animClr>
                                    <p:animClr clrSpc="hsl" dir="cw">
                                      <p:cBhvr>
                                        <p:cTn id="119" dur="1250" fill="hold"/>
                                        <p:tgtEl>
                                          <p:spTgt spid="107">
                                            <p:txEl>
                                              <p:pRg st="0" end="0"/>
                                            </p:txEl>
                                          </p:spTgt>
                                        </p:tgtEl>
                                        <p:attrNameLst>
                                          <p:attrName>stroke.color</p:attrName>
                                        </p:attrNameLst>
                                      </p:cBhvr>
                                      <p:by>
                                        <p:hsl h="7200000" s="0" l="0"/>
                                      </p:by>
                                    </p:animClr>
                                    <p:set>
                                      <p:cBhvr>
                                        <p:cTn id="120" dur="1250" fill="hold"/>
                                        <p:tgtEl>
                                          <p:spTgt spid="107">
                                            <p:txEl>
                                              <p:pRg st="0" end="0"/>
                                            </p:txEl>
                                          </p:spTgt>
                                        </p:tgtEl>
                                        <p:attrNameLst>
                                          <p:attrName>fill.type</p:attrName>
                                        </p:attrNameLst>
                                      </p:cBhvr>
                                      <p:to>
                                        <p:strVal val="solid"/>
                                      </p:to>
                                    </p:set>
                                  </p:childTnLst>
                                </p:cTn>
                              </p:par>
                              <p:par>
                                <p:cTn id="121" presetID="13" presetClass="entr" presetSubtype="16" fill="hold" grpId="16" nodeType="withEffect">
                                  <p:stCondLst>
                                    <p:cond delay="500"/>
                                  </p:stCondLst>
                                  <p:childTnLst>
                                    <p:set>
                                      <p:cBhvr>
                                        <p:cTn id="122" dur="1" fill="hold">
                                          <p:stCondLst>
                                            <p:cond delay="0"/>
                                          </p:stCondLst>
                                        </p:cTn>
                                        <p:tgtEl>
                                          <p:spTgt spid="108">
                                            <p:txEl>
                                              <p:pRg st="0" end="0"/>
                                            </p:txEl>
                                          </p:spTgt>
                                        </p:tgtEl>
                                        <p:attrNameLst>
                                          <p:attrName>style.visibility</p:attrName>
                                        </p:attrNameLst>
                                      </p:cBhvr>
                                      <p:to>
                                        <p:strVal val="visible"/>
                                      </p:to>
                                    </p:set>
                                    <p:animEffect transition="in" filter="plus(in)">
                                      <p:cBhvr>
                                        <p:cTn id="123" dur="1500"/>
                                        <p:tgtEl>
                                          <p:spTgt spid="108">
                                            <p:txEl>
                                              <p:pRg st="0" end="0"/>
                                            </p:txEl>
                                          </p:spTgt>
                                        </p:tgtEl>
                                      </p:cBhvr>
                                    </p:animEffect>
                                  </p:childTnLst>
                                </p:cTn>
                              </p:par>
                              <p:par>
                                <p:cTn id="124" presetID="21" presetClass="emph" presetSubtype="0" fill="hold" nodeType="withEffect">
                                  <p:stCondLst>
                                    <p:cond delay="2000"/>
                                  </p:stCondLst>
                                  <p:childTnLst>
                                    <p:animClr clrSpc="hsl" dir="cw">
                                      <p:cBhvr override="childStyle">
                                        <p:cTn id="125" dur="500" fill="hold"/>
                                        <p:tgtEl>
                                          <p:spTgt spid="108">
                                            <p:txEl>
                                              <p:pRg st="0" end="0"/>
                                            </p:txEl>
                                          </p:spTgt>
                                        </p:tgtEl>
                                        <p:attrNameLst>
                                          <p:attrName>style.color</p:attrName>
                                        </p:attrNameLst>
                                      </p:cBhvr>
                                      <p:by>
                                        <p:hsl h="7200000" s="0" l="0"/>
                                      </p:by>
                                    </p:animClr>
                                    <p:animClr clrSpc="hsl" dir="cw">
                                      <p:cBhvr>
                                        <p:cTn id="126" dur="500" fill="hold"/>
                                        <p:tgtEl>
                                          <p:spTgt spid="108">
                                            <p:txEl>
                                              <p:pRg st="0" end="0"/>
                                            </p:txEl>
                                          </p:spTgt>
                                        </p:tgtEl>
                                        <p:attrNameLst>
                                          <p:attrName>fillcolor</p:attrName>
                                        </p:attrNameLst>
                                      </p:cBhvr>
                                      <p:by>
                                        <p:hsl h="7200000" s="0" l="0"/>
                                      </p:by>
                                    </p:animClr>
                                    <p:animClr clrSpc="hsl" dir="cw">
                                      <p:cBhvr>
                                        <p:cTn id="127" dur="500" fill="hold"/>
                                        <p:tgtEl>
                                          <p:spTgt spid="108">
                                            <p:txEl>
                                              <p:pRg st="0" end="0"/>
                                            </p:txEl>
                                          </p:spTgt>
                                        </p:tgtEl>
                                        <p:attrNameLst>
                                          <p:attrName>stroke.color</p:attrName>
                                        </p:attrNameLst>
                                      </p:cBhvr>
                                      <p:by>
                                        <p:hsl h="7200000" s="0" l="0"/>
                                      </p:by>
                                    </p:animClr>
                                    <p:set>
                                      <p:cBhvr>
                                        <p:cTn id="128" dur="500" fill="hold"/>
                                        <p:tgtEl>
                                          <p:spTgt spid="108">
                                            <p:txEl>
                                              <p:pRg st="0" end="0"/>
                                            </p:txEl>
                                          </p:spTgt>
                                        </p:tgtEl>
                                        <p:attrNameLst>
                                          <p:attrName>fill.type</p:attrName>
                                        </p:attrNameLst>
                                      </p:cBhvr>
                                      <p:to>
                                        <p:strVal val="solid"/>
                                      </p:to>
                                    </p:set>
                                  </p:childTnLst>
                                </p:cTn>
                              </p:par>
                              <p:par>
                                <p:cTn id="129" presetID="23" presetClass="emph" presetSubtype="0" fill="hold" grpId="0" nodeType="withEffect">
                                  <p:stCondLst>
                                    <p:cond delay="2500"/>
                                  </p:stCondLst>
                                  <p:childTnLst>
                                    <p:animClr clrSpc="hsl" dir="cw">
                                      <p:cBhvr override="childStyle">
                                        <p:cTn id="130" dur="1250" fill="hold"/>
                                        <p:tgtEl>
                                          <p:spTgt spid="108">
                                            <p:txEl>
                                              <p:pRg st="0" end="0"/>
                                            </p:txEl>
                                          </p:spTgt>
                                        </p:tgtEl>
                                        <p:attrNameLst>
                                          <p:attrName>style.color</p:attrName>
                                        </p:attrNameLst>
                                      </p:cBhvr>
                                      <p:by>
                                        <p:hsl h="10842353" s="0" l="0"/>
                                      </p:by>
                                    </p:animClr>
                                    <p:animClr clrSpc="hsl" dir="cw">
                                      <p:cBhvr>
                                        <p:cTn id="131" dur="1250" fill="hold"/>
                                        <p:tgtEl>
                                          <p:spTgt spid="108">
                                            <p:txEl>
                                              <p:pRg st="0" end="0"/>
                                            </p:txEl>
                                          </p:spTgt>
                                        </p:tgtEl>
                                        <p:attrNameLst>
                                          <p:attrName>fillcolor</p:attrName>
                                        </p:attrNameLst>
                                      </p:cBhvr>
                                      <p:by>
                                        <p:hsl h="10842353" s="0" l="0"/>
                                      </p:by>
                                    </p:animClr>
                                    <p:animClr clrSpc="hsl" dir="cw">
                                      <p:cBhvr>
                                        <p:cTn id="132" dur="1250" fill="hold"/>
                                        <p:tgtEl>
                                          <p:spTgt spid="108">
                                            <p:txEl>
                                              <p:pRg st="0" end="0"/>
                                            </p:txEl>
                                          </p:spTgt>
                                        </p:tgtEl>
                                        <p:attrNameLst>
                                          <p:attrName>stroke.color</p:attrName>
                                        </p:attrNameLst>
                                      </p:cBhvr>
                                      <p:by>
                                        <p:hsl h="10842353" s="0" l="0"/>
                                      </p:by>
                                    </p:animClr>
                                    <p:set>
                                      <p:cBhvr>
                                        <p:cTn id="133" dur="1250" fill="hold"/>
                                        <p:tgtEl>
                                          <p:spTgt spid="108">
                                            <p:txEl>
                                              <p:pRg st="0" end="0"/>
                                            </p:txEl>
                                          </p:spTgt>
                                        </p:tgtEl>
                                        <p:attrNameLst>
                                          <p:attrName>fill.type</p:attrName>
                                        </p:attrNameLst>
                                      </p:cBhvr>
                                      <p:to>
                                        <p:strVal val="solid"/>
                                      </p:to>
                                    </p:set>
                                  </p:childTnLst>
                                </p:cTn>
                              </p:par>
                              <p:par>
                                <p:cTn id="134" presetID="21" presetClass="emph" presetSubtype="0" fill="hold" grpId="1" nodeType="withEffect">
                                  <p:stCondLst>
                                    <p:cond delay="3750"/>
                                  </p:stCondLst>
                                  <p:childTnLst>
                                    <p:animClr clrSpc="hsl" dir="cw">
                                      <p:cBhvr override="childStyle">
                                        <p:cTn id="135" dur="1250" fill="hold"/>
                                        <p:tgtEl>
                                          <p:spTgt spid="108">
                                            <p:txEl>
                                              <p:pRg st="0" end="0"/>
                                            </p:txEl>
                                          </p:spTgt>
                                        </p:tgtEl>
                                        <p:attrNameLst>
                                          <p:attrName>style.color</p:attrName>
                                        </p:attrNameLst>
                                      </p:cBhvr>
                                      <p:by>
                                        <p:hsl h="7200000" s="0" l="0"/>
                                      </p:by>
                                    </p:animClr>
                                    <p:animClr clrSpc="hsl" dir="cw">
                                      <p:cBhvr>
                                        <p:cTn id="136" dur="1250" fill="hold"/>
                                        <p:tgtEl>
                                          <p:spTgt spid="108">
                                            <p:txEl>
                                              <p:pRg st="0" end="0"/>
                                            </p:txEl>
                                          </p:spTgt>
                                        </p:tgtEl>
                                        <p:attrNameLst>
                                          <p:attrName>fillcolor</p:attrName>
                                        </p:attrNameLst>
                                      </p:cBhvr>
                                      <p:by>
                                        <p:hsl h="7200000" s="0" l="0"/>
                                      </p:by>
                                    </p:animClr>
                                    <p:animClr clrSpc="hsl" dir="cw">
                                      <p:cBhvr>
                                        <p:cTn id="137" dur="1250" fill="hold"/>
                                        <p:tgtEl>
                                          <p:spTgt spid="108">
                                            <p:txEl>
                                              <p:pRg st="0" end="0"/>
                                            </p:txEl>
                                          </p:spTgt>
                                        </p:tgtEl>
                                        <p:attrNameLst>
                                          <p:attrName>stroke.color</p:attrName>
                                        </p:attrNameLst>
                                      </p:cBhvr>
                                      <p:by>
                                        <p:hsl h="7200000" s="0" l="0"/>
                                      </p:by>
                                    </p:animClr>
                                    <p:set>
                                      <p:cBhvr>
                                        <p:cTn id="138" dur="1250" fill="hold"/>
                                        <p:tgtEl>
                                          <p:spTgt spid="108">
                                            <p:txEl>
                                              <p:pRg st="0" end="0"/>
                                            </p:txEl>
                                          </p:spTgt>
                                        </p:tgtEl>
                                        <p:attrNameLst>
                                          <p:attrName>fill.type</p:attrName>
                                        </p:attrNameLst>
                                      </p:cBhvr>
                                      <p:to>
                                        <p:strVal val="solid"/>
                                      </p:to>
                                    </p:set>
                                  </p:childTnLst>
                                </p:cTn>
                              </p:par>
                              <p:par>
                                <p:cTn id="139" presetID="21" presetClass="emph" presetSubtype="0" fill="hold" grpId="2" nodeType="withEffect">
                                  <p:stCondLst>
                                    <p:cond delay="5000"/>
                                  </p:stCondLst>
                                  <p:childTnLst>
                                    <p:animClr clrSpc="hsl" dir="cw">
                                      <p:cBhvr override="childStyle">
                                        <p:cTn id="140" dur="1250" fill="hold"/>
                                        <p:tgtEl>
                                          <p:spTgt spid="108">
                                            <p:txEl>
                                              <p:pRg st="0" end="0"/>
                                            </p:txEl>
                                          </p:spTgt>
                                        </p:tgtEl>
                                        <p:attrNameLst>
                                          <p:attrName>style.color</p:attrName>
                                        </p:attrNameLst>
                                      </p:cBhvr>
                                      <p:by>
                                        <p:hsl h="7200000" s="0" l="0"/>
                                      </p:by>
                                    </p:animClr>
                                    <p:animClr clrSpc="hsl" dir="cw">
                                      <p:cBhvr>
                                        <p:cTn id="141" dur="1250" fill="hold"/>
                                        <p:tgtEl>
                                          <p:spTgt spid="108">
                                            <p:txEl>
                                              <p:pRg st="0" end="0"/>
                                            </p:txEl>
                                          </p:spTgt>
                                        </p:tgtEl>
                                        <p:attrNameLst>
                                          <p:attrName>fillcolor</p:attrName>
                                        </p:attrNameLst>
                                      </p:cBhvr>
                                      <p:by>
                                        <p:hsl h="7200000" s="0" l="0"/>
                                      </p:by>
                                    </p:animClr>
                                    <p:animClr clrSpc="hsl" dir="cw">
                                      <p:cBhvr>
                                        <p:cTn id="142" dur="1250" fill="hold"/>
                                        <p:tgtEl>
                                          <p:spTgt spid="108">
                                            <p:txEl>
                                              <p:pRg st="0" end="0"/>
                                            </p:txEl>
                                          </p:spTgt>
                                        </p:tgtEl>
                                        <p:attrNameLst>
                                          <p:attrName>stroke.color</p:attrName>
                                        </p:attrNameLst>
                                      </p:cBhvr>
                                      <p:by>
                                        <p:hsl h="7200000" s="0" l="0"/>
                                      </p:by>
                                    </p:animClr>
                                    <p:set>
                                      <p:cBhvr>
                                        <p:cTn id="143" dur="1250" fill="hold"/>
                                        <p:tgtEl>
                                          <p:spTgt spid="108">
                                            <p:txEl>
                                              <p:pRg st="0" end="0"/>
                                            </p:txEl>
                                          </p:spTgt>
                                        </p:tgtEl>
                                        <p:attrNameLst>
                                          <p:attrName>fill.type</p:attrName>
                                        </p:attrNameLst>
                                      </p:cBhvr>
                                      <p:to>
                                        <p:strVal val="solid"/>
                                      </p:to>
                                    </p:set>
                                  </p:childTnLst>
                                </p:cTn>
                              </p:par>
                              <p:par>
                                <p:cTn id="144" presetID="21" presetClass="emph" presetSubtype="0" fill="hold" grpId="3" nodeType="withEffect">
                                  <p:stCondLst>
                                    <p:cond delay="6250"/>
                                  </p:stCondLst>
                                  <p:childTnLst>
                                    <p:animClr clrSpc="hsl" dir="cw">
                                      <p:cBhvr override="childStyle">
                                        <p:cTn id="145" dur="1000" fill="hold"/>
                                        <p:tgtEl>
                                          <p:spTgt spid="108">
                                            <p:txEl>
                                              <p:pRg st="0" end="0"/>
                                            </p:txEl>
                                          </p:spTgt>
                                        </p:tgtEl>
                                        <p:attrNameLst>
                                          <p:attrName>style.color</p:attrName>
                                        </p:attrNameLst>
                                      </p:cBhvr>
                                      <p:by>
                                        <p:hsl h="7200000" s="0" l="0"/>
                                      </p:by>
                                    </p:animClr>
                                    <p:animClr clrSpc="hsl" dir="cw">
                                      <p:cBhvr>
                                        <p:cTn id="146" dur="1000" fill="hold"/>
                                        <p:tgtEl>
                                          <p:spTgt spid="108">
                                            <p:txEl>
                                              <p:pRg st="0" end="0"/>
                                            </p:txEl>
                                          </p:spTgt>
                                        </p:tgtEl>
                                        <p:attrNameLst>
                                          <p:attrName>fillcolor</p:attrName>
                                        </p:attrNameLst>
                                      </p:cBhvr>
                                      <p:by>
                                        <p:hsl h="7200000" s="0" l="0"/>
                                      </p:by>
                                    </p:animClr>
                                    <p:animClr clrSpc="hsl" dir="cw">
                                      <p:cBhvr>
                                        <p:cTn id="147" dur="1000" fill="hold"/>
                                        <p:tgtEl>
                                          <p:spTgt spid="108">
                                            <p:txEl>
                                              <p:pRg st="0" end="0"/>
                                            </p:txEl>
                                          </p:spTgt>
                                        </p:tgtEl>
                                        <p:attrNameLst>
                                          <p:attrName>stroke.color</p:attrName>
                                        </p:attrNameLst>
                                      </p:cBhvr>
                                      <p:by>
                                        <p:hsl h="7200000" s="0" l="0"/>
                                      </p:by>
                                    </p:animClr>
                                    <p:set>
                                      <p:cBhvr>
                                        <p:cTn id="148" dur="1000" fill="hold"/>
                                        <p:tgtEl>
                                          <p:spTgt spid="108">
                                            <p:txEl>
                                              <p:pRg st="0" end="0"/>
                                            </p:txEl>
                                          </p:spTgt>
                                        </p:tgtEl>
                                        <p:attrNameLst>
                                          <p:attrName>fill.type</p:attrName>
                                        </p:attrNameLst>
                                      </p:cBhvr>
                                      <p:to>
                                        <p:strVal val="solid"/>
                                      </p:to>
                                    </p:set>
                                  </p:childTnLst>
                                </p:cTn>
                              </p:par>
                              <p:par>
                                <p:cTn id="149" presetID="21" presetClass="emph" presetSubtype="0" fill="hold" grpId="4" nodeType="withEffect">
                                  <p:stCondLst>
                                    <p:cond delay="7250"/>
                                  </p:stCondLst>
                                  <p:childTnLst>
                                    <p:animClr clrSpc="hsl" dir="cw">
                                      <p:cBhvr override="childStyle">
                                        <p:cTn id="150" dur="1250" fill="hold"/>
                                        <p:tgtEl>
                                          <p:spTgt spid="108">
                                            <p:txEl>
                                              <p:pRg st="0" end="0"/>
                                            </p:txEl>
                                          </p:spTgt>
                                        </p:tgtEl>
                                        <p:attrNameLst>
                                          <p:attrName>style.color</p:attrName>
                                        </p:attrNameLst>
                                      </p:cBhvr>
                                      <p:by>
                                        <p:hsl h="7200000" s="0" l="0"/>
                                      </p:by>
                                    </p:animClr>
                                    <p:animClr clrSpc="hsl" dir="cw">
                                      <p:cBhvr>
                                        <p:cTn id="151" dur="1250" fill="hold"/>
                                        <p:tgtEl>
                                          <p:spTgt spid="108">
                                            <p:txEl>
                                              <p:pRg st="0" end="0"/>
                                            </p:txEl>
                                          </p:spTgt>
                                        </p:tgtEl>
                                        <p:attrNameLst>
                                          <p:attrName>fillcolor</p:attrName>
                                        </p:attrNameLst>
                                      </p:cBhvr>
                                      <p:by>
                                        <p:hsl h="7200000" s="0" l="0"/>
                                      </p:by>
                                    </p:animClr>
                                    <p:animClr clrSpc="hsl" dir="cw">
                                      <p:cBhvr>
                                        <p:cTn id="152" dur="1250" fill="hold"/>
                                        <p:tgtEl>
                                          <p:spTgt spid="108">
                                            <p:txEl>
                                              <p:pRg st="0" end="0"/>
                                            </p:txEl>
                                          </p:spTgt>
                                        </p:tgtEl>
                                        <p:attrNameLst>
                                          <p:attrName>stroke.color</p:attrName>
                                        </p:attrNameLst>
                                      </p:cBhvr>
                                      <p:by>
                                        <p:hsl h="7200000" s="0" l="0"/>
                                      </p:by>
                                    </p:animClr>
                                    <p:set>
                                      <p:cBhvr>
                                        <p:cTn id="153" dur="1250" fill="hold"/>
                                        <p:tgtEl>
                                          <p:spTgt spid="108">
                                            <p:txEl>
                                              <p:pRg st="0" end="0"/>
                                            </p:txEl>
                                          </p:spTgt>
                                        </p:tgtEl>
                                        <p:attrNameLst>
                                          <p:attrName>fill.type</p:attrName>
                                        </p:attrNameLst>
                                      </p:cBhvr>
                                      <p:to>
                                        <p:strVal val="solid"/>
                                      </p:to>
                                    </p:set>
                                  </p:childTnLst>
                                </p:cTn>
                              </p:par>
                              <p:par>
                                <p:cTn id="154" presetID="21" presetClass="emph" presetSubtype="0" fill="hold" grpId="5" nodeType="withEffect">
                                  <p:stCondLst>
                                    <p:cond delay="8500"/>
                                  </p:stCondLst>
                                  <p:childTnLst>
                                    <p:animClr clrSpc="hsl" dir="cw">
                                      <p:cBhvr override="childStyle">
                                        <p:cTn id="155" dur="1250" fill="hold"/>
                                        <p:tgtEl>
                                          <p:spTgt spid="108">
                                            <p:txEl>
                                              <p:pRg st="0" end="0"/>
                                            </p:txEl>
                                          </p:spTgt>
                                        </p:tgtEl>
                                        <p:attrNameLst>
                                          <p:attrName>style.color</p:attrName>
                                        </p:attrNameLst>
                                      </p:cBhvr>
                                      <p:by>
                                        <p:hsl h="7200000" s="0" l="0"/>
                                      </p:by>
                                    </p:animClr>
                                    <p:animClr clrSpc="hsl" dir="cw">
                                      <p:cBhvr>
                                        <p:cTn id="156" dur="1250" fill="hold"/>
                                        <p:tgtEl>
                                          <p:spTgt spid="108">
                                            <p:txEl>
                                              <p:pRg st="0" end="0"/>
                                            </p:txEl>
                                          </p:spTgt>
                                        </p:tgtEl>
                                        <p:attrNameLst>
                                          <p:attrName>fillcolor</p:attrName>
                                        </p:attrNameLst>
                                      </p:cBhvr>
                                      <p:by>
                                        <p:hsl h="7200000" s="0" l="0"/>
                                      </p:by>
                                    </p:animClr>
                                    <p:animClr clrSpc="hsl" dir="cw">
                                      <p:cBhvr>
                                        <p:cTn id="157" dur="1250" fill="hold"/>
                                        <p:tgtEl>
                                          <p:spTgt spid="108">
                                            <p:txEl>
                                              <p:pRg st="0" end="0"/>
                                            </p:txEl>
                                          </p:spTgt>
                                        </p:tgtEl>
                                        <p:attrNameLst>
                                          <p:attrName>stroke.color</p:attrName>
                                        </p:attrNameLst>
                                      </p:cBhvr>
                                      <p:by>
                                        <p:hsl h="7200000" s="0" l="0"/>
                                      </p:by>
                                    </p:animClr>
                                    <p:set>
                                      <p:cBhvr>
                                        <p:cTn id="158" dur="1250" fill="hold"/>
                                        <p:tgtEl>
                                          <p:spTgt spid="108">
                                            <p:txEl>
                                              <p:pRg st="0" end="0"/>
                                            </p:txEl>
                                          </p:spTgt>
                                        </p:tgtEl>
                                        <p:attrNameLst>
                                          <p:attrName>fill.type</p:attrName>
                                        </p:attrNameLst>
                                      </p:cBhvr>
                                      <p:to>
                                        <p:strVal val="solid"/>
                                      </p:to>
                                    </p:set>
                                  </p:childTnLst>
                                </p:cTn>
                              </p:par>
                              <p:par>
                                <p:cTn id="159" presetID="21" presetClass="emph" presetSubtype="0" fill="hold" grpId="6" nodeType="withEffect">
                                  <p:stCondLst>
                                    <p:cond delay="9500"/>
                                  </p:stCondLst>
                                  <p:childTnLst>
                                    <p:animClr clrSpc="hsl" dir="cw">
                                      <p:cBhvr override="childStyle">
                                        <p:cTn id="160" dur="1250" fill="hold"/>
                                        <p:tgtEl>
                                          <p:spTgt spid="108">
                                            <p:txEl>
                                              <p:pRg st="0" end="0"/>
                                            </p:txEl>
                                          </p:spTgt>
                                        </p:tgtEl>
                                        <p:attrNameLst>
                                          <p:attrName>style.color</p:attrName>
                                        </p:attrNameLst>
                                      </p:cBhvr>
                                      <p:by>
                                        <p:hsl h="7200000" s="0" l="0"/>
                                      </p:by>
                                    </p:animClr>
                                    <p:animClr clrSpc="hsl" dir="cw">
                                      <p:cBhvr>
                                        <p:cTn id="161" dur="1250" fill="hold"/>
                                        <p:tgtEl>
                                          <p:spTgt spid="108">
                                            <p:txEl>
                                              <p:pRg st="0" end="0"/>
                                            </p:txEl>
                                          </p:spTgt>
                                        </p:tgtEl>
                                        <p:attrNameLst>
                                          <p:attrName>fillcolor</p:attrName>
                                        </p:attrNameLst>
                                      </p:cBhvr>
                                      <p:by>
                                        <p:hsl h="7200000" s="0" l="0"/>
                                      </p:by>
                                    </p:animClr>
                                    <p:animClr clrSpc="hsl" dir="cw">
                                      <p:cBhvr>
                                        <p:cTn id="162" dur="1250" fill="hold"/>
                                        <p:tgtEl>
                                          <p:spTgt spid="108">
                                            <p:txEl>
                                              <p:pRg st="0" end="0"/>
                                            </p:txEl>
                                          </p:spTgt>
                                        </p:tgtEl>
                                        <p:attrNameLst>
                                          <p:attrName>stroke.color</p:attrName>
                                        </p:attrNameLst>
                                      </p:cBhvr>
                                      <p:by>
                                        <p:hsl h="7200000" s="0" l="0"/>
                                      </p:by>
                                    </p:animClr>
                                    <p:set>
                                      <p:cBhvr>
                                        <p:cTn id="163" dur="1250" fill="hold"/>
                                        <p:tgtEl>
                                          <p:spTgt spid="108">
                                            <p:txEl>
                                              <p:pRg st="0" end="0"/>
                                            </p:txEl>
                                          </p:spTgt>
                                        </p:tgtEl>
                                        <p:attrNameLst>
                                          <p:attrName>fill.type</p:attrName>
                                        </p:attrNameLst>
                                      </p:cBhvr>
                                      <p:to>
                                        <p:strVal val="solid"/>
                                      </p:to>
                                    </p:set>
                                  </p:childTnLst>
                                </p:cTn>
                              </p:par>
                              <p:par>
                                <p:cTn id="164" presetID="13" presetClass="entr" presetSubtype="16" fill="hold" grpId="16" nodeType="withEffect">
                                  <p:stCondLst>
                                    <p:cond delay="500"/>
                                  </p:stCondLst>
                                  <p:childTnLst>
                                    <p:set>
                                      <p:cBhvr>
                                        <p:cTn id="165" dur="1" fill="hold">
                                          <p:stCondLst>
                                            <p:cond delay="0"/>
                                          </p:stCondLst>
                                        </p:cTn>
                                        <p:tgtEl>
                                          <p:spTgt spid="109">
                                            <p:txEl>
                                              <p:pRg st="0" end="0"/>
                                            </p:txEl>
                                          </p:spTgt>
                                        </p:tgtEl>
                                        <p:attrNameLst>
                                          <p:attrName>style.visibility</p:attrName>
                                        </p:attrNameLst>
                                      </p:cBhvr>
                                      <p:to>
                                        <p:strVal val="visible"/>
                                      </p:to>
                                    </p:set>
                                    <p:animEffect transition="in" filter="plus(in)">
                                      <p:cBhvr>
                                        <p:cTn id="166" dur="1500"/>
                                        <p:tgtEl>
                                          <p:spTgt spid="109">
                                            <p:txEl>
                                              <p:pRg st="0" end="0"/>
                                            </p:txEl>
                                          </p:spTgt>
                                        </p:tgtEl>
                                      </p:cBhvr>
                                    </p:animEffect>
                                  </p:childTnLst>
                                </p:cTn>
                              </p:par>
                              <p:par>
                                <p:cTn id="167" presetID="6" presetClass="entr" presetSubtype="16" fill="hold" grpId="0" nodeType="withEffect">
                                  <p:stCondLst>
                                    <p:cond delay="500"/>
                                  </p:stCondLst>
                                  <p:childTnLst>
                                    <p:set>
                                      <p:cBhvr>
                                        <p:cTn id="168" dur="1" fill="hold">
                                          <p:stCondLst>
                                            <p:cond delay="0"/>
                                          </p:stCondLst>
                                        </p:cTn>
                                        <p:tgtEl>
                                          <p:spTgt spid="25"/>
                                        </p:tgtEl>
                                        <p:attrNameLst>
                                          <p:attrName>style.visibility</p:attrName>
                                        </p:attrNameLst>
                                      </p:cBhvr>
                                      <p:to>
                                        <p:strVal val="visible"/>
                                      </p:to>
                                    </p:set>
                                    <p:animEffect transition="in" filter="circle(in)">
                                      <p:cBhvr>
                                        <p:cTn id="169" dur="1500"/>
                                        <p:tgtEl>
                                          <p:spTgt spid="25"/>
                                        </p:tgtEl>
                                      </p:cBhvr>
                                    </p:animEffect>
                                  </p:childTnLst>
                                </p:cTn>
                              </p:par>
                              <p:par>
                                <p:cTn id="170" presetID="6" presetClass="entr" presetSubtype="16" fill="hold" grpId="0" nodeType="withEffect">
                                  <p:stCondLst>
                                    <p:cond delay="500"/>
                                  </p:stCondLst>
                                  <p:childTnLst>
                                    <p:set>
                                      <p:cBhvr>
                                        <p:cTn id="171" dur="1" fill="hold">
                                          <p:stCondLst>
                                            <p:cond delay="0"/>
                                          </p:stCondLst>
                                        </p:cTn>
                                        <p:tgtEl>
                                          <p:spTgt spid="112"/>
                                        </p:tgtEl>
                                        <p:attrNameLst>
                                          <p:attrName>style.visibility</p:attrName>
                                        </p:attrNameLst>
                                      </p:cBhvr>
                                      <p:to>
                                        <p:strVal val="visible"/>
                                      </p:to>
                                    </p:set>
                                    <p:animEffect transition="in" filter="circle(in)">
                                      <p:cBhvr>
                                        <p:cTn id="172" dur="1500"/>
                                        <p:tgtEl>
                                          <p:spTgt spid="112"/>
                                        </p:tgtEl>
                                      </p:cBhvr>
                                    </p:animEffect>
                                  </p:childTnLst>
                                </p:cTn>
                              </p:par>
                              <p:par>
                                <p:cTn id="173" presetID="6" presetClass="entr" presetSubtype="16" fill="hold" grpId="0" nodeType="withEffect">
                                  <p:stCondLst>
                                    <p:cond delay="500"/>
                                  </p:stCondLst>
                                  <p:childTnLst>
                                    <p:set>
                                      <p:cBhvr>
                                        <p:cTn id="174" dur="1" fill="hold">
                                          <p:stCondLst>
                                            <p:cond delay="0"/>
                                          </p:stCondLst>
                                        </p:cTn>
                                        <p:tgtEl>
                                          <p:spTgt spid="113"/>
                                        </p:tgtEl>
                                        <p:attrNameLst>
                                          <p:attrName>style.visibility</p:attrName>
                                        </p:attrNameLst>
                                      </p:cBhvr>
                                      <p:to>
                                        <p:strVal val="visible"/>
                                      </p:to>
                                    </p:set>
                                    <p:animEffect transition="in" filter="circle(in)">
                                      <p:cBhvr>
                                        <p:cTn id="175" dur="1500"/>
                                        <p:tgtEl>
                                          <p:spTgt spid="113"/>
                                        </p:tgtEl>
                                      </p:cBhvr>
                                    </p:animEffect>
                                  </p:childTnLst>
                                </p:cTn>
                              </p:par>
                              <p:par>
                                <p:cTn id="176" presetID="21" presetClass="emph" presetSubtype="0" fill="hold" nodeType="withEffect">
                                  <p:stCondLst>
                                    <p:cond delay="2000"/>
                                  </p:stCondLst>
                                  <p:childTnLst>
                                    <p:animClr clrSpc="hsl" dir="cw">
                                      <p:cBhvr override="childStyle">
                                        <p:cTn id="177" dur="500" fill="hold"/>
                                        <p:tgtEl>
                                          <p:spTgt spid="109">
                                            <p:txEl>
                                              <p:pRg st="0" end="0"/>
                                            </p:txEl>
                                          </p:spTgt>
                                        </p:tgtEl>
                                        <p:attrNameLst>
                                          <p:attrName>style.color</p:attrName>
                                        </p:attrNameLst>
                                      </p:cBhvr>
                                      <p:by>
                                        <p:hsl h="7200000" s="0" l="0"/>
                                      </p:by>
                                    </p:animClr>
                                    <p:animClr clrSpc="hsl" dir="cw">
                                      <p:cBhvr>
                                        <p:cTn id="178" dur="500" fill="hold"/>
                                        <p:tgtEl>
                                          <p:spTgt spid="109">
                                            <p:txEl>
                                              <p:pRg st="0" end="0"/>
                                            </p:txEl>
                                          </p:spTgt>
                                        </p:tgtEl>
                                        <p:attrNameLst>
                                          <p:attrName>fillcolor</p:attrName>
                                        </p:attrNameLst>
                                      </p:cBhvr>
                                      <p:by>
                                        <p:hsl h="7200000" s="0" l="0"/>
                                      </p:by>
                                    </p:animClr>
                                    <p:animClr clrSpc="hsl" dir="cw">
                                      <p:cBhvr>
                                        <p:cTn id="179" dur="500" fill="hold"/>
                                        <p:tgtEl>
                                          <p:spTgt spid="109">
                                            <p:txEl>
                                              <p:pRg st="0" end="0"/>
                                            </p:txEl>
                                          </p:spTgt>
                                        </p:tgtEl>
                                        <p:attrNameLst>
                                          <p:attrName>stroke.color</p:attrName>
                                        </p:attrNameLst>
                                      </p:cBhvr>
                                      <p:by>
                                        <p:hsl h="7200000" s="0" l="0"/>
                                      </p:by>
                                    </p:animClr>
                                    <p:set>
                                      <p:cBhvr>
                                        <p:cTn id="180" dur="500" fill="hold"/>
                                        <p:tgtEl>
                                          <p:spTgt spid="109">
                                            <p:txEl>
                                              <p:pRg st="0" end="0"/>
                                            </p:txEl>
                                          </p:spTgt>
                                        </p:tgtEl>
                                        <p:attrNameLst>
                                          <p:attrName>fill.type</p:attrName>
                                        </p:attrNameLst>
                                      </p:cBhvr>
                                      <p:to>
                                        <p:strVal val="solid"/>
                                      </p:to>
                                    </p:set>
                                  </p:childTnLst>
                                </p:cTn>
                              </p:par>
                              <p:par>
                                <p:cTn id="181" presetID="21" presetClass="emph" presetSubtype="0" fill="hold" grpId="1" nodeType="withEffect">
                                  <p:stCondLst>
                                    <p:cond delay="2000"/>
                                  </p:stCondLst>
                                  <p:childTnLst>
                                    <p:animClr clrSpc="hsl" dir="cw">
                                      <p:cBhvr override="childStyle">
                                        <p:cTn id="182" dur="500" fill="hold"/>
                                        <p:tgtEl>
                                          <p:spTgt spid="112"/>
                                        </p:tgtEl>
                                        <p:attrNameLst>
                                          <p:attrName>style.color</p:attrName>
                                        </p:attrNameLst>
                                      </p:cBhvr>
                                      <p:by>
                                        <p:hsl h="7200000" s="0" l="0"/>
                                      </p:by>
                                    </p:animClr>
                                    <p:animClr clrSpc="hsl" dir="cw">
                                      <p:cBhvr>
                                        <p:cTn id="183" dur="500" fill="hold"/>
                                        <p:tgtEl>
                                          <p:spTgt spid="112"/>
                                        </p:tgtEl>
                                        <p:attrNameLst>
                                          <p:attrName>fillcolor</p:attrName>
                                        </p:attrNameLst>
                                      </p:cBhvr>
                                      <p:by>
                                        <p:hsl h="7200000" s="0" l="0"/>
                                      </p:by>
                                    </p:animClr>
                                    <p:animClr clrSpc="hsl" dir="cw">
                                      <p:cBhvr>
                                        <p:cTn id="184" dur="500" fill="hold"/>
                                        <p:tgtEl>
                                          <p:spTgt spid="112"/>
                                        </p:tgtEl>
                                        <p:attrNameLst>
                                          <p:attrName>stroke.color</p:attrName>
                                        </p:attrNameLst>
                                      </p:cBhvr>
                                      <p:by>
                                        <p:hsl h="7200000" s="0" l="0"/>
                                      </p:by>
                                    </p:animClr>
                                    <p:set>
                                      <p:cBhvr>
                                        <p:cTn id="185" dur="500" fill="hold"/>
                                        <p:tgtEl>
                                          <p:spTgt spid="112"/>
                                        </p:tgtEl>
                                        <p:attrNameLst>
                                          <p:attrName>fill.type</p:attrName>
                                        </p:attrNameLst>
                                      </p:cBhvr>
                                      <p:to>
                                        <p:strVal val="solid"/>
                                      </p:to>
                                    </p:set>
                                  </p:childTnLst>
                                </p:cTn>
                              </p:par>
                              <p:par>
                                <p:cTn id="186" presetID="23" presetClass="emph" presetSubtype="0" fill="hold" grpId="0" nodeType="withEffect">
                                  <p:stCondLst>
                                    <p:cond delay="2500"/>
                                  </p:stCondLst>
                                  <p:childTnLst>
                                    <p:animClr clrSpc="hsl" dir="cw">
                                      <p:cBhvr override="childStyle">
                                        <p:cTn id="187" dur="500" fill="hold"/>
                                        <p:tgtEl>
                                          <p:spTgt spid="109">
                                            <p:txEl>
                                              <p:pRg st="0" end="0"/>
                                            </p:txEl>
                                          </p:spTgt>
                                        </p:tgtEl>
                                        <p:attrNameLst>
                                          <p:attrName>style.color</p:attrName>
                                        </p:attrNameLst>
                                      </p:cBhvr>
                                      <p:by>
                                        <p:hsl h="10842353" s="0" l="0"/>
                                      </p:by>
                                    </p:animClr>
                                    <p:animClr clrSpc="hsl" dir="cw">
                                      <p:cBhvr>
                                        <p:cTn id="188" dur="500" fill="hold"/>
                                        <p:tgtEl>
                                          <p:spTgt spid="109">
                                            <p:txEl>
                                              <p:pRg st="0" end="0"/>
                                            </p:txEl>
                                          </p:spTgt>
                                        </p:tgtEl>
                                        <p:attrNameLst>
                                          <p:attrName>fillcolor</p:attrName>
                                        </p:attrNameLst>
                                      </p:cBhvr>
                                      <p:by>
                                        <p:hsl h="10842353" s="0" l="0"/>
                                      </p:by>
                                    </p:animClr>
                                    <p:animClr clrSpc="hsl" dir="cw">
                                      <p:cBhvr>
                                        <p:cTn id="189" dur="500" fill="hold"/>
                                        <p:tgtEl>
                                          <p:spTgt spid="109">
                                            <p:txEl>
                                              <p:pRg st="0" end="0"/>
                                            </p:txEl>
                                          </p:spTgt>
                                        </p:tgtEl>
                                        <p:attrNameLst>
                                          <p:attrName>stroke.color</p:attrName>
                                        </p:attrNameLst>
                                      </p:cBhvr>
                                      <p:by>
                                        <p:hsl h="10842353" s="0" l="0"/>
                                      </p:by>
                                    </p:animClr>
                                    <p:set>
                                      <p:cBhvr>
                                        <p:cTn id="190" dur="500" fill="hold"/>
                                        <p:tgtEl>
                                          <p:spTgt spid="109">
                                            <p:txEl>
                                              <p:pRg st="0" end="0"/>
                                            </p:txEl>
                                          </p:spTgt>
                                        </p:tgtEl>
                                        <p:attrNameLst>
                                          <p:attrName>fill.type</p:attrName>
                                        </p:attrNameLst>
                                      </p:cBhvr>
                                      <p:to>
                                        <p:strVal val="solid"/>
                                      </p:to>
                                    </p:set>
                                  </p:childTnLst>
                                </p:cTn>
                              </p:par>
                              <p:par>
                                <p:cTn id="191" presetID="21" presetClass="emph" presetSubtype="0" fill="hold" grpId="2" nodeType="withEffect">
                                  <p:stCondLst>
                                    <p:cond delay="2500"/>
                                  </p:stCondLst>
                                  <p:childTnLst>
                                    <p:animClr clrSpc="hsl" dir="cw">
                                      <p:cBhvr override="childStyle">
                                        <p:cTn id="192" dur="500" fill="hold"/>
                                        <p:tgtEl>
                                          <p:spTgt spid="112"/>
                                        </p:tgtEl>
                                        <p:attrNameLst>
                                          <p:attrName>style.color</p:attrName>
                                        </p:attrNameLst>
                                      </p:cBhvr>
                                      <p:by>
                                        <p:hsl h="7200000" s="0" l="0"/>
                                      </p:by>
                                    </p:animClr>
                                    <p:animClr clrSpc="hsl" dir="cw">
                                      <p:cBhvr>
                                        <p:cTn id="193" dur="500" fill="hold"/>
                                        <p:tgtEl>
                                          <p:spTgt spid="112"/>
                                        </p:tgtEl>
                                        <p:attrNameLst>
                                          <p:attrName>fillcolor</p:attrName>
                                        </p:attrNameLst>
                                      </p:cBhvr>
                                      <p:by>
                                        <p:hsl h="7200000" s="0" l="0"/>
                                      </p:by>
                                    </p:animClr>
                                    <p:animClr clrSpc="hsl" dir="cw">
                                      <p:cBhvr>
                                        <p:cTn id="194" dur="500" fill="hold"/>
                                        <p:tgtEl>
                                          <p:spTgt spid="112"/>
                                        </p:tgtEl>
                                        <p:attrNameLst>
                                          <p:attrName>stroke.color</p:attrName>
                                        </p:attrNameLst>
                                      </p:cBhvr>
                                      <p:by>
                                        <p:hsl h="7200000" s="0" l="0"/>
                                      </p:by>
                                    </p:animClr>
                                    <p:set>
                                      <p:cBhvr>
                                        <p:cTn id="195" dur="500" fill="hold"/>
                                        <p:tgtEl>
                                          <p:spTgt spid="112"/>
                                        </p:tgtEl>
                                        <p:attrNameLst>
                                          <p:attrName>fill.type</p:attrName>
                                        </p:attrNameLst>
                                      </p:cBhvr>
                                      <p:to>
                                        <p:strVal val="solid"/>
                                      </p:to>
                                    </p:set>
                                  </p:childTnLst>
                                </p:cTn>
                              </p:par>
                              <p:par>
                                <p:cTn id="196" presetID="21" presetClass="emph" presetSubtype="0" fill="hold" grpId="1" nodeType="withEffect">
                                  <p:stCondLst>
                                    <p:cond delay="3000"/>
                                  </p:stCondLst>
                                  <p:childTnLst>
                                    <p:animClr clrSpc="hsl" dir="cw">
                                      <p:cBhvr override="childStyle">
                                        <p:cTn id="197" dur="500" fill="hold"/>
                                        <p:tgtEl>
                                          <p:spTgt spid="109">
                                            <p:txEl>
                                              <p:pRg st="0" end="0"/>
                                            </p:txEl>
                                          </p:spTgt>
                                        </p:tgtEl>
                                        <p:attrNameLst>
                                          <p:attrName>style.color</p:attrName>
                                        </p:attrNameLst>
                                      </p:cBhvr>
                                      <p:by>
                                        <p:hsl h="7200000" s="0" l="0"/>
                                      </p:by>
                                    </p:animClr>
                                    <p:animClr clrSpc="hsl" dir="cw">
                                      <p:cBhvr>
                                        <p:cTn id="198" dur="500" fill="hold"/>
                                        <p:tgtEl>
                                          <p:spTgt spid="109">
                                            <p:txEl>
                                              <p:pRg st="0" end="0"/>
                                            </p:txEl>
                                          </p:spTgt>
                                        </p:tgtEl>
                                        <p:attrNameLst>
                                          <p:attrName>fillcolor</p:attrName>
                                        </p:attrNameLst>
                                      </p:cBhvr>
                                      <p:by>
                                        <p:hsl h="7200000" s="0" l="0"/>
                                      </p:by>
                                    </p:animClr>
                                    <p:animClr clrSpc="hsl" dir="cw">
                                      <p:cBhvr>
                                        <p:cTn id="199" dur="500" fill="hold"/>
                                        <p:tgtEl>
                                          <p:spTgt spid="109">
                                            <p:txEl>
                                              <p:pRg st="0" end="0"/>
                                            </p:txEl>
                                          </p:spTgt>
                                        </p:tgtEl>
                                        <p:attrNameLst>
                                          <p:attrName>stroke.color</p:attrName>
                                        </p:attrNameLst>
                                      </p:cBhvr>
                                      <p:by>
                                        <p:hsl h="7200000" s="0" l="0"/>
                                      </p:by>
                                    </p:animClr>
                                    <p:set>
                                      <p:cBhvr>
                                        <p:cTn id="200" dur="500" fill="hold"/>
                                        <p:tgtEl>
                                          <p:spTgt spid="109">
                                            <p:txEl>
                                              <p:pRg st="0" end="0"/>
                                            </p:txEl>
                                          </p:spTgt>
                                        </p:tgtEl>
                                        <p:attrNameLst>
                                          <p:attrName>fill.type</p:attrName>
                                        </p:attrNameLst>
                                      </p:cBhvr>
                                      <p:to>
                                        <p:strVal val="solid"/>
                                      </p:to>
                                    </p:set>
                                  </p:childTnLst>
                                </p:cTn>
                              </p:par>
                              <p:par>
                                <p:cTn id="201" presetID="21" presetClass="emph" presetSubtype="0" fill="hold" grpId="3" nodeType="withEffect">
                                  <p:stCondLst>
                                    <p:cond delay="3000"/>
                                  </p:stCondLst>
                                  <p:childTnLst>
                                    <p:animClr clrSpc="hsl" dir="cw">
                                      <p:cBhvr override="childStyle">
                                        <p:cTn id="202" dur="500" fill="hold"/>
                                        <p:tgtEl>
                                          <p:spTgt spid="112"/>
                                        </p:tgtEl>
                                        <p:attrNameLst>
                                          <p:attrName>style.color</p:attrName>
                                        </p:attrNameLst>
                                      </p:cBhvr>
                                      <p:by>
                                        <p:hsl h="7200000" s="0" l="0"/>
                                      </p:by>
                                    </p:animClr>
                                    <p:animClr clrSpc="hsl" dir="cw">
                                      <p:cBhvr>
                                        <p:cTn id="203" dur="500" fill="hold"/>
                                        <p:tgtEl>
                                          <p:spTgt spid="112"/>
                                        </p:tgtEl>
                                        <p:attrNameLst>
                                          <p:attrName>fillcolor</p:attrName>
                                        </p:attrNameLst>
                                      </p:cBhvr>
                                      <p:by>
                                        <p:hsl h="7200000" s="0" l="0"/>
                                      </p:by>
                                    </p:animClr>
                                    <p:animClr clrSpc="hsl" dir="cw">
                                      <p:cBhvr>
                                        <p:cTn id="204" dur="500" fill="hold"/>
                                        <p:tgtEl>
                                          <p:spTgt spid="112"/>
                                        </p:tgtEl>
                                        <p:attrNameLst>
                                          <p:attrName>stroke.color</p:attrName>
                                        </p:attrNameLst>
                                      </p:cBhvr>
                                      <p:by>
                                        <p:hsl h="7200000" s="0" l="0"/>
                                      </p:by>
                                    </p:animClr>
                                    <p:set>
                                      <p:cBhvr>
                                        <p:cTn id="205" dur="500" fill="hold"/>
                                        <p:tgtEl>
                                          <p:spTgt spid="112"/>
                                        </p:tgtEl>
                                        <p:attrNameLst>
                                          <p:attrName>fill.type</p:attrName>
                                        </p:attrNameLst>
                                      </p:cBhvr>
                                      <p:to>
                                        <p:strVal val="solid"/>
                                      </p:to>
                                    </p:set>
                                  </p:childTnLst>
                                </p:cTn>
                              </p:par>
                              <p:par>
                                <p:cTn id="206" presetID="21" presetClass="emph" presetSubtype="0" fill="hold" grpId="2" nodeType="withEffect">
                                  <p:stCondLst>
                                    <p:cond delay="3500"/>
                                  </p:stCondLst>
                                  <p:childTnLst>
                                    <p:animClr clrSpc="hsl" dir="cw">
                                      <p:cBhvr override="childStyle">
                                        <p:cTn id="207" dur="500" fill="hold"/>
                                        <p:tgtEl>
                                          <p:spTgt spid="109">
                                            <p:txEl>
                                              <p:pRg st="0" end="0"/>
                                            </p:txEl>
                                          </p:spTgt>
                                        </p:tgtEl>
                                        <p:attrNameLst>
                                          <p:attrName>style.color</p:attrName>
                                        </p:attrNameLst>
                                      </p:cBhvr>
                                      <p:by>
                                        <p:hsl h="7200000" s="0" l="0"/>
                                      </p:by>
                                    </p:animClr>
                                    <p:animClr clrSpc="hsl" dir="cw">
                                      <p:cBhvr>
                                        <p:cTn id="208" dur="500" fill="hold"/>
                                        <p:tgtEl>
                                          <p:spTgt spid="109">
                                            <p:txEl>
                                              <p:pRg st="0" end="0"/>
                                            </p:txEl>
                                          </p:spTgt>
                                        </p:tgtEl>
                                        <p:attrNameLst>
                                          <p:attrName>fillcolor</p:attrName>
                                        </p:attrNameLst>
                                      </p:cBhvr>
                                      <p:by>
                                        <p:hsl h="7200000" s="0" l="0"/>
                                      </p:by>
                                    </p:animClr>
                                    <p:animClr clrSpc="hsl" dir="cw">
                                      <p:cBhvr>
                                        <p:cTn id="209" dur="500" fill="hold"/>
                                        <p:tgtEl>
                                          <p:spTgt spid="109">
                                            <p:txEl>
                                              <p:pRg st="0" end="0"/>
                                            </p:txEl>
                                          </p:spTgt>
                                        </p:tgtEl>
                                        <p:attrNameLst>
                                          <p:attrName>stroke.color</p:attrName>
                                        </p:attrNameLst>
                                      </p:cBhvr>
                                      <p:by>
                                        <p:hsl h="7200000" s="0" l="0"/>
                                      </p:by>
                                    </p:animClr>
                                    <p:set>
                                      <p:cBhvr>
                                        <p:cTn id="210" dur="500" fill="hold"/>
                                        <p:tgtEl>
                                          <p:spTgt spid="109">
                                            <p:txEl>
                                              <p:pRg st="0" end="0"/>
                                            </p:txEl>
                                          </p:spTgt>
                                        </p:tgtEl>
                                        <p:attrNameLst>
                                          <p:attrName>fill.type</p:attrName>
                                        </p:attrNameLst>
                                      </p:cBhvr>
                                      <p:to>
                                        <p:strVal val="solid"/>
                                      </p:to>
                                    </p:set>
                                  </p:childTnLst>
                                </p:cTn>
                              </p:par>
                              <p:par>
                                <p:cTn id="211" presetID="21" presetClass="emph" presetSubtype="0" fill="hold" grpId="4" nodeType="withEffect">
                                  <p:stCondLst>
                                    <p:cond delay="3500"/>
                                  </p:stCondLst>
                                  <p:childTnLst>
                                    <p:animClr clrSpc="hsl" dir="cw">
                                      <p:cBhvr override="childStyle">
                                        <p:cTn id="212" dur="500" fill="hold"/>
                                        <p:tgtEl>
                                          <p:spTgt spid="112"/>
                                        </p:tgtEl>
                                        <p:attrNameLst>
                                          <p:attrName>style.color</p:attrName>
                                        </p:attrNameLst>
                                      </p:cBhvr>
                                      <p:by>
                                        <p:hsl h="7200000" s="0" l="0"/>
                                      </p:by>
                                    </p:animClr>
                                    <p:animClr clrSpc="hsl" dir="cw">
                                      <p:cBhvr>
                                        <p:cTn id="213" dur="500" fill="hold"/>
                                        <p:tgtEl>
                                          <p:spTgt spid="112"/>
                                        </p:tgtEl>
                                        <p:attrNameLst>
                                          <p:attrName>fillcolor</p:attrName>
                                        </p:attrNameLst>
                                      </p:cBhvr>
                                      <p:by>
                                        <p:hsl h="7200000" s="0" l="0"/>
                                      </p:by>
                                    </p:animClr>
                                    <p:animClr clrSpc="hsl" dir="cw">
                                      <p:cBhvr>
                                        <p:cTn id="214" dur="500" fill="hold"/>
                                        <p:tgtEl>
                                          <p:spTgt spid="112"/>
                                        </p:tgtEl>
                                        <p:attrNameLst>
                                          <p:attrName>stroke.color</p:attrName>
                                        </p:attrNameLst>
                                      </p:cBhvr>
                                      <p:by>
                                        <p:hsl h="7200000" s="0" l="0"/>
                                      </p:by>
                                    </p:animClr>
                                    <p:set>
                                      <p:cBhvr>
                                        <p:cTn id="215" dur="500" fill="hold"/>
                                        <p:tgtEl>
                                          <p:spTgt spid="112"/>
                                        </p:tgtEl>
                                        <p:attrNameLst>
                                          <p:attrName>fill.type</p:attrName>
                                        </p:attrNameLst>
                                      </p:cBhvr>
                                      <p:to>
                                        <p:strVal val="solid"/>
                                      </p:to>
                                    </p:set>
                                  </p:childTnLst>
                                </p:cTn>
                              </p:par>
                              <p:par>
                                <p:cTn id="216" presetID="21" presetClass="emph" presetSubtype="0" fill="hold" grpId="3" nodeType="withEffect">
                                  <p:stCondLst>
                                    <p:cond delay="4000"/>
                                  </p:stCondLst>
                                  <p:childTnLst>
                                    <p:animClr clrSpc="hsl" dir="cw">
                                      <p:cBhvr override="childStyle">
                                        <p:cTn id="217" dur="500" fill="hold"/>
                                        <p:tgtEl>
                                          <p:spTgt spid="109">
                                            <p:txEl>
                                              <p:pRg st="0" end="0"/>
                                            </p:txEl>
                                          </p:spTgt>
                                        </p:tgtEl>
                                        <p:attrNameLst>
                                          <p:attrName>style.color</p:attrName>
                                        </p:attrNameLst>
                                      </p:cBhvr>
                                      <p:by>
                                        <p:hsl h="7200000" s="0" l="0"/>
                                      </p:by>
                                    </p:animClr>
                                    <p:animClr clrSpc="hsl" dir="cw">
                                      <p:cBhvr>
                                        <p:cTn id="218" dur="500" fill="hold"/>
                                        <p:tgtEl>
                                          <p:spTgt spid="109">
                                            <p:txEl>
                                              <p:pRg st="0" end="0"/>
                                            </p:txEl>
                                          </p:spTgt>
                                        </p:tgtEl>
                                        <p:attrNameLst>
                                          <p:attrName>fillcolor</p:attrName>
                                        </p:attrNameLst>
                                      </p:cBhvr>
                                      <p:by>
                                        <p:hsl h="7200000" s="0" l="0"/>
                                      </p:by>
                                    </p:animClr>
                                    <p:animClr clrSpc="hsl" dir="cw">
                                      <p:cBhvr>
                                        <p:cTn id="219" dur="500" fill="hold"/>
                                        <p:tgtEl>
                                          <p:spTgt spid="109">
                                            <p:txEl>
                                              <p:pRg st="0" end="0"/>
                                            </p:txEl>
                                          </p:spTgt>
                                        </p:tgtEl>
                                        <p:attrNameLst>
                                          <p:attrName>stroke.color</p:attrName>
                                        </p:attrNameLst>
                                      </p:cBhvr>
                                      <p:by>
                                        <p:hsl h="7200000" s="0" l="0"/>
                                      </p:by>
                                    </p:animClr>
                                    <p:set>
                                      <p:cBhvr>
                                        <p:cTn id="220" dur="500" fill="hold"/>
                                        <p:tgtEl>
                                          <p:spTgt spid="109">
                                            <p:txEl>
                                              <p:pRg st="0" end="0"/>
                                            </p:txEl>
                                          </p:spTgt>
                                        </p:tgtEl>
                                        <p:attrNameLst>
                                          <p:attrName>fill.type</p:attrName>
                                        </p:attrNameLst>
                                      </p:cBhvr>
                                      <p:to>
                                        <p:strVal val="solid"/>
                                      </p:to>
                                    </p:set>
                                  </p:childTnLst>
                                </p:cTn>
                              </p:par>
                              <p:par>
                                <p:cTn id="221" presetID="21" presetClass="emph" presetSubtype="0" fill="hold" grpId="5" nodeType="withEffect">
                                  <p:stCondLst>
                                    <p:cond delay="4000"/>
                                  </p:stCondLst>
                                  <p:childTnLst>
                                    <p:animClr clrSpc="hsl" dir="cw">
                                      <p:cBhvr override="childStyle">
                                        <p:cTn id="222" dur="500" fill="hold"/>
                                        <p:tgtEl>
                                          <p:spTgt spid="112"/>
                                        </p:tgtEl>
                                        <p:attrNameLst>
                                          <p:attrName>style.color</p:attrName>
                                        </p:attrNameLst>
                                      </p:cBhvr>
                                      <p:by>
                                        <p:hsl h="7200000" s="0" l="0"/>
                                      </p:by>
                                    </p:animClr>
                                    <p:animClr clrSpc="hsl" dir="cw">
                                      <p:cBhvr>
                                        <p:cTn id="223" dur="500" fill="hold"/>
                                        <p:tgtEl>
                                          <p:spTgt spid="112"/>
                                        </p:tgtEl>
                                        <p:attrNameLst>
                                          <p:attrName>fillcolor</p:attrName>
                                        </p:attrNameLst>
                                      </p:cBhvr>
                                      <p:by>
                                        <p:hsl h="7200000" s="0" l="0"/>
                                      </p:by>
                                    </p:animClr>
                                    <p:animClr clrSpc="hsl" dir="cw">
                                      <p:cBhvr>
                                        <p:cTn id="224" dur="500" fill="hold"/>
                                        <p:tgtEl>
                                          <p:spTgt spid="112"/>
                                        </p:tgtEl>
                                        <p:attrNameLst>
                                          <p:attrName>stroke.color</p:attrName>
                                        </p:attrNameLst>
                                      </p:cBhvr>
                                      <p:by>
                                        <p:hsl h="7200000" s="0" l="0"/>
                                      </p:by>
                                    </p:animClr>
                                    <p:set>
                                      <p:cBhvr>
                                        <p:cTn id="225" dur="500" fill="hold"/>
                                        <p:tgtEl>
                                          <p:spTgt spid="112"/>
                                        </p:tgtEl>
                                        <p:attrNameLst>
                                          <p:attrName>fill.type</p:attrName>
                                        </p:attrNameLst>
                                      </p:cBhvr>
                                      <p:to>
                                        <p:strVal val="solid"/>
                                      </p:to>
                                    </p:set>
                                  </p:childTnLst>
                                </p:cTn>
                              </p:par>
                              <p:par>
                                <p:cTn id="226" presetID="21" presetClass="emph" presetSubtype="0" fill="hold" grpId="4" nodeType="withEffect">
                                  <p:stCondLst>
                                    <p:cond delay="4250"/>
                                  </p:stCondLst>
                                  <p:childTnLst>
                                    <p:animClr clrSpc="hsl" dir="cw">
                                      <p:cBhvr override="childStyle">
                                        <p:cTn id="227" dur="1250" fill="hold"/>
                                        <p:tgtEl>
                                          <p:spTgt spid="109">
                                            <p:txEl>
                                              <p:pRg st="0" end="0"/>
                                            </p:txEl>
                                          </p:spTgt>
                                        </p:tgtEl>
                                        <p:attrNameLst>
                                          <p:attrName>style.color</p:attrName>
                                        </p:attrNameLst>
                                      </p:cBhvr>
                                      <p:by>
                                        <p:hsl h="7200000" s="0" l="0"/>
                                      </p:by>
                                    </p:animClr>
                                    <p:animClr clrSpc="hsl" dir="cw">
                                      <p:cBhvr>
                                        <p:cTn id="228" dur="1250" fill="hold"/>
                                        <p:tgtEl>
                                          <p:spTgt spid="109">
                                            <p:txEl>
                                              <p:pRg st="0" end="0"/>
                                            </p:txEl>
                                          </p:spTgt>
                                        </p:tgtEl>
                                        <p:attrNameLst>
                                          <p:attrName>fillcolor</p:attrName>
                                        </p:attrNameLst>
                                      </p:cBhvr>
                                      <p:by>
                                        <p:hsl h="7200000" s="0" l="0"/>
                                      </p:by>
                                    </p:animClr>
                                    <p:animClr clrSpc="hsl" dir="cw">
                                      <p:cBhvr>
                                        <p:cTn id="229" dur="1250" fill="hold"/>
                                        <p:tgtEl>
                                          <p:spTgt spid="109">
                                            <p:txEl>
                                              <p:pRg st="0" end="0"/>
                                            </p:txEl>
                                          </p:spTgt>
                                        </p:tgtEl>
                                        <p:attrNameLst>
                                          <p:attrName>stroke.color</p:attrName>
                                        </p:attrNameLst>
                                      </p:cBhvr>
                                      <p:by>
                                        <p:hsl h="7200000" s="0" l="0"/>
                                      </p:by>
                                    </p:animClr>
                                    <p:set>
                                      <p:cBhvr>
                                        <p:cTn id="230" dur="1250" fill="hold"/>
                                        <p:tgtEl>
                                          <p:spTgt spid="109">
                                            <p:txEl>
                                              <p:pRg st="0" end="0"/>
                                            </p:txEl>
                                          </p:spTgt>
                                        </p:tgtEl>
                                        <p:attrNameLst>
                                          <p:attrName>fill.type</p:attrName>
                                        </p:attrNameLst>
                                      </p:cBhvr>
                                      <p:to>
                                        <p:strVal val="solid"/>
                                      </p:to>
                                    </p:set>
                                  </p:childTnLst>
                                </p:cTn>
                              </p:par>
                              <p:par>
                                <p:cTn id="231" presetID="21" presetClass="emph" presetSubtype="0" fill="hold" grpId="6" nodeType="withEffect">
                                  <p:stCondLst>
                                    <p:cond delay="4250"/>
                                  </p:stCondLst>
                                  <p:childTnLst>
                                    <p:animClr clrSpc="hsl" dir="cw">
                                      <p:cBhvr override="childStyle">
                                        <p:cTn id="232" dur="1250" fill="hold"/>
                                        <p:tgtEl>
                                          <p:spTgt spid="112"/>
                                        </p:tgtEl>
                                        <p:attrNameLst>
                                          <p:attrName>style.color</p:attrName>
                                        </p:attrNameLst>
                                      </p:cBhvr>
                                      <p:by>
                                        <p:hsl h="7200000" s="0" l="0"/>
                                      </p:by>
                                    </p:animClr>
                                    <p:animClr clrSpc="hsl" dir="cw">
                                      <p:cBhvr>
                                        <p:cTn id="233" dur="1250" fill="hold"/>
                                        <p:tgtEl>
                                          <p:spTgt spid="112"/>
                                        </p:tgtEl>
                                        <p:attrNameLst>
                                          <p:attrName>fillcolor</p:attrName>
                                        </p:attrNameLst>
                                      </p:cBhvr>
                                      <p:by>
                                        <p:hsl h="7200000" s="0" l="0"/>
                                      </p:by>
                                    </p:animClr>
                                    <p:animClr clrSpc="hsl" dir="cw">
                                      <p:cBhvr>
                                        <p:cTn id="234" dur="1250" fill="hold"/>
                                        <p:tgtEl>
                                          <p:spTgt spid="112"/>
                                        </p:tgtEl>
                                        <p:attrNameLst>
                                          <p:attrName>stroke.color</p:attrName>
                                        </p:attrNameLst>
                                      </p:cBhvr>
                                      <p:by>
                                        <p:hsl h="7200000" s="0" l="0"/>
                                      </p:by>
                                    </p:animClr>
                                    <p:set>
                                      <p:cBhvr>
                                        <p:cTn id="235" dur="1250" fill="hold"/>
                                        <p:tgtEl>
                                          <p:spTgt spid="112"/>
                                        </p:tgtEl>
                                        <p:attrNameLst>
                                          <p:attrName>fill.type</p:attrName>
                                        </p:attrNameLst>
                                      </p:cBhvr>
                                      <p:to>
                                        <p:strVal val="solid"/>
                                      </p:to>
                                    </p:set>
                                  </p:childTnLst>
                                </p:cTn>
                              </p:par>
                              <p:par>
                                <p:cTn id="236" presetID="21" presetClass="emph" presetSubtype="0" fill="hold" grpId="7" nodeType="withEffect">
                                  <p:stCondLst>
                                    <p:cond delay="5500"/>
                                  </p:stCondLst>
                                  <p:childTnLst>
                                    <p:animClr clrSpc="hsl" dir="cw">
                                      <p:cBhvr override="childStyle">
                                        <p:cTn id="237" dur="500" fill="hold"/>
                                        <p:tgtEl>
                                          <p:spTgt spid="112"/>
                                        </p:tgtEl>
                                        <p:attrNameLst>
                                          <p:attrName>style.color</p:attrName>
                                        </p:attrNameLst>
                                      </p:cBhvr>
                                      <p:by>
                                        <p:hsl h="7200000" s="0" l="0"/>
                                      </p:by>
                                    </p:animClr>
                                    <p:animClr clrSpc="hsl" dir="cw">
                                      <p:cBhvr>
                                        <p:cTn id="238" dur="500" fill="hold"/>
                                        <p:tgtEl>
                                          <p:spTgt spid="112"/>
                                        </p:tgtEl>
                                        <p:attrNameLst>
                                          <p:attrName>fillcolor</p:attrName>
                                        </p:attrNameLst>
                                      </p:cBhvr>
                                      <p:by>
                                        <p:hsl h="7200000" s="0" l="0"/>
                                      </p:by>
                                    </p:animClr>
                                    <p:animClr clrSpc="hsl" dir="cw">
                                      <p:cBhvr>
                                        <p:cTn id="239" dur="500" fill="hold"/>
                                        <p:tgtEl>
                                          <p:spTgt spid="112"/>
                                        </p:tgtEl>
                                        <p:attrNameLst>
                                          <p:attrName>stroke.color</p:attrName>
                                        </p:attrNameLst>
                                      </p:cBhvr>
                                      <p:by>
                                        <p:hsl h="7200000" s="0" l="0"/>
                                      </p:by>
                                    </p:animClr>
                                    <p:set>
                                      <p:cBhvr>
                                        <p:cTn id="240" dur="500" fill="hold"/>
                                        <p:tgtEl>
                                          <p:spTgt spid="112"/>
                                        </p:tgtEl>
                                        <p:attrNameLst>
                                          <p:attrName>fill.type</p:attrName>
                                        </p:attrNameLst>
                                      </p:cBhvr>
                                      <p:to>
                                        <p:strVal val="solid"/>
                                      </p:to>
                                    </p:set>
                                  </p:childTnLst>
                                </p:cTn>
                              </p:par>
                              <p:par>
                                <p:cTn id="241" presetID="21" presetClass="emph" presetSubtype="0" fill="hold" grpId="8" nodeType="withEffect">
                                  <p:stCondLst>
                                    <p:cond delay="5750"/>
                                  </p:stCondLst>
                                  <p:childTnLst>
                                    <p:animClr clrSpc="hsl" dir="cw">
                                      <p:cBhvr override="childStyle">
                                        <p:cTn id="242" dur="500" fill="hold"/>
                                        <p:tgtEl>
                                          <p:spTgt spid="112"/>
                                        </p:tgtEl>
                                        <p:attrNameLst>
                                          <p:attrName>style.color</p:attrName>
                                        </p:attrNameLst>
                                      </p:cBhvr>
                                      <p:by>
                                        <p:hsl h="7200000" s="0" l="0"/>
                                      </p:by>
                                    </p:animClr>
                                    <p:animClr clrSpc="hsl" dir="cw">
                                      <p:cBhvr>
                                        <p:cTn id="243" dur="500" fill="hold"/>
                                        <p:tgtEl>
                                          <p:spTgt spid="112"/>
                                        </p:tgtEl>
                                        <p:attrNameLst>
                                          <p:attrName>fillcolor</p:attrName>
                                        </p:attrNameLst>
                                      </p:cBhvr>
                                      <p:by>
                                        <p:hsl h="7200000" s="0" l="0"/>
                                      </p:by>
                                    </p:animClr>
                                    <p:animClr clrSpc="hsl" dir="cw">
                                      <p:cBhvr>
                                        <p:cTn id="244" dur="500" fill="hold"/>
                                        <p:tgtEl>
                                          <p:spTgt spid="112"/>
                                        </p:tgtEl>
                                        <p:attrNameLst>
                                          <p:attrName>stroke.color</p:attrName>
                                        </p:attrNameLst>
                                      </p:cBhvr>
                                      <p:by>
                                        <p:hsl h="7200000" s="0" l="0"/>
                                      </p:by>
                                    </p:animClr>
                                    <p:set>
                                      <p:cBhvr>
                                        <p:cTn id="245" dur="500" fill="hold"/>
                                        <p:tgtEl>
                                          <p:spTgt spid="112"/>
                                        </p:tgtEl>
                                        <p:attrNameLst>
                                          <p:attrName>fill.type</p:attrName>
                                        </p:attrNameLst>
                                      </p:cBhvr>
                                      <p:to>
                                        <p:strVal val="solid"/>
                                      </p:to>
                                    </p:set>
                                  </p:childTnLst>
                                </p:cTn>
                              </p:par>
                              <p:par>
                                <p:cTn id="246" presetID="21" presetClass="emph" presetSubtype="0" fill="hold" grpId="9" nodeType="withEffect">
                                  <p:stCondLst>
                                    <p:cond delay="6000"/>
                                  </p:stCondLst>
                                  <p:childTnLst>
                                    <p:animClr clrSpc="hsl" dir="cw">
                                      <p:cBhvr override="childStyle">
                                        <p:cTn id="247" dur="500" fill="hold"/>
                                        <p:tgtEl>
                                          <p:spTgt spid="112"/>
                                        </p:tgtEl>
                                        <p:attrNameLst>
                                          <p:attrName>style.color</p:attrName>
                                        </p:attrNameLst>
                                      </p:cBhvr>
                                      <p:by>
                                        <p:hsl h="7200000" s="0" l="0"/>
                                      </p:by>
                                    </p:animClr>
                                    <p:animClr clrSpc="hsl" dir="cw">
                                      <p:cBhvr>
                                        <p:cTn id="248" dur="500" fill="hold"/>
                                        <p:tgtEl>
                                          <p:spTgt spid="112"/>
                                        </p:tgtEl>
                                        <p:attrNameLst>
                                          <p:attrName>fillcolor</p:attrName>
                                        </p:attrNameLst>
                                      </p:cBhvr>
                                      <p:by>
                                        <p:hsl h="7200000" s="0" l="0"/>
                                      </p:by>
                                    </p:animClr>
                                    <p:animClr clrSpc="hsl" dir="cw">
                                      <p:cBhvr>
                                        <p:cTn id="249" dur="500" fill="hold"/>
                                        <p:tgtEl>
                                          <p:spTgt spid="112"/>
                                        </p:tgtEl>
                                        <p:attrNameLst>
                                          <p:attrName>stroke.color</p:attrName>
                                        </p:attrNameLst>
                                      </p:cBhvr>
                                      <p:by>
                                        <p:hsl h="7200000" s="0" l="0"/>
                                      </p:by>
                                    </p:animClr>
                                    <p:set>
                                      <p:cBhvr>
                                        <p:cTn id="250" dur="500" fill="hold"/>
                                        <p:tgtEl>
                                          <p:spTgt spid="112"/>
                                        </p:tgtEl>
                                        <p:attrNameLst>
                                          <p:attrName>fill.type</p:attrName>
                                        </p:attrNameLst>
                                      </p:cBhvr>
                                      <p:to>
                                        <p:strVal val="solid"/>
                                      </p:to>
                                    </p:set>
                                  </p:childTnLst>
                                </p:cTn>
                              </p:par>
                              <p:par>
                                <p:cTn id="251" presetID="21" presetClass="emph" presetSubtype="0" fill="hold" grpId="10" nodeType="withEffect">
                                  <p:stCondLst>
                                    <p:cond delay="6500"/>
                                  </p:stCondLst>
                                  <p:childTnLst>
                                    <p:animClr clrSpc="hsl" dir="cw">
                                      <p:cBhvr override="childStyle">
                                        <p:cTn id="252" dur="500" fill="hold"/>
                                        <p:tgtEl>
                                          <p:spTgt spid="112"/>
                                        </p:tgtEl>
                                        <p:attrNameLst>
                                          <p:attrName>style.color</p:attrName>
                                        </p:attrNameLst>
                                      </p:cBhvr>
                                      <p:by>
                                        <p:hsl h="7200000" s="0" l="0"/>
                                      </p:by>
                                    </p:animClr>
                                    <p:animClr clrSpc="hsl" dir="cw">
                                      <p:cBhvr>
                                        <p:cTn id="253" dur="500" fill="hold"/>
                                        <p:tgtEl>
                                          <p:spTgt spid="112"/>
                                        </p:tgtEl>
                                        <p:attrNameLst>
                                          <p:attrName>fillcolor</p:attrName>
                                        </p:attrNameLst>
                                      </p:cBhvr>
                                      <p:by>
                                        <p:hsl h="7200000" s="0" l="0"/>
                                      </p:by>
                                    </p:animClr>
                                    <p:animClr clrSpc="hsl" dir="cw">
                                      <p:cBhvr>
                                        <p:cTn id="254" dur="500" fill="hold"/>
                                        <p:tgtEl>
                                          <p:spTgt spid="112"/>
                                        </p:tgtEl>
                                        <p:attrNameLst>
                                          <p:attrName>stroke.color</p:attrName>
                                        </p:attrNameLst>
                                      </p:cBhvr>
                                      <p:by>
                                        <p:hsl h="7200000" s="0" l="0"/>
                                      </p:by>
                                    </p:animClr>
                                    <p:set>
                                      <p:cBhvr>
                                        <p:cTn id="255" dur="500" fill="hold"/>
                                        <p:tgtEl>
                                          <p:spTgt spid="112"/>
                                        </p:tgtEl>
                                        <p:attrNameLst>
                                          <p:attrName>fill.type</p:attrName>
                                        </p:attrNameLst>
                                      </p:cBhvr>
                                      <p:to>
                                        <p:strVal val="solid"/>
                                      </p:to>
                                    </p:set>
                                  </p:childTnLst>
                                </p:cTn>
                              </p:par>
                              <p:par>
                                <p:cTn id="256" presetID="16" presetClass="entr" presetSubtype="21" fill="hold" nodeType="withEffect">
                                  <p:stCondLst>
                                    <p:cond delay="0"/>
                                  </p:stCondLst>
                                  <p:childTnLst>
                                    <p:set>
                                      <p:cBhvr>
                                        <p:cTn id="257" dur="1" fill="hold">
                                          <p:stCondLst>
                                            <p:cond delay="0"/>
                                          </p:stCondLst>
                                        </p:cTn>
                                        <p:tgtEl>
                                          <p:spTgt spid="20">
                                            <p:txEl>
                                              <p:pRg st="0" end="0"/>
                                            </p:txEl>
                                          </p:spTgt>
                                        </p:tgtEl>
                                        <p:attrNameLst>
                                          <p:attrName>style.visibility</p:attrName>
                                        </p:attrNameLst>
                                      </p:cBhvr>
                                      <p:to>
                                        <p:strVal val="visible"/>
                                      </p:to>
                                    </p:set>
                                    <p:animEffect transition="in" filter="barn(inVertical)">
                                      <p:cBhvr>
                                        <p:cTn id="258" dur="2500"/>
                                        <p:tgtEl>
                                          <p:spTgt spid="20">
                                            <p:txEl>
                                              <p:pRg st="0" end="0"/>
                                            </p:txEl>
                                          </p:spTgt>
                                        </p:tgtEl>
                                      </p:cBhvr>
                                    </p:animEffect>
                                  </p:childTnLst>
                                </p:cTn>
                              </p:par>
                              <p:par>
                                <p:cTn id="259" presetID="26" presetClass="entr" presetSubtype="0" fill="hold" nodeType="withEffect">
                                  <p:stCondLst>
                                    <p:cond delay="0"/>
                                  </p:stCondLst>
                                  <p:childTnLst>
                                    <p:set>
                                      <p:cBhvr>
                                        <p:cTn id="260" dur="1" fill="hold">
                                          <p:stCondLst>
                                            <p:cond delay="0"/>
                                          </p:stCondLst>
                                        </p:cTn>
                                        <p:tgtEl>
                                          <p:spTgt spid="10"/>
                                        </p:tgtEl>
                                        <p:attrNameLst>
                                          <p:attrName>style.visibility</p:attrName>
                                        </p:attrNameLst>
                                      </p:cBhvr>
                                      <p:to>
                                        <p:strVal val="visible"/>
                                      </p:to>
                                    </p:set>
                                    <p:animEffect transition="in" filter="wipe(down)">
                                      <p:cBhvr>
                                        <p:cTn id="261" dur="942">
                                          <p:stCondLst>
                                            <p:cond delay="0"/>
                                          </p:stCondLst>
                                        </p:cTn>
                                        <p:tgtEl>
                                          <p:spTgt spid="10"/>
                                        </p:tgtEl>
                                      </p:cBhvr>
                                    </p:animEffect>
                                    <p:anim calcmode="lin" valueType="num">
                                      <p:cBhvr>
                                        <p:cTn id="262" dur="2961"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263" dur="1079"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264" dur="1079" tmFilter="0, 0; 0.125,0.2665; 0.25,0.4; 0.375,0.465; 0.5,0.5;  0.625,0.535; 0.75,0.6; 0.875,0.7335; 1,1">
                                          <p:stCondLst>
                                            <p:cond delay="1079"/>
                                          </p:stCondLst>
                                        </p:cTn>
                                        <p:tgtEl>
                                          <p:spTgt spid="10"/>
                                        </p:tgtEl>
                                        <p:attrNameLst>
                                          <p:attrName>ppt_y</p:attrName>
                                        </p:attrNameLst>
                                      </p:cBhvr>
                                      <p:tavLst>
                                        <p:tav tm="0" fmla="#ppt_y-sin(pi*$)/9">
                                          <p:val>
                                            <p:fltVal val="0"/>
                                          </p:val>
                                        </p:tav>
                                        <p:tav tm="100000">
                                          <p:val>
                                            <p:fltVal val="1"/>
                                          </p:val>
                                        </p:tav>
                                      </p:tavLst>
                                    </p:anim>
                                    <p:anim calcmode="lin" valueType="num">
                                      <p:cBhvr>
                                        <p:cTn id="265" dur="540" tmFilter="0, 0; 0.125,0.2665; 0.25,0.4; 0.375,0.465; 0.5,0.5;  0.625,0.535; 0.75,0.6; 0.875,0.7335; 1,1">
                                          <p:stCondLst>
                                            <p:cond delay="2152"/>
                                          </p:stCondLst>
                                        </p:cTn>
                                        <p:tgtEl>
                                          <p:spTgt spid="10"/>
                                        </p:tgtEl>
                                        <p:attrNameLst>
                                          <p:attrName>ppt_y</p:attrName>
                                        </p:attrNameLst>
                                      </p:cBhvr>
                                      <p:tavLst>
                                        <p:tav tm="0" fmla="#ppt_y-sin(pi*$)/27">
                                          <p:val>
                                            <p:fltVal val="0"/>
                                          </p:val>
                                        </p:tav>
                                        <p:tav tm="100000">
                                          <p:val>
                                            <p:fltVal val="1"/>
                                          </p:val>
                                        </p:tav>
                                      </p:tavLst>
                                    </p:anim>
                                    <p:anim calcmode="lin" valueType="num">
                                      <p:cBhvr>
                                        <p:cTn id="266" dur="267" tmFilter="0, 0; 0.125,0.2665; 0.25,0.4; 0.375,0.465; 0.5,0.5;  0.625,0.535; 0.75,0.6; 0.875,0.7335; 1,1">
                                          <p:stCondLst>
                                            <p:cond delay="2691"/>
                                          </p:stCondLst>
                                        </p:cTn>
                                        <p:tgtEl>
                                          <p:spTgt spid="10"/>
                                        </p:tgtEl>
                                        <p:attrNameLst>
                                          <p:attrName>ppt_y</p:attrName>
                                        </p:attrNameLst>
                                      </p:cBhvr>
                                      <p:tavLst>
                                        <p:tav tm="0" fmla="#ppt_y-sin(pi*$)/81">
                                          <p:val>
                                            <p:fltVal val="0"/>
                                          </p:val>
                                        </p:tav>
                                        <p:tav tm="100000">
                                          <p:val>
                                            <p:fltVal val="1"/>
                                          </p:val>
                                        </p:tav>
                                      </p:tavLst>
                                    </p:anim>
                                    <p:animScale>
                                      <p:cBhvr>
                                        <p:cTn id="267" dur="42">
                                          <p:stCondLst>
                                            <p:cond delay="1056"/>
                                          </p:stCondLst>
                                        </p:cTn>
                                        <p:tgtEl>
                                          <p:spTgt spid="10"/>
                                        </p:tgtEl>
                                      </p:cBhvr>
                                      <p:to x="100000" y="60000"/>
                                    </p:animScale>
                                    <p:animScale>
                                      <p:cBhvr>
                                        <p:cTn id="268" dur="270" decel="50000">
                                          <p:stCondLst>
                                            <p:cond delay="1099"/>
                                          </p:stCondLst>
                                        </p:cTn>
                                        <p:tgtEl>
                                          <p:spTgt spid="10"/>
                                        </p:tgtEl>
                                      </p:cBhvr>
                                      <p:to x="100000" y="100000"/>
                                    </p:animScale>
                                    <p:animScale>
                                      <p:cBhvr>
                                        <p:cTn id="269" dur="42">
                                          <p:stCondLst>
                                            <p:cond delay="2132"/>
                                          </p:stCondLst>
                                        </p:cTn>
                                        <p:tgtEl>
                                          <p:spTgt spid="10"/>
                                        </p:tgtEl>
                                      </p:cBhvr>
                                      <p:to x="100000" y="80000"/>
                                    </p:animScale>
                                    <p:animScale>
                                      <p:cBhvr>
                                        <p:cTn id="270" dur="270" decel="50000">
                                          <p:stCondLst>
                                            <p:cond delay="2174"/>
                                          </p:stCondLst>
                                        </p:cTn>
                                        <p:tgtEl>
                                          <p:spTgt spid="10"/>
                                        </p:tgtEl>
                                      </p:cBhvr>
                                      <p:to x="100000" y="100000"/>
                                    </p:animScale>
                                    <p:animScale>
                                      <p:cBhvr>
                                        <p:cTn id="271" dur="42">
                                          <p:stCondLst>
                                            <p:cond delay="2668"/>
                                          </p:stCondLst>
                                        </p:cTn>
                                        <p:tgtEl>
                                          <p:spTgt spid="10"/>
                                        </p:tgtEl>
                                      </p:cBhvr>
                                      <p:to x="100000" y="90000"/>
                                    </p:animScale>
                                    <p:animScale>
                                      <p:cBhvr>
                                        <p:cTn id="272" dur="270" decel="50000">
                                          <p:stCondLst>
                                            <p:cond delay="2711"/>
                                          </p:stCondLst>
                                        </p:cTn>
                                        <p:tgtEl>
                                          <p:spTgt spid="10"/>
                                        </p:tgtEl>
                                      </p:cBhvr>
                                      <p:to x="100000" y="100000"/>
                                    </p:animScale>
                                    <p:animScale>
                                      <p:cBhvr>
                                        <p:cTn id="273" dur="42">
                                          <p:stCondLst>
                                            <p:cond delay="2938"/>
                                          </p:stCondLst>
                                        </p:cTn>
                                        <p:tgtEl>
                                          <p:spTgt spid="10"/>
                                        </p:tgtEl>
                                      </p:cBhvr>
                                      <p:to x="100000" y="95000"/>
                                    </p:animScale>
                                    <p:animScale>
                                      <p:cBhvr>
                                        <p:cTn id="274" dur="270" decel="50000">
                                          <p:stCondLst>
                                            <p:cond delay="2980"/>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275" repeatCount="indefinite" fill="hold" display="0">
                  <p:stCondLst>
                    <p:cond delay="indefinite"/>
                  </p:stCondLst>
                  <p:endCondLst>
                    <p:cond evt="onStopAudio" delay="0">
                      <p:tgtEl>
                        <p:sldTgt/>
                      </p:tgtEl>
                    </p:cond>
                  </p:endCondLst>
                </p:cTn>
                <p:tgtEl>
                  <p:spTgt spid="65"/>
                </p:tgtEl>
              </p:cMediaNode>
            </p:audio>
          </p:childTnLst>
        </p:cTn>
      </p:par>
    </p:tnLst>
    <p:bldLst>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12" grpId="0" animBg="1"/>
      <p:bldP spid="62" grpId="0" animBg="1"/>
      <p:bldP spid="63" grpId="0" animBg="1"/>
      <p:bldP spid="64" grpId="0" animBg="1"/>
      <p:bldP spid="107" grpId="0" build="allAtOnce"/>
      <p:bldP spid="107" grpId="1" build="allAtOnce"/>
      <p:bldP spid="107" grpId="2" build="allAtOnce"/>
      <p:bldP spid="107" grpId="3" build="allAtOnce"/>
      <p:bldP spid="107" grpId="4" build="allAtOnce"/>
      <p:bldP spid="107" grpId="5" build="allAtOnce"/>
      <p:bldP spid="107" grpId="6" build="allAtOnce"/>
      <p:bldP spid="107" grpId="16" build="allAtOnce"/>
      <p:bldP spid="108" grpId="0" build="allAtOnce"/>
      <p:bldP spid="108" grpId="1" build="allAtOnce"/>
      <p:bldP spid="108" grpId="2" build="allAtOnce"/>
      <p:bldP spid="108" grpId="3" build="allAtOnce"/>
      <p:bldP spid="108" grpId="4" build="allAtOnce"/>
      <p:bldP spid="108" grpId="5" build="allAtOnce"/>
      <p:bldP spid="108" grpId="6" build="allAtOnce"/>
      <p:bldP spid="108" grpId="16" build="allAtOnce"/>
      <p:bldP spid="109" grpId="0" build="allAtOnce"/>
      <p:bldP spid="109" grpId="1" build="allAtOnce"/>
      <p:bldP spid="109" grpId="2" build="allAtOnce"/>
      <p:bldP spid="109" grpId="3" build="allAtOnce"/>
      <p:bldP spid="109" grpId="4" build="allAtOnce"/>
      <p:bldP spid="109" grpId="16" build="allAtOnce"/>
      <p:bldP spid="25" grpId="0"/>
      <p:bldP spid="112" grpId="0"/>
      <p:bldP spid="112" grpId="1"/>
      <p:bldP spid="112" grpId="2"/>
      <p:bldP spid="112" grpId="3"/>
      <p:bldP spid="112" grpId="4"/>
      <p:bldP spid="112" grpId="5"/>
      <p:bldP spid="112" grpId="6"/>
      <p:bldP spid="112" grpId="7"/>
      <p:bldP spid="112" grpId="8"/>
      <p:bldP spid="112" grpId="9"/>
      <p:bldP spid="112" grpId="10"/>
      <p:bldP spid="11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DFDA"/>
        </a:solidFill>
        <a:effectLst/>
      </p:bgPr>
    </p:bg>
    <p:spTree>
      <p:nvGrpSpPr>
        <p:cNvPr id="1" name=""/>
        <p:cNvGrpSpPr/>
        <p:nvPr/>
      </p:nvGrpSpPr>
      <p:grpSpPr>
        <a:xfrm>
          <a:off x="0" y="0"/>
          <a:ext cx="0" cy="0"/>
          <a:chOff x="0" y="0"/>
          <a:chExt cx="0" cy="0"/>
        </a:xfrm>
      </p:grpSpPr>
      <p:sp>
        <p:nvSpPr>
          <p:cNvPr id="7" name="Rectangle 6"/>
          <p:cNvSpPr/>
          <p:nvPr/>
        </p:nvSpPr>
        <p:spPr>
          <a:xfrm rot="2719151">
            <a:off x="-719389" y="6209537"/>
            <a:ext cx="1641886" cy="1126837"/>
          </a:xfrm>
          <a:prstGeom prst="rect">
            <a:avLst/>
          </a:prstGeom>
          <a:solidFill>
            <a:srgbClr val="B5D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rot="18936647">
            <a:off x="483640" y="5171557"/>
            <a:ext cx="277091" cy="22864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8497455" y="0"/>
            <a:ext cx="3694545" cy="6858000"/>
          </a:xfrm>
          <a:prstGeom prst="rect">
            <a:avLst/>
          </a:prstGeom>
          <a:blipFill>
            <a:blip r:embed="rId2"/>
            <a:stretch>
              <a:fillRect/>
            </a:stretch>
          </a:blipFill>
        </p:spPr>
        <p:txBody>
          <a:bodyPr wrap="square" rtlCol="0">
            <a:spAutoFit/>
          </a:bodyPr>
          <a:lstStyle/>
          <a:p>
            <a:endParaRPr lang="en-US" dirty="0"/>
          </a:p>
        </p:txBody>
      </p:sp>
      <p:sp>
        <p:nvSpPr>
          <p:cNvPr id="13" name="Rectangle 12"/>
          <p:cNvSpPr/>
          <p:nvPr/>
        </p:nvSpPr>
        <p:spPr>
          <a:xfrm rot="1298593">
            <a:off x="9388082" y="-401819"/>
            <a:ext cx="419165" cy="7820763"/>
          </a:xfrm>
          <a:prstGeom prst="rect">
            <a:avLst/>
          </a:prstGeom>
          <a:solidFill>
            <a:srgbClr val="B5D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1298498">
            <a:off x="8991640" y="-536038"/>
            <a:ext cx="433531" cy="79300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1319252">
            <a:off x="7797756" y="-864478"/>
            <a:ext cx="1770184" cy="5374440"/>
          </a:xfrm>
          <a:prstGeom prst="rect">
            <a:avLst/>
          </a:prstGeom>
          <a:solidFill>
            <a:srgbClr val="FEDF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hlinkClick r:id="" action="ppaction://hlinkshowjump?jump=nextslide"/>
          </p:cNvPr>
          <p:cNvSpPr/>
          <p:nvPr/>
        </p:nvSpPr>
        <p:spPr>
          <a:xfrm>
            <a:off x="9389601" y="2321041"/>
            <a:ext cx="652650" cy="587322"/>
          </a:xfrm>
          <a:prstGeom prst="ellipse">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hlinkClick r:id="rId4" action="ppaction://hlinksldjump"/>
          </p:cNvPr>
          <p:cNvSpPr/>
          <p:nvPr/>
        </p:nvSpPr>
        <p:spPr>
          <a:xfrm>
            <a:off x="8970503" y="3334625"/>
            <a:ext cx="745423" cy="761402"/>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hlinkClick r:id="rId6" action="ppaction://hlinksldjump"/>
          </p:cNvPr>
          <p:cNvSpPr/>
          <p:nvPr/>
        </p:nvSpPr>
        <p:spPr>
          <a:xfrm>
            <a:off x="8382733" y="4893135"/>
            <a:ext cx="652650" cy="587322"/>
          </a:xfrm>
          <a:prstGeom prst="ellipse">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p:nvPr/>
        </p:nvCxnSpPr>
        <p:spPr>
          <a:xfrm flipH="1">
            <a:off x="8171130" y="2745906"/>
            <a:ext cx="1218471" cy="0"/>
          </a:xfrm>
          <a:prstGeom prst="line">
            <a:avLst/>
          </a:prstGeom>
          <a:ln w="28575">
            <a:solidFill>
              <a:srgbClr val="B5D0DB"/>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6883391" y="5304690"/>
            <a:ext cx="1499342" cy="10254"/>
          </a:xfrm>
          <a:prstGeom prst="line">
            <a:avLst/>
          </a:prstGeom>
          <a:ln w="28575">
            <a:solidFill>
              <a:srgbClr val="B5D0DB"/>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flipV="1">
            <a:off x="7909358" y="3880106"/>
            <a:ext cx="1176193" cy="2650"/>
          </a:xfrm>
          <a:prstGeom prst="line">
            <a:avLst/>
          </a:prstGeom>
          <a:ln w="28575">
            <a:solidFill>
              <a:srgbClr val="B5D0DB"/>
            </a:solidFill>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78886" y="5047328"/>
            <a:ext cx="560880" cy="549660"/>
          </a:xfrm>
          <a:prstGeom prst="ellipse">
            <a:avLst/>
          </a:prstGeom>
          <a:solidFill>
            <a:srgbClr val="F5C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191379" y="4645891"/>
            <a:ext cx="381230" cy="357368"/>
          </a:xfrm>
          <a:prstGeom prst="ellipse">
            <a:avLst/>
          </a:prstGeom>
          <a:solidFill>
            <a:srgbClr val="F5CA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7080569" y="2374190"/>
            <a:ext cx="1602752" cy="646331"/>
          </a:xfrm>
          <a:prstGeom prst="rect">
            <a:avLst/>
          </a:prstGeom>
          <a:noFill/>
        </p:spPr>
        <p:txBody>
          <a:bodyPr wrap="square" rtlCol="0">
            <a:spAutoFit/>
          </a:bodyPr>
          <a:lstStyle/>
          <a:p>
            <a:r>
              <a:rPr lang="en-US" sz="3600" dirty="0" smtClean="0">
                <a:latin typeface="David" panose="020E0502060401010101" pitchFamily="34" charset="-79"/>
                <a:cs typeface="David" panose="020E0502060401010101" pitchFamily="34" charset="-79"/>
              </a:rPr>
              <a:t>cake</a:t>
            </a:r>
            <a:endParaRPr lang="en-US" sz="3600" dirty="0">
              <a:latin typeface="David" panose="020E0502060401010101" pitchFamily="34" charset="-79"/>
              <a:cs typeface="David" panose="020E0502060401010101" pitchFamily="34" charset="-79"/>
            </a:endParaRPr>
          </a:p>
        </p:txBody>
      </p:sp>
      <p:sp>
        <p:nvSpPr>
          <p:cNvPr id="22" name="TextBox 21"/>
          <p:cNvSpPr txBox="1"/>
          <p:nvPr/>
        </p:nvSpPr>
        <p:spPr>
          <a:xfrm>
            <a:off x="3564585" y="3508562"/>
            <a:ext cx="4775543" cy="646331"/>
          </a:xfrm>
          <a:prstGeom prst="rect">
            <a:avLst/>
          </a:prstGeom>
          <a:noFill/>
        </p:spPr>
        <p:txBody>
          <a:bodyPr wrap="square" rtlCol="0">
            <a:spAutoFit/>
          </a:bodyPr>
          <a:lstStyle/>
          <a:p>
            <a:r>
              <a:rPr lang="en-US" sz="3600" dirty="0" err="1">
                <a:latin typeface="David" panose="020E0502060401010101" pitchFamily="34" charset="-79"/>
                <a:cs typeface="David" panose="020E0502060401010101" pitchFamily="34" charset="-79"/>
              </a:rPr>
              <a:t>Tipe</a:t>
            </a:r>
            <a:r>
              <a:rPr lang="en-US" sz="3600" dirty="0">
                <a:latin typeface="David" panose="020E0502060401010101" pitchFamily="34" charset="-79"/>
                <a:cs typeface="David" panose="020E0502060401010101" pitchFamily="34" charset="-79"/>
              </a:rPr>
              <a:t> for a spongy cake</a:t>
            </a:r>
          </a:p>
        </p:txBody>
      </p:sp>
      <p:sp>
        <p:nvSpPr>
          <p:cNvPr id="27" name="TextBox 26"/>
          <p:cNvSpPr txBox="1"/>
          <p:nvPr/>
        </p:nvSpPr>
        <p:spPr>
          <a:xfrm>
            <a:off x="2545983" y="4950657"/>
            <a:ext cx="4423434" cy="646331"/>
          </a:xfrm>
          <a:prstGeom prst="rect">
            <a:avLst/>
          </a:prstGeom>
          <a:noFill/>
        </p:spPr>
        <p:txBody>
          <a:bodyPr wrap="square" rtlCol="0">
            <a:spAutoFit/>
          </a:bodyPr>
          <a:lstStyle/>
          <a:p>
            <a:r>
              <a:rPr lang="en-US" sz="3600" dirty="0">
                <a:latin typeface="David" panose="020E0502060401010101" pitchFamily="34" charset="-79"/>
                <a:cs typeface="David" panose="020E0502060401010101" pitchFamily="34" charset="-79"/>
              </a:rPr>
              <a:t>the most popular cakes</a:t>
            </a:r>
          </a:p>
        </p:txBody>
      </p:sp>
      <p:sp>
        <p:nvSpPr>
          <p:cNvPr id="5" name="TextBox 4"/>
          <p:cNvSpPr txBox="1"/>
          <p:nvPr/>
        </p:nvSpPr>
        <p:spPr>
          <a:xfrm>
            <a:off x="3597809" y="342888"/>
            <a:ext cx="2970617" cy="707886"/>
          </a:xfrm>
          <a:prstGeom prst="rect">
            <a:avLst/>
          </a:prstGeom>
          <a:noFill/>
        </p:spPr>
        <p:txBody>
          <a:bodyPr wrap="square" rtlCol="0">
            <a:spAutoFit/>
          </a:bodyPr>
          <a:lstStyle/>
          <a:p>
            <a:pPr algn="ctr"/>
            <a:r>
              <a:rPr lang="en-US" sz="4000" b="1" dirty="0" smtClean="0">
                <a:solidFill>
                  <a:srgbClr val="FF66CC"/>
                </a:solidFill>
                <a:latin typeface="Cooper Black" panose="0208090404030B020404" pitchFamily="18" charset="0"/>
              </a:rPr>
              <a:t>menu</a:t>
            </a:r>
            <a:endParaRPr lang="en-US" sz="4000" b="1" dirty="0">
              <a:solidFill>
                <a:srgbClr val="FF66CC"/>
              </a:solidFill>
              <a:latin typeface="Cooper Black" panose="0208090404030B020404" pitchFamily="18" charset="0"/>
            </a:endParaRPr>
          </a:p>
        </p:txBody>
      </p:sp>
      <p:sp>
        <p:nvSpPr>
          <p:cNvPr id="2" name="TextBox 1"/>
          <p:cNvSpPr txBox="1"/>
          <p:nvPr/>
        </p:nvSpPr>
        <p:spPr>
          <a:xfrm>
            <a:off x="7298327" y="3003115"/>
            <a:ext cx="1275126" cy="461665"/>
          </a:xfrm>
          <a:prstGeom prst="rect">
            <a:avLst/>
          </a:prstGeom>
          <a:noFill/>
        </p:spPr>
        <p:txBody>
          <a:bodyPr wrap="square" rtlCol="0">
            <a:spAutoFit/>
          </a:bodyPr>
          <a:lstStyle/>
          <a:p>
            <a:pPr algn="ctr"/>
            <a:r>
              <a:rPr lang="fa-IR" sz="2400" dirty="0" smtClean="0">
                <a:cs typeface="B Koodak" panose="00000700000000000000" pitchFamily="2" charset="-78"/>
              </a:rPr>
              <a:t>کیک</a:t>
            </a:r>
            <a:endParaRPr lang="en-US" sz="2400" dirty="0">
              <a:cs typeface="B Koodak" panose="00000700000000000000" pitchFamily="2" charset="-78"/>
            </a:endParaRPr>
          </a:p>
        </p:txBody>
      </p:sp>
      <p:sp>
        <p:nvSpPr>
          <p:cNvPr id="21" name="TextBox 20"/>
          <p:cNvSpPr txBox="1"/>
          <p:nvPr/>
        </p:nvSpPr>
        <p:spPr>
          <a:xfrm>
            <a:off x="4539492" y="4123579"/>
            <a:ext cx="3421116" cy="461665"/>
          </a:xfrm>
          <a:prstGeom prst="rect">
            <a:avLst/>
          </a:prstGeom>
          <a:noFill/>
        </p:spPr>
        <p:txBody>
          <a:bodyPr wrap="square" rtlCol="0">
            <a:spAutoFit/>
          </a:bodyPr>
          <a:lstStyle/>
          <a:p>
            <a:pPr algn="ctr"/>
            <a:r>
              <a:rPr lang="fa-IR" sz="2400" dirty="0" smtClean="0">
                <a:cs typeface="B Koodak" panose="00000700000000000000" pitchFamily="2" charset="-78"/>
              </a:rPr>
              <a:t>نکاتی برای کیک اسفنجی</a:t>
            </a:r>
            <a:endParaRPr lang="en-US" sz="2400" dirty="0">
              <a:cs typeface="B Koodak" panose="00000700000000000000" pitchFamily="2" charset="-78"/>
            </a:endParaRPr>
          </a:p>
        </p:txBody>
      </p:sp>
      <p:sp>
        <p:nvSpPr>
          <p:cNvPr id="26" name="TextBox 25"/>
          <p:cNvSpPr txBox="1"/>
          <p:nvPr/>
        </p:nvSpPr>
        <p:spPr>
          <a:xfrm>
            <a:off x="4618192" y="5540710"/>
            <a:ext cx="2638823" cy="461665"/>
          </a:xfrm>
          <a:prstGeom prst="rect">
            <a:avLst/>
          </a:prstGeom>
          <a:noFill/>
        </p:spPr>
        <p:txBody>
          <a:bodyPr wrap="square" rtlCol="0">
            <a:spAutoFit/>
          </a:bodyPr>
          <a:lstStyle/>
          <a:p>
            <a:pPr algn="ctr"/>
            <a:r>
              <a:rPr lang="fa-IR" sz="2400" dirty="0" smtClean="0">
                <a:cs typeface="B Koodak" panose="00000700000000000000" pitchFamily="2" charset="-78"/>
              </a:rPr>
              <a:t>کیک های محبوب </a:t>
            </a:r>
            <a:endParaRPr lang="en-US" sz="2400" dirty="0">
              <a:cs typeface="B Koodak" panose="00000700000000000000" pitchFamily="2" charset="-78"/>
            </a:endParaRPr>
          </a:p>
        </p:txBody>
      </p:sp>
    </p:spTree>
    <p:extLst>
      <p:ext uri="{BB962C8B-B14F-4D97-AF65-F5344CB8AC3E}">
        <p14:creationId xmlns:p14="http://schemas.microsoft.com/office/powerpoint/2010/main" val="1839660197"/>
      </p:ext>
    </p:extLst>
  </p:cSld>
  <p:clrMapOvr>
    <a:masterClrMapping/>
  </p:clrMapOvr>
  <mc:AlternateContent xmlns:mc="http://schemas.openxmlformats.org/markup-compatibility/2006" xmlns:p14="http://schemas.microsoft.com/office/powerpoint/2010/main">
    <mc:Choice Requires="p14">
      <p:transition spd="slow" p14:dur="1250" advTm="8000">
        <p14:switch dir="r"/>
      </p:transition>
    </mc:Choice>
    <mc:Fallback xmlns="">
      <p:transition spd="slow" advTm="8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mph" presetSubtype="2" fill="hold" nodeType="withEffect">
                                  <p:stCondLst>
                                    <p:cond delay="0"/>
                                  </p:stCondLst>
                                  <p:childTnLst>
                                    <p:animClr clrSpc="rgb" dir="cw">
                                      <p:cBhvr>
                                        <p:cTn id="6" dur="2000" fill="hold"/>
                                        <p:tgtEl>
                                          <p:spTgt spid="32"/>
                                        </p:tgtEl>
                                        <p:attrNameLst>
                                          <p:attrName>stroke.color</p:attrName>
                                        </p:attrNameLst>
                                      </p:cBhvr>
                                      <p:to>
                                        <a:srgbClr val="CE7A91"/>
                                      </p:to>
                                    </p:animClr>
                                    <p:set>
                                      <p:cBhvr>
                                        <p:cTn id="7" dur="2000" fill="hold"/>
                                        <p:tgtEl>
                                          <p:spTgt spid="32"/>
                                        </p:tgtEl>
                                        <p:attrNameLst>
                                          <p:attrName>stroke.on</p:attrName>
                                        </p:attrNameLst>
                                      </p:cBhvr>
                                      <p:to>
                                        <p:strVal val="true"/>
                                      </p:to>
                                    </p:set>
                                  </p:childTnLst>
                                </p:cTn>
                              </p:par>
                              <p:par>
                                <p:cTn id="8" presetID="7" presetClass="emph" presetSubtype="2" fill="hold" nodeType="withEffect">
                                  <p:stCondLst>
                                    <p:cond delay="0"/>
                                  </p:stCondLst>
                                  <p:childTnLst>
                                    <p:animClr clrSpc="rgb" dir="cw">
                                      <p:cBhvr>
                                        <p:cTn id="9" dur="2000" fill="hold"/>
                                        <p:tgtEl>
                                          <p:spTgt spid="31"/>
                                        </p:tgtEl>
                                        <p:attrNameLst>
                                          <p:attrName>stroke.color</p:attrName>
                                        </p:attrNameLst>
                                      </p:cBhvr>
                                      <p:to>
                                        <a:srgbClr val="CE7A91"/>
                                      </p:to>
                                    </p:animClr>
                                    <p:set>
                                      <p:cBhvr>
                                        <p:cTn id="10" dur="2000" fill="hold"/>
                                        <p:tgtEl>
                                          <p:spTgt spid="31"/>
                                        </p:tgtEl>
                                        <p:attrNameLst>
                                          <p:attrName>stroke.on</p:attrName>
                                        </p:attrNameLst>
                                      </p:cBhvr>
                                      <p:to>
                                        <p:strVal val="true"/>
                                      </p:to>
                                    </p:set>
                                  </p:childTnLst>
                                </p:cTn>
                              </p:par>
                              <p:par>
                                <p:cTn id="11" presetID="13" presetClass="entr" presetSubtype="16" fill="hold" grpId="16" nodeType="withEffect">
                                  <p:stCondLst>
                                    <p:cond delay="0"/>
                                  </p:stCondLst>
                                  <p:childTnLst>
                                    <p:set>
                                      <p:cBhvr>
                                        <p:cTn id="12" dur="1" fill="hold">
                                          <p:stCondLst>
                                            <p:cond delay="0"/>
                                          </p:stCondLst>
                                        </p:cTn>
                                        <p:tgtEl>
                                          <p:spTgt spid="22">
                                            <p:txEl>
                                              <p:pRg st="0" end="0"/>
                                            </p:txEl>
                                          </p:spTgt>
                                        </p:tgtEl>
                                        <p:attrNameLst>
                                          <p:attrName>style.visibility</p:attrName>
                                        </p:attrNameLst>
                                      </p:cBhvr>
                                      <p:to>
                                        <p:strVal val="visible"/>
                                      </p:to>
                                    </p:set>
                                    <p:animEffect transition="in" filter="plus(in)">
                                      <p:cBhvr>
                                        <p:cTn id="13" dur="1500"/>
                                        <p:tgtEl>
                                          <p:spTgt spid="22">
                                            <p:txEl>
                                              <p:pRg st="0" end="0"/>
                                            </p:txEl>
                                          </p:spTgt>
                                        </p:tgtEl>
                                      </p:cBhvr>
                                    </p:animEffect>
                                  </p:childTnLst>
                                </p:cTn>
                              </p:par>
                              <p:par>
                                <p:cTn id="14" presetID="14" presetClass="entr" presetSubtype="10" fill="hold" grpId="0" nodeType="withEffect">
                                  <p:stCondLst>
                                    <p:cond delay="1800"/>
                                  </p:stCondLst>
                                  <p:childTnLst>
                                    <p:set>
                                      <p:cBhvr>
                                        <p:cTn id="15" dur="1" fill="hold">
                                          <p:stCondLst>
                                            <p:cond delay="0"/>
                                          </p:stCondLst>
                                        </p:cTn>
                                        <p:tgtEl>
                                          <p:spTgt spid="21"/>
                                        </p:tgtEl>
                                        <p:attrNameLst>
                                          <p:attrName>style.visibility</p:attrName>
                                        </p:attrNameLst>
                                      </p:cBhvr>
                                      <p:to>
                                        <p:strVal val="visible"/>
                                      </p:to>
                                    </p:set>
                                    <p:animEffect transition="in" filter="randombar(horizontal)">
                                      <p:cBhvr>
                                        <p:cTn id="16" dur="1750"/>
                                        <p:tgtEl>
                                          <p:spTgt spid="21"/>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ircle(in)">
                                      <p:cBhvr>
                                        <p:cTn id="19" dur="1500"/>
                                        <p:tgtEl>
                                          <p:spTgt spid="3"/>
                                        </p:tgtEl>
                                      </p:cBhvr>
                                    </p:animEffect>
                                  </p:childTnLst>
                                </p:cTn>
                              </p:par>
                              <p:par>
                                <p:cTn id="20" presetID="14" presetClass="entr" presetSubtype="10" fill="hold" grpId="0" nodeType="withEffect">
                                  <p:stCondLst>
                                    <p:cond delay="2200"/>
                                  </p:stCondLst>
                                  <p:childTnLst>
                                    <p:set>
                                      <p:cBhvr>
                                        <p:cTn id="21" dur="1" fill="hold">
                                          <p:stCondLst>
                                            <p:cond delay="0"/>
                                          </p:stCondLst>
                                        </p:cTn>
                                        <p:tgtEl>
                                          <p:spTgt spid="2"/>
                                        </p:tgtEl>
                                        <p:attrNameLst>
                                          <p:attrName>style.visibility</p:attrName>
                                        </p:attrNameLst>
                                      </p:cBhvr>
                                      <p:to>
                                        <p:strVal val="visible"/>
                                      </p:to>
                                    </p:set>
                                    <p:animEffect transition="in" filter="randombar(horizontal)">
                                      <p:cBhvr>
                                        <p:cTn id="22" dur="1750"/>
                                        <p:tgtEl>
                                          <p:spTgt spid="2"/>
                                        </p:tgtEl>
                                      </p:cBhvr>
                                    </p:animEffect>
                                  </p:childTnLst>
                                </p:cTn>
                              </p:par>
                              <p:par>
                                <p:cTn id="23" presetID="10" presetClass="entr" presetSubtype="0" fill="hold" grpId="4"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fade">
                                      <p:cBhvr>
                                        <p:cTn id="25" dur="2000"/>
                                        <p:tgtEl>
                                          <p:spTgt spid="5">
                                            <p:txEl>
                                              <p:pRg st="0" end="0"/>
                                            </p:txEl>
                                          </p:spTgt>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circle(in)">
                                      <p:cBhvr>
                                        <p:cTn id="28" dur="1750"/>
                                        <p:tgtEl>
                                          <p:spTgt spid="27"/>
                                        </p:tgtEl>
                                      </p:cBhvr>
                                    </p:animEffect>
                                  </p:childTnLst>
                                </p:cTn>
                              </p:par>
                              <p:par>
                                <p:cTn id="29" presetID="14" presetClass="entr" presetSubtype="10" fill="hold" grpId="0" nodeType="withEffect">
                                  <p:stCondLst>
                                    <p:cond delay="2500"/>
                                  </p:stCondLst>
                                  <p:childTnLst>
                                    <p:set>
                                      <p:cBhvr>
                                        <p:cTn id="30" dur="1" fill="hold">
                                          <p:stCondLst>
                                            <p:cond delay="0"/>
                                          </p:stCondLst>
                                        </p:cTn>
                                        <p:tgtEl>
                                          <p:spTgt spid="26"/>
                                        </p:tgtEl>
                                        <p:attrNameLst>
                                          <p:attrName>style.visibility</p:attrName>
                                        </p:attrNameLst>
                                      </p:cBhvr>
                                      <p:to>
                                        <p:strVal val="visible"/>
                                      </p:to>
                                    </p:set>
                                    <p:animEffect transition="in" filter="randombar(horizontal)">
                                      <p:cBhvr>
                                        <p:cTn id="31" dur="1750"/>
                                        <p:tgtEl>
                                          <p:spTgt spid="26"/>
                                        </p:tgtEl>
                                      </p:cBhvr>
                                    </p:animEffect>
                                  </p:childTnLst>
                                </p:cTn>
                              </p:par>
                              <p:par>
                                <p:cTn id="32" presetID="21" presetClass="emph" presetSubtype="0" fill="hold" nodeType="withEffect">
                                  <p:stCondLst>
                                    <p:cond delay="1600"/>
                                  </p:stCondLst>
                                  <p:childTnLst>
                                    <p:animClr clrSpc="hsl" dir="cw">
                                      <p:cBhvr override="childStyle">
                                        <p:cTn id="33" dur="500" fill="hold"/>
                                        <p:tgtEl>
                                          <p:spTgt spid="5">
                                            <p:txEl>
                                              <p:pRg st="0" end="0"/>
                                            </p:txEl>
                                          </p:spTgt>
                                        </p:tgtEl>
                                        <p:attrNameLst>
                                          <p:attrName>style.color</p:attrName>
                                        </p:attrNameLst>
                                      </p:cBhvr>
                                      <p:by>
                                        <p:hsl h="7200000" s="0" l="0"/>
                                      </p:by>
                                    </p:animClr>
                                    <p:animClr clrSpc="hsl" dir="cw">
                                      <p:cBhvr>
                                        <p:cTn id="34" dur="500" fill="hold"/>
                                        <p:tgtEl>
                                          <p:spTgt spid="5">
                                            <p:txEl>
                                              <p:pRg st="0" end="0"/>
                                            </p:txEl>
                                          </p:spTgt>
                                        </p:tgtEl>
                                        <p:attrNameLst>
                                          <p:attrName>fillcolor</p:attrName>
                                        </p:attrNameLst>
                                      </p:cBhvr>
                                      <p:by>
                                        <p:hsl h="7200000" s="0" l="0"/>
                                      </p:by>
                                    </p:animClr>
                                    <p:animClr clrSpc="hsl" dir="cw">
                                      <p:cBhvr>
                                        <p:cTn id="35" dur="500" fill="hold"/>
                                        <p:tgtEl>
                                          <p:spTgt spid="5">
                                            <p:txEl>
                                              <p:pRg st="0" end="0"/>
                                            </p:txEl>
                                          </p:spTgt>
                                        </p:tgtEl>
                                        <p:attrNameLst>
                                          <p:attrName>stroke.color</p:attrName>
                                        </p:attrNameLst>
                                      </p:cBhvr>
                                      <p:by>
                                        <p:hsl h="7200000" s="0" l="0"/>
                                      </p:by>
                                    </p:animClr>
                                    <p:set>
                                      <p:cBhvr>
                                        <p:cTn id="36" dur="500" fill="hold"/>
                                        <p:tgtEl>
                                          <p:spTgt spid="5">
                                            <p:txEl>
                                              <p:pRg st="0" end="0"/>
                                            </p:txEl>
                                          </p:spTgt>
                                        </p:tgtEl>
                                        <p:attrNameLst>
                                          <p:attrName>fill.type</p:attrName>
                                        </p:attrNameLst>
                                      </p:cBhvr>
                                      <p:to>
                                        <p:strVal val="solid"/>
                                      </p:to>
                                    </p:set>
                                  </p:childTnLst>
                                </p:cTn>
                              </p:par>
                              <p:par>
                                <p:cTn id="37" presetID="21" presetClass="emph" presetSubtype="0" fill="hold" grpId="0" nodeType="withEffect">
                                  <p:stCondLst>
                                    <p:cond delay="2200"/>
                                  </p:stCondLst>
                                  <p:childTnLst>
                                    <p:animClr clrSpc="hsl" dir="cw">
                                      <p:cBhvr override="childStyle">
                                        <p:cTn id="38" dur="500" fill="hold"/>
                                        <p:tgtEl>
                                          <p:spTgt spid="5">
                                            <p:txEl>
                                              <p:pRg st="0" end="0"/>
                                            </p:txEl>
                                          </p:spTgt>
                                        </p:tgtEl>
                                        <p:attrNameLst>
                                          <p:attrName>style.color</p:attrName>
                                        </p:attrNameLst>
                                      </p:cBhvr>
                                      <p:by>
                                        <p:hsl h="7200000" s="0" l="0"/>
                                      </p:by>
                                    </p:animClr>
                                    <p:animClr clrSpc="hsl" dir="cw">
                                      <p:cBhvr>
                                        <p:cTn id="39" dur="500" fill="hold"/>
                                        <p:tgtEl>
                                          <p:spTgt spid="5">
                                            <p:txEl>
                                              <p:pRg st="0" end="0"/>
                                            </p:txEl>
                                          </p:spTgt>
                                        </p:tgtEl>
                                        <p:attrNameLst>
                                          <p:attrName>fillcolor</p:attrName>
                                        </p:attrNameLst>
                                      </p:cBhvr>
                                      <p:by>
                                        <p:hsl h="7200000" s="0" l="0"/>
                                      </p:by>
                                    </p:animClr>
                                    <p:animClr clrSpc="hsl" dir="cw">
                                      <p:cBhvr>
                                        <p:cTn id="40" dur="500" fill="hold"/>
                                        <p:tgtEl>
                                          <p:spTgt spid="5">
                                            <p:txEl>
                                              <p:pRg st="0" end="0"/>
                                            </p:txEl>
                                          </p:spTgt>
                                        </p:tgtEl>
                                        <p:attrNameLst>
                                          <p:attrName>stroke.color</p:attrName>
                                        </p:attrNameLst>
                                      </p:cBhvr>
                                      <p:by>
                                        <p:hsl h="7200000" s="0" l="0"/>
                                      </p:by>
                                    </p:animClr>
                                    <p:set>
                                      <p:cBhvr>
                                        <p:cTn id="41" dur="500" fill="hold"/>
                                        <p:tgtEl>
                                          <p:spTgt spid="5">
                                            <p:txEl>
                                              <p:pRg st="0" end="0"/>
                                            </p:txEl>
                                          </p:spTgt>
                                        </p:tgtEl>
                                        <p:attrNameLst>
                                          <p:attrName>fill.type</p:attrName>
                                        </p:attrNameLst>
                                      </p:cBhvr>
                                      <p:to>
                                        <p:strVal val="solid"/>
                                      </p:to>
                                    </p:set>
                                  </p:childTnLst>
                                </p:cTn>
                              </p:par>
                              <p:par>
                                <p:cTn id="42" presetID="21" presetClass="emph" presetSubtype="0" fill="hold" grpId="1" nodeType="withEffect">
                                  <p:stCondLst>
                                    <p:cond delay="2800"/>
                                  </p:stCondLst>
                                  <p:childTnLst>
                                    <p:animClr clrSpc="hsl" dir="cw">
                                      <p:cBhvr override="childStyle">
                                        <p:cTn id="43" dur="500" fill="hold"/>
                                        <p:tgtEl>
                                          <p:spTgt spid="5">
                                            <p:txEl>
                                              <p:pRg st="0" end="0"/>
                                            </p:txEl>
                                          </p:spTgt>
                                        </p:tgtEl>
                                        <p:attrNameLst>
                                          <p:attrName>style.color</p:attrName>
                                        </p:attrNameLst>
                                      </p:cBhvr>
                                      <p:by>
                                        <p:hsl h="7200000" s="0" l="0"/>
                                      </p:by>
                                    </p:animClr>
                                    <p:animClr clrSpc="hsl" dir="cw">
                                      <p:cBhvr>
                                        <p:cTn id="44" dur="500" fill="hold"/>
                                        <p:tgtEl>
                                          <p:spTgt spid="5">
                                            <p:txEl>
                                              <p:pRg st="0" end="0"/>
                                            </p:txEl>
                                          </p:spTgt>
                                        </p:tgtEl>
                                        <p:attrNameLst>
                                          <p:attrName>fillcolor</p:attrName>
                                        </p:attrNameLst>
                                      </p:cBhvr>
                                      <p:by>
                                        <p:hsl h="7200000" s="0" l="0"/>
                                      </p:by>
                                    </p:animClr>
                                    <p:animClr clrSpc="hsl" dir="cw">
                                      <p:cBhvr>
                                        <p:cTn id="45" dur="500" fill="hold"/>
                                        <p:tgtEl>
                                          <p:spTgt spid="5">
                                            <p:txEl>
                                              <p:pRg st="0" end="0"/>
                                            </p:txEl>
                                          </p:spTgt>
                                        </p:tgtEl>
                                        <p:attrNameLst>
                                          <p:attrName>stroke.color</p:attrName>
                                        </p:attrNameLst>
                                      </p:cBhvr>
                                      <p:by>
                                        <p:hsl h="7200000" s="0" l="0"/>
                                      </p:by>
                                    </p:animClr>
                                    <p:set>
                                      <p:cBhvr>
                                        <p:cTn id="46" dur="500" fill="hold"/>
                                        <p:tgtEl>
                                          <p:spTgt spid="5">
                                            <p:txEl>
                                              <p:pRg st="0" end="0"/>
                                            </p:txEl>
                                          </p:spTgt>
                                        </p:tgtEl>
                                        <p:attrNameLst>
                                          <p:attrName>fill.type</p:attrName>
                                        </p:attrNameLst>
                                      </p:cBhvr>
                                      <p:to>
                                        <p:strVal val="solid"/>
                                      </p:to>
                                    </p:set>
                                  </p:childTnLst>
                                </p:cTn>
                              </p:par>
                              <p:par>
                                <p:cTn id="47" presetID="21" presetClass="emph" presetSubtype="0" fill="hold" grpId="2" nodeType="withEffect">
                                  <p:stCondLst>
                                    <p:cond delay="3400"/>
                                  </p:stCondLst>
                                  <p:childTnLst>
                                    <p:animClr clrSpc="hsl" dir="cw">
                                      <p:cBhvr override="childStyle">
                                        <p:cTn id="48" dur="500" fill="hold"/>
                                        <p:tgtEl>
                                          <p:spTgt spid="5">
                                            <p:txEl>
                                              <p:pRg st="0" end="0"/>
                                            </p:txEl>
                                          </p:spTgt>
                                        </p:tgtEl>
                                        <p:attrNameLst>
                                          <p:attrName>style.color</p:attrName>
                                        </p:attrNameLst>
                                      </p:cBhvr>
                                      <p:by>
                                        <p:hsl h="7200000" s="0" l="0"/>
                                      </p:by>
                                    </p:animClr>
                                    <p:animClr clrSpc="hsl" dir="cw">
                                      <p:cBhvr>
                                        <p:cTn id="49" dur="500" fill="hold"/>
                                        <p:tgtEl>
                                          <p:spTgt spid="5">
                                            <p:txEl>
                                              <p:pRg st="0" end="0"/>
                                            </p:txEl>
                                          </p:spTgt>
                                        </p:tgtEl>
                                        <p:attrNameLst>
                                          <p:attrName>fillcolor</p:attrName>
                                        </p:attrNameLst>
                                      </p:cBhvr>
                                      <p:by>
                                        <p:hsl h="7200000" s="0" l="0"/>
                                      </p:by>
                                    </p:animClr>
                                    <p:animClr clrSpc="hsl" dir="cw">
                                      <p:cBhvr>
                                        <p:cTn id="50" dur="500" fill="hold"/>
                                        <p:tgtEl>
                                          <p:spTgt spid="5">
                                            <p:txEl>
                                              <p:pRg st="0" end="0"/>
                                            </p:txEl>
                                          </p:spTgt>
                                        </p:tgtEl>
                                        <p:attrNameLst>
                                          <p:attrName>stroke.color</p:attrName>
                                        </p:attrNameLst>
                                      </p:cBhvr>
                                      <p:by>
                                        <p:hsl h="7200000" s="0" l="0"/>
                                      </p:by>
                                    </p:animClr>
                                    <p:set>
                                      <p:cBhvr>
                                        <p:cTn id="51" dur="500" fill="hold"/>
                                        <p:tgtEl>
                                          <p:spTgt spid="5">
                                            <p:txEl>
                                              <p:pRg st="0" end="0"/>
                                            </p:txEl>
                                          </p:spTgt>
                                        </p:tgtEl>
                                        <p:attrNameLst>
                                          <p:attrName>fill.type</p:attrName>
                                        </p:attrNameLst>
                                      </p:cBhvr>
                                      <p:to>
                                        <p:strVal val="solid"/>
                                      </p:to>
                                    </p:set>
                                  </p:childTnLst>
                                </p:cTn>
                              </p:par>
                              <p:par>
                                <p:cTn id="52" presetID="21" presetClass="emph" presetSubtype="0" fill="hold" grpId="3" nodeType="withEffect">
                                  <p:stCondLst>
                                    <p:cond delay="4000"/>
                                  </p:stCondLst>
                                  <p:childTnLst>
                                    <p:animClr clrSpc="hsl" dir="cw">
                                      <p:cBhvr override="childStyle">
                                        <p:cTn id="53" dur="500" fill="hold"/>
                                        <p:tgtEl>
                                          <p:spTgt spid="5">
                                            <p:txEl>
                                              <p:pRg st="0" end="0"/>
                                            </p:txEl>
                                          </p:spTgt>
                                        </p:tgtEl>
                                        <p:attrNameLst>
                                          <p:attrName>style.color</p:attrName>
                                        </p:attrNameLst>
                                      </p:cBhvr>
                                      <p:by>
                                        <p:hsl h="7200000" s="0" l="0"/>
                                      </p:by>
                                    </p:animClr>
                                    <p:animClr clrSpc="hsl" dir="cw">
                                      <p:cBhvr>
                                        <p:cTn id="54" dur="500" fill="hold"/>
                                        <p:tgtEl>
                                          <p:spTgt spid="5">
                                            <p:txEl>
                                              <p:pRg st="0" end="0"/>
                                            </p:txEl>
                                          </p:spTgt>
                                        </p:tgtEl>
                                        <p:attrNameLst>
                                          <p:attrName>fillcolor</p:attrName>
                                        </p:attrNameLst>
                                      </p:cBhvr>
                                      <p:by>
                                        <p:hsl h="7200000" s="0" l="0"/>
                                      </p:by>
                                    </p:animClr>
                                    <p:animClr clrSpc="hsl" dir="cw">
                                      <p:cBhvr>
                                        <p:cTn id="55" dur="500" fill="hold"/>
                                        <p:tgtEl>
                                          <p:spTgt spid="5">
                                            <p:txEl>
                                              <p:pRg st="0" end="0"/>
                                            </p:txEl>
                                          </p:spTgt>
                                        </p:tgtEl>
                                        <p:attrNameLst>
                                          <p:attrName>stroke.color</p:attrName>
                                        </p:attrNameLst>
                                      </p:cBhvr>
                                      <p:by>
                                        <p:hsl h="7200000" s="0" l="0"/>
                                      </p:by>
                                    </p:animClr>
                                    <p:set>
                                      <p:cBhvr>
                                        <p:cTn id="56" dur="500" fill="hold"/>
                                        <p:tgtEl>
                                          <p:spTgt spid="5">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2" grpId="16" build="allAtOnce"/>
      <p:bldP spid="27" grpId="0"/>
      <p:bldP spid="5" grpId="0" build="allAtOnce"/>
      <p:bldP spid="5" grpId="1" build="allAtOnce"/>
      <p:bldP spid="5" grpId="2" build="allAtOnce"/>
      <p:bldP spid="5" grpId="3" build="allAtOnce"/>
      <p:bldP spid="5" grpId="4" build="allAtOnce"/>
      <p:bldP spid="2" grpId="0"/>
      <p:bldP spid="21"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5000">
              <a:srgbClr val="E2B3C9"/>
            </a:gs>
            <a:gs pos="21000">
              <a:srgbClr val="EBD3CD"/>
            </a:gs>
            <a:gs pos="98000">
              <a:srgbClr val="FFDFD4"/>
            </a:gs>
            <a:gs pos="76000">
              <a:srgbClr val="D5A397"/>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9" name="Freeform 8"/>
          <p:cNvSpPr/>
          <p:nvPr/>
        </p:nvSpPr>
        <p:spPr>
          <a:xfrm>
            <a:off x="2215160" y="1333582"/>
            <a:ext cx="954420" cy="880910"/>
          </a:xfrm>
          <a:custGeom>
            <a:avLst/>
            <a:gdLst>
              <a:gd name="connsiteX0" fmla="*/ 0 w 954420"/>
              <a:gd name="connsiteY0" fmla="*/ 104775 h 880910"/>
              <a:gd name="connsiteX1" fmla="*/ 171450 w 954420"/>
              <a:gd name="connsiteY1" fmla="*/ 371475 h 880910"/>
              <a:gd name="connsiteX2" fmla="*/ 295275 w 954420"/>
              <a:gd name="connsiteY2" fmla="*/ 676275 h 880910"/>
              <a:gd name="connsiteX3" fmla="*/ 581025 w 954420"/>
              <a:gd name="connsiteY3" fmla="*/ 866775 h 880910"/>
              <a:gd name="connsiteX4" fmla="*/ 809625 w 954420"/>
              <a:gd name="connsiteY4" fmla="*/ 847725 h 880910"/>
              <a:gd name="connsiteX5" fmla="*/ 942975 w 954420"/>
              <a:gd name="connsiteY5" fmla="*/ 695325 h 880910"/>
              <a:gd name="connsiteX6" fmla="*/ 942975 w 954420"/>
              <a:gd name="connsiteY6" fmla="*/ 542925 h 880910"/>
              <a:gd name="connsiteX7" fmla="*/ 904875 w 954420"/>
              <a:gd name="connsiteY7" fmla="*/ 266700 h 880910"/>
              <a:gd name="connsiteX8" fmla="*/ 885825 w 954420"/>
              <a:gd name="connsiteY8" fmla="*/ 123825 h 880910"/>
              <a:gd name="connsiteX9" fmla="*/ 857250 w 954420"/>
              <a:gd name="connsiteY9" fmla="*/ 47625 h 880910"/>
              <a:gd name="connsiteX10" fmla="*/ 838200 w 954420"/>
              <a:gd name="connsiteY10" fmla="*/ 0 h 88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4420" h="880910">
                <a:moveTo>
                  <a:pt x="0" y="104775"/>
                </a:moveTo>
                <a:cubicBezTo>
                  <a:pt x="61119" y="190500"/>
                  <a:pt x="122238" y="276225"/>
                  <a:pt x="171450" y="371475"/>
                </a:cubicBezTo>
                <a:cubicBezTo>
                  <a:pt x="220662" y="466725"/>
                  <a:pt x="227012" y="593725"/>
                  <a:pt x="295275" y="676275"/>
                </a:cubicBezTo>
                <a:cubicBezTo>
                  <a:pt x="363538" y="758825"/>
                  <a:pt x="495300" y="838200"/>
                  <a:pt x="581025" y="866775"/>
                </a:cubicBezTo>
                <a:cubicBezTo>
                  <a:pt x="666750" y="895350"/>
                  <a:pt x="749300" y="876300"/>
                  <a:pt x="809625" y="847725"/>
                </a:cubicBezTo>
                <a:cubicBezTo>
                  <a:pt x="869950" y="819150"/>
                  <a:pt x="920750" y="746125"/>
                  <a:pt x="942975" y="695325"/>
                </a:cubicBezTo>
                <a:cubicBezTo>
                  <a:pt x="965200" y="644525"/>
                  <a:pt x="949325" y="614362"/>
                  <a:pt x="942975" y="542925"/>
                </a:cubicBezTo>
                <a:cubicBezTo>
                  <a:pt x="936625" y="471488"/>
                  <a:pt x="914400" y="336550"/>
                  <a:pt x="904875" y="266700"/>
                </a:cubicBezTo>
                <a:cubicBezTo>
                  <a:pt x="895350" y="196850"/>
                  <a:pt x="893762" y="160337"/>
                  <a:pt x="885825" y="123825"/>
                </a:cubicBezTo>
                <a:cubicBezTo>
                  <a:pt x="877888" y="87313"/>
                  <a:pt x="865188" y="68262"/>
                  <a:pt x="857250" y="47625"/>
                </a:cubicBezTo>
                <a:cubicBezTo>
                  <a:pt x="849313" y="26987"/>
                  <a:pt x="843756" y="13493"/>
                  <a:pt x="838200"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4"/>
          <p:cNvSpPr/>
          <p:nvPr/>
        </p:nvSpPr>
        <p:spPr>
          <a:xfrm>
            <a:off x="561975" y="1409700"/>
            <a:ext cx="362655" cy="1240093"/>
          </a:xfrm>
          <a:custGeom>
            <a:avLst/>
            <a:gdLst>
              <a:gd name="connsiteX0" fmla="*/ 0 w 362655"/>
              <a:gd name="connsiteY0" fmla="*/ 38100 h 1240093"/>
              <a:gd name="connsiteX1" fmla="*/ 38100 w 362655"/>
              <a:gd name="connsiteY1" fmla="*/ 600075 h 1240093"/>
              <a:gd name="connsiteX2" fmla="*/ 76200 w 362655"/>
              <a:gd name="connsiteY2" fmla="*/ 942975 h 1240093"/>
              <a:gd name="connsiteX3" fmla="*/ 190500 w 362655"/>
              <a:gd name="connsiteY3" fmla="*/ 1238250 h 1240093"/>
              <a:gd name="connsiteX4" fmla="*/ 304800 w 362655"/>
              <a:gd name="connsiteY4" fmla="*/ 1057275 h 1240093"/>
              <a:gd name="connsiteX5" fmla="*/ 304800 w 362655"/>
              <a:gd name="connsiteY5" fmla="*/ 838200 h 1240093"/>
              <a:gd name="connsiteX6" fmla="*/ 352425 w 362655"/>
              <a:gd name="connsiteY6" fmla="*/ 571500 h 1240093"/>
              <a:gd name="connsiteX7" fmla="*/ 361950 w 362655"/>
              <a:gd name="connsiteY7" fmla="*/ 400050 h 1240093"/>
              <a:gd name="connsiteX8" fmla="*/ 361950 w 362655"/>
              <a:gd name="connsiteY8" fmla="*/ 171450 h 1240093"/>
              <a:gd name="connsiteX9" fmla="*/ 361950 w 362655"/>
              <a:gd name="connsiteY9" fmla="*/ 57150 h 1240093"/>
              <a:gd name="connsiteX10" fmla="*/ 361950 w 362655"/>
              <a:gd name="connsiteY10" fmla="*/ 0 h 1240093"/>
              <a:gd name="connsiteX11" fmla="*/ 361950 w 362655"/>
              <a:gd name="connsiteY11" fmla="*/ 28575 h 124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655" h="1240093">
                <a:moveTo>
                  <a:pt x="0" y="38100"/>
                </a:moveTo>
                <a:cubicBezTo>
                  <a:pt x="12700" y="243681"/>
                  <a:pt x="25400" y="449263"/>
                  <a:pt x="38100" y="600075"/>
                </a:cubicBezTo>
                <a:cubicBezTo>
                  <a:pt x="50800" y="750887"/>
                  <a:pt x="50800" y="836613"/>
                  <a:pt x="76200" y="942975"/>
                </a:cubicBezTo>
                <a:cubicBezTo>
                  <a:pt x="101600" y="1049337"/>
                  <a:pt x="152400" y="1219200"/>
                  <a:pt x="190500" y="1238250"/>
                </a:cubicBezTo>
                <a:cubicBezTo>
                  <a:pt x="228600" y="1257300"/>
                  <a:pt x="285750" y="1123950"/>
                  <a:pt x="304800" y="1057275"/>
                </a:cubicBezTo>
                <a:cubicBezTo>
                  <a:pt x="323850" y="990600"/>
                  <a:pt x="296863" y="919162"/>
                  <a:pt x="304800" y="838200"/>
                </a:cubicBezTo>
                <a:cubicBezTo>
                  <a:pt x="312737" y="757238"/>
                  <a:pt x="342900" y="644525"/>
                  <a:pt x="352425" y="571500"/>
                </a:cubicBezTo>
                <a:cubicBezTo>
                  <a:pt x="361950" y="498475"/>
                  <a:pt x="360363" y="466725"/>
                  <a:pt x="361950" y="400050"/>
                </a:cubicBezTo>
                <a:cubicBezTo>
                  <a:pt x="363537" y="333375"/>
                  <a:pt x="361950" y="171450"/>
                  <a:pt x="361950" y="171450"/>
                </a:cubicBezTo>
                <a:lnTo>
                  <a:pt x="361950" y="57150"/>
                </a:lnTo>
                <a:lnTo>
                  <a:pt x="361950" y="0"/>
                </a:lnTo>
                <a:lnTo>
                  <a:pt x="361950" y="28575"/>
                </a:ln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393357" y="1191317"/>
            <a:ext cx="874938" cy="1558368"/>
          </a:xfrm>
          <a:custGeom>
            <a:avLst/>
            <a:gdLst>
              <a:gd name="connsiteX0" fmla="*/ 0 w 997198"/>
              <a:gd name="connsiteY0" fmla="*/ 0 h 1769264"/>
              <a:gd name="connsiteX1" fmla="*/ 57150 w 997198"/>
              <a:gd name="connsiteY1" fmla="*/ 285750 h 1769264"/>
              <a:gd name="connsiteX2" fmla="*/ 76200 w 997198"/>
              <a:gd name="connsiteY2" fmla="*/ 590550 h 1769264"/>
              <a:gd name="connsiteX3" fmla="*/ 123825 w 997198"/>
              <a:gd name="connsiteY3" fmla="*/ 857250 h 1769264"/>
              <a:gd name="connsiteX4" fmla="*/ 190500 w 997198"/>
              <a:gd name="connsiteY4" fmla="*/ 1114425 h 1769264"/>
              <a:gd name="connsiteX5" fmla="*/ 266700 w 997198"/>
              <a:gd name="connsiteY5" fmla="*/ 1352550 h 1769264"/>
              <a:gd name="connsiteX6" fmla="*/ 352425 w 997198"/>
              <a:gd name="connsiteY6" fmla="*/ 1581150 h 1769264"/>
              <a:gd name="connsiteX7" fmla="*/ 571500 w 997198"/>
              <a:gd name="connsiteY7" fmla="*/ 1752600 h 1769264"/>
              <a:gd name="connsiteX8" fmla="*/ 800100 w 997198"/>
              <a:gd name="connsiteY8" fmla="*/ 1733550 h 1769264"/>
              <a:gd name="connsiteX9" fmla="*/ 990600 w 997198"/>
              <a:gd name="connsiteY9" fmla="*/ 1495425 h 1769264"/>
              <a:gd name="connsiteX10" fmla="*/ 952500 w 997198"/>
              <a:gd name="connsiteY10" fmla="*/ 1085850 h 1769264"/>
              <a:gd name="connsiteX11" fmla="*/ 942975 w 997198"/>
              <a:gd name="connsiteY11" fmla="*/ 923925 h 1769264"/>
              <a:gd name="connsiteX12" fmla="*/ 895350 w 997198"/>
              <a:gd name="connsiteY12" fmla="*/ 695325 h 1769264"/>
              <a:gd name="connsiteX13" fmla="*/ 895350 w 997198"/>
              <a:gd name="connsiteY13" fmla="*/ 523875 h 1769264"/>
              <a:gd name="connsiteX14" fmla="*/ 895350 w 997198"/>
              <a:gd name="connsiteY14" fmla="*/ 409575 h 1769264"/>
              <a:gd name="connsiteX15" fmla="*/ 895350 w 997198"/>
              <a:gd name="connsiteY15" fmla="*/ 295275 h 1769264"/>
              <a:gd name="connsiteX16" fmla="*/ 914400 w 997198"/>
              <a:gd name="connsiteY16" fmla="*/ 152400 h 1769264"/>
              <a:gd name="connsiteX17" fmla="*/ 923925 w 997198"/>
              <a:gd name="connsiteY17" fmla="*/ 38100 h 1769264"/>
              <a:gd name="connsiteX18" fmla="*/ 942975 w 997198"/>
              <a:gd name="connsiteY18" fmla="*/ 19050 h 176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97198" h="1769264">
                <a:moveTo>
                  <a:pt x="0" y="0"/>
                </a:moveTo>
                <a:cubicBezTo>
                  <a:pt x="22225" y="93662"/>
                  <a:pt x="44450" y="187325"/>
                  <a:pt x="57150" y="285750"/>
                </a:cubicBezTo>
                <a:cubicBezTo>
                  <a:pt x="69850" y="384175"/>
                  <a:pt x="65088" y="495300"/>
                  <a:pt x="76200" y="590550"/>
                </a:cubicBezTo>
                <a:cubicBezTo>
                  <a:pt x="87312" y="685800"/>
                  <a:pt x="104775" y="769938"/>
                  <a:pt x="123825" y="857250"/>
                </a:cubicBezTo>
                <a:cubicBezTo>
                  <a:pt x="142875" y="944562"/>
                  <a:pt x="166688" y="1031875"/>
                  <a:pt x="190500" y="1114425"/>
                </a:cubicBezTo>
                <a:cubicBezTo>
                  <a:pt x="214313" y="1196975"/>
                  <a:pt x="239713" y="1274763"/>
                  <a:pt x="266700" y="1352550"/>
                </a:cubicBezTo>
                <a:cubicBezTo>
                  <a:pt x="293687" y="1430337"/>
                  <a:pt x="301625" y="1514475"/>
                  <a:pt x="352425" y="1581150"/>
                </a:cubicBezTo>
                <a:cubicBezTo>
                  <a:pt x="403225" y="1647825"/>
                  <a:pt x="496888" y="1727200"/>
                  <a:pt x="571500" y="1752600"/>
                </a:cubicBezTo>
                <a:cubicBezTo>
                  <a:pt x="646112" y="1778000"/>
                  <a:pt x="730250" y="1776413"/>
                  <a:pt x="800100" y="1733550"/>
                </a:cubicBezTo>
                <a:cubicBezTo>
                  <a:pt x="869950" y="1690687"/>
                  <a:pt x="965200" y="1603375"/>
                  <a:pt x="990600" y="1495425"/>
                </a:cubicBezTo>
                <a:cubicBezTo>
                  <a:pt x="1016000" y="1387475"/>
                  <a:pt x="960437" y="1181100"/>
                  <a:pt x="952500" y="1085850"/>
                </a:cubicBezTo>
                <a:cubicBezTo>
                  <a:pt x="944563" y="990600"/>
                  <a:pt x="952500" y="989012"/>
                  <a:pt x="942975" y="923925"/>
                </a:cubicBezTo>
                <a:cubicBezTo>
                  <a:pt x="933450" y="858838"/>
                  <a:pt x="903287" y="762000"/>
                  <a:pt x="895350" y="695325"/>
                </a:cubicBezTo>
                <a:cubicBezTo>
                  <a:pt x="887413" y="628650"/>
                  <a:pt x="895350" y="523875"/>
                  <a:pt x="895350" y="523875"/>
                </a:cubicBezTo>
                <a:lnTo>
                  <a:pt x="895350" y="409575"/>
                </a:lnTo>
                <a:cubicBezTo>
                  <a:pt x="895350" y="371475"/>
                  <a:pt x="892175" y="338137"/>
                  <a:pt x="895350" y="295275"/>
                </a:cubicBezTo>
                <a:cubicBezTo>
                  <a:pt x="898525" y="252413"/>
                  <a:pt x="909638" y="195263"/>
                  <a:pt x="914400" y="152400"/>
                </a:cubicBezTo>
                <a:cubicBezTo>
                  <a:pt x="919163" y="109538"/>
                  <a:pt x="919163" y="60325"/>
                  <a:pt x="923925" y="38100"/>
                </a:cubicBezTo>
                <a:cubicBezTo>
                  <a:pt x="928688" y="15875"/>
                  <a:pt x="935831" y="17462"/>
                  <a:pt x="942975" y="1905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923925" y="1381125"/>
            <a:ext cx="523875" cy="1219200"/>
          </a:xfrm>
          <a:custGeom>
            <a:avLst/>
            <a:gdLst>
              <a:gd name="connsiteX0" fmla="*/ 0 w 523875"/>
              <a:gd name="connsiteY0" fmla="*/ 66675 h 1219200"/>
              <a:gd name="connsiteX1" fmla="*/ 85725 w 523875"/>
              <a:gd name="connsiteY1" fmla="*/ 685800 h 1219200"/>
              <a:gd name="connsiteX2" fmla="*/ 180975 w 523875"/>
              <a:gd name="connsiteY2" fmla="*/ 1028700 h 1219200"/>
              <a:gd name="connsiteX3" fmla="*/ 409575 w 523875"/>
              <a:gd name="connsiteY3" fmla="*/ 1219200 h 1219200"/>
              <a:gd name="connsiteX4" fmla="*/ 495300 w 523875"/>
              <a:gd name="connsiteY4" fmla="*/ 1028700 h 1219200"/>
              <a:gd name="connsiteX5" fmla="*/ 514350 w 523875"/>
              <a:gd name="connsiteY5" fmla="*/ 723900 h 1219200"/>
              <a:gd name="connsiteX6" fmla="*/ 504825 w 523875"/>
              <a:gd name="connsiteY6" fmla="*/ 409575 h 1219200"/>
              <a:gd name="connsiteX7" fmla="*/ 514350 w 523875"/>
              <a:gd name="connsiteY7" fmla="*/ 171450 h 1219200"/>
              <a:gd name="connsiteX8" fmla="*/ 523875 w 523875"/>
              <a:gd name="connsiteY8" fmla="*/ 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875" h="1219200">
                <a:moveTo>
                  <a:pt x="0" y="66675"/>
                </a:moveTo>
                <a:cubicBezTo>
                  <a:pt x="27781" y="296069"/>
                  <a:pt x="55563" y="525463"/>
                  <a:pt x="85725" y="685800"/>
                </a:cubicBezTo>
                <a:cubicBezTo>
                  <a:pt x="115888" y="846138"/>
                  <a:pt x="127000" y="939800"/>
                  <a:pt x="180975" y="1028700"/>
                </a:cubicBezTo>
                <a:cubicBezTo>
                  <a:pt x="234950" y="1117600"/>
                  <a:pt x="357188" y="1219200"/>
                  <a:pt x="409575" y="1219200"/>
                </a:cubicBezTo>
                <a:cubicBezTo>
                  <a:pt x="461962" y="1219200"/>
                  <a:pt x="477838" y="1111250"/>
                  <a:pt x="495300" y="1028700"/>
                </a:cubicBezTo>
                <a:cubicBezTo>
                  <a:pt x="512762" y="946150"/>
                  <a:pt x="512763" y="827087"/>
                  <a:pt x="514350" y="723900"/>
                </a:cubicBezTo>
                <a:cubicBezTo>
                  <a:pt x="515937" y="620713"/>
                  <a:pt x="504825" y="501650"/>
                  <a:pt x="504825" y="409575"/>
                </a:cubicBezTo>
                <a:cubicBezTo>
                  <a:pt x="504825" y="317500"/>
                  <a:pt x="511175" y="239712"/>
                  <a:pt x="514350" y="171450"/>
                </a:cubicBezTo>
                <a:cubicBezTo>
                  <a:pt x="517525" y="103188"/>
                  <a:pt x="520700" y="51594"/>
                  <a:pt x="523875"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118"/>
          <p:cNvSpPr/>
          <p:nvPr/>
        </p:nvSpPr>
        <p:spPr>
          <a:xfrm rot="21145607">
            <a:off x="67943" y="1389854"/>
            <a:ext cx="590550" cy="781468"/>
          </a:xfrm>
          <a:custGeom>
            <a:avLst/>
            <a:gdLst>
              <a:gd name="connsiteX0" fmla="*/ 0 w 590550"/>
              <a:gd name="connsiteY0" fmla="*/ 0 h 781468"/>
              <a:gd name="connsiteX1" fmla="*/ 95250 w 590550"/>
              <a:gd name="connsiteY1" fmla="*/ 723900 h 781468"/>
              <a:gd name="connsiteX2" fmla="*/ 409575 w 590550"/>
              <a:gd name="connsiteY2" fmla="*/ 666750 h 781468"/>
              <a:gd name="connsiteX3" fmla="*/ 571500 w 590550"/>
              <a:gd name="connsiteY3" fmla="*/ 114300 h 781468"/>
              <a:gd name="connsiteX4" fmla="*/ 581025 w 590550"/>
              <a:gd name="connsiteY4" fmla="*/ 85725 h 781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781468">
                <a:moveTo>
                  <a:pt x="0" y="0"/>
                </a:moveTo>
                <a:cubicBezTo>
                  <a:pt x="13494" y="306387"/>
                  <a:pt x="26988" y="612775"/>
                  <a:pt x="95250" y="723900"/>
                </a:cubicBezTo>
                <a:cubicBezTo>
                  <a:pt x="163512" y="835025"/>
                  <a:pt x="330200" y="768350"/>
                  <a:pt x="409575" y="666750"/>
                </a:cubicBezTo>
                <a:cubicBezTo>
                  <a:pt x="488950" y="565150"/>
                  <a:pt x="542925" y="211137"/>
                  <a:pt x="571500" y="114300"/>
                </a:cubicBezTo>
                <a:cubicBezTo>
                  <a:pt x="600075" y="17463"/>
                  <a:pt x="590550" y="51594"/>
                  <a:pt x="581025" y="85725"/>
                </a:cubicBezTo>
              </a:path>
            </a:pathLst>
          </a:custGeom>
          <a:gradFill>
            <a:gsLst>
              <a:gs pos="39000">
                <a:srgbClr val="D2804F"/>
              </a:gs>
              <a:gs pos="100000">
                <a:srgbClr val="EBD3CD"/>
              </a:gs>
              <a:gs pos="57000">
                <a:srgbClr val="CC7038"/>
              </a:gs>
              <a:gs pos="78000">
                <a:srgbClr val="E0A78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119"/>
          <p:cNvSpPr/>
          <p:nvPr/>
        </p:nvSpPr>
        <p:spPr>
          <a:xfrm>
            <a:off x="588731" y="1409721"/>
            <a:ext cx="362655" cy="1240093"/>
          </a:xfrm>
          <a:custGeom>
            <a:avLst/>
            <a:gdLst>
              <a:gd name="connsiteX0" fmla="*/ 0 w 362655"/>
              <a:gd name="connsiteY0" fmla="*/ 38100 h 1240093"/>
              <a:gd name="connsiteX1" fmla="*/ 38100 w 362655"/>
              <a:gd name="connsiteY1" fmla="*/ 600075 h 1240093"/>
              <a:gd name="connsiteX2" fmla="*/ 76200 w 362655"/>
              <a:gd name="connsiteY2" fmla="*/ 942975 h 1240093"/>
              <a:gd name="connsiteX3" fmla="*/ 190500 w 362655"/>
              <a:gd name="connsiteY3" fmla="*/ 1238250 h 1240093"/>
              <a:gd name="connsiteX4" fmla="*/ 304800 w 362655"/>
              <a:gd name="connsiteY4" fmla="*/ 1057275 h 1240093"/>
              <a:gd name="connsiteX5" fmla="*/ 304800 w 362655"/>
              <a:gd name="connsiteY5" fmla="*/ 838200 h 1240093"/>
              <a:gd name="connsiteX6" fmla="*/ 352425 w 362655"/>
              <a:gd name="connsiteY6" fmla="*/ 571500 h 1240093"/>
              <a:gd name="connsiteX7" fmla="*/ 361950 w 362655"/>
              <a:gd name="connsiteY7" fmla="*/ 400050 h 1240093"/>
              <a:gd name="connsiteX8" fmla="*/ 361950 w 362655"/>
              <a:gd name="connsiteY8" fmla="*/ 171450 h 1240093"/>
              <a:gd name="connsiteX9" fmla="*/ 361950 w 362655"/>
              <a:gd name="connsiteY9" fmla="*/ 57150 h 1240093"/>
              <a:gd name="connsiteX10" fmla="*/ 361950 w 362655"/>
              <a:gd name="connsiteY10" fmla="*/ 0 h 1240093"/>
              <a:gd name="connsiteX11" fmla="*/ 361950 w 362655"/>
              <a:gd name="connsiteY11" fmla="*/ 28575 h 124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2655" h="1240093">
                <a:moveTo>
                  <a:pt x="0" y="38100"/>
                </a:moveTo>
                <a:cubicBezTo>
                  <a:pt x="12700" y="243681"/>
                  <a:pt x="25400" y="449263"/>
                  <a:pt x="38100" y="600075"/>
                </a:cubicBezTo>
                <a:cubicBezTo>
                  <a:pt x="50800" y="750887"/>
                  <a:pt x="50800" y="836613"/>
                  <a:pt x="76200" y="942975"/>
                </a:cubicBezTo>
                <a:cubicBezTo>
                  <a:pt x="101600" y="1049337"/>
                  <a:pt x="152400" y="1219200"/>
                  <a:pt x="190500" y="1238250"/>
                </a:cubicBezTo>
                <a:cubicBezTo>
                  <a:pt x="228600" y="1257300"/>
                  <a:pt x="285750" y="1123950"/>
                  <a:pt x="304800" y="1057275"/>
                </a:cubicBezTo>
                <a:cubicBezTo>
                  <a:pt x="323850" y="990600"/>
                  <a:pt x="296863" y="919162"/>
                  <a:pt x="304800" y="838200"/>
                </a:cubicBezTo>
                <a:cubicBezTo>
                  <a:pt x="312737" y="757238"/>
                  <a:pt x="342900" y="644525"/>
                  <a:pt x="352425" y="571500"/>
                </a:cubicBezTo>
                <a:cubicBezTo>
                  <a:pt x="361950" y="498475"/>
                  <a:pt x="360363" y="466725"/>
                  <a:pt x="361950" y="400050"/>
                </a:cubicBezTo>
                <a:cubicBezTo>
                  <a:pt x="363537" y="333375"/>
                  <a:pt x="361950" y="171450"/>
                  <a:pt x="361950" y="171450"/>
                </a:cubicBezTo>
                <a:lnTo>
                  <a:pt x="361950" y="57150"/>
                </a:lnTo>
                <a:lnTo>
                  <a:pt x="361950" y="0"/>
                </a:lnTo>
                <a:lnTo>
                  <a:pt x="361950" y="28575"/>
                </a:ln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p:cNvSpPr/>
          <p:nvPr/>
        </p:nvSpPr>
        <p:spPr>
          <a:xfrm>
            <a:off x="950681" y="1381146"/>
            <a:ext cx="523875" cy="1219200"/>
          </a:xfrm>
          <a:custGeom>
            <a:avLst/>
            <a:gdLst>
              <a:gd name="connsiteX0" fmla="*/ 0 w 523875"/>
              <a:gd name="connsiteY0" fmla="*/ 66675 h 1219200"/>
              <a:gd name="connsiteX1" fmla="*/ 85725 w 523875"/>
              <a:gd name="connsiteY1" fmla="*/ 685800 h 1219200"/>
              <a:gd name="connsiteX2" fmla="*/ 180975 w 523875"/>
              <a:gd name="connsiteY2" fmla="*/ 1028700 h 1219200"/>
              <a:gd name="connsiteX3" fmla="*/ 409575 w 523875"/>
              <a:gd name="connsiteY3" fmla="*/ 1219200 h 1219200"/>
              <a:gd name="connsiteX4" fmla="*/ 495300 w 523875"/>
              <a:gd name="connsiteY4" fmla="*/ 1028700 h 1219200"/>
              <a:gd name="connsiteX5" fmla="*/ 514350 w 523875"/>
              <a:gd name="connsiteY5" fmla="*/ 723900 h 1219200"/>
              <a:gd name="connsiteX6" fmla="*/ 504825 w 523875"/>
              <a:gd name="connsiteY6" fmla="*/ 409575 h 1219200"/>
              <a:gd name="connsiteX7" fmla="*/ 514350 w 523875"/>
              <a:gd name="connsiteY7" fmla="*/ 171450 h 1219200"/>
              <a:gd name="connsiteX8" fmla="*/ 523875 w 523875"/>
              <a:gd name="connsiteY8" fmla="*/ 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3875" h="1219200">
                <a:moveTo>
                  <a:pt x="0" y="66675"/>
                </a:moveTo>
                <a:cubicBezTo>
                  <a:pt x="27781" y="296069"/>
                  <a:pt x="55563" y="525463"/>
                  <a:pt x="85725" y="685800"/>
                </a:cubicBezTo>
                <a:cubicBezTo>
                  <a:pt x="115888" y="846138"/>
                  <a:pt x="127000" y="939800"/>
                  <a:pt x="180975" y="1028700"/>
                </a:cubicBezTo>
                <a:cubicBezTo>
                  <a:pt x="234950" y="1117600"/>
                  <a:pt x="357188" y="1219200"/>
                  <a:pt x="409575" y="1219200"/>
                </a:cubicBezTo>
                <a:cubicBezTo>
                  <a:pt x="461962" y="1219200"/>
                  <a:pt x="477838" y="1111250"/>
                  <a:pt x="495300" y="1028700"/>
                </a:cubicBezTo>
                <a:cubicBezTo>
                  <a:pt x="512762" y="946150"/>
                  <a:pt x="512763" y="827087"/>
                  <a:pt x="514350" y="723900"/>
                </a:cubicBezTo>
                <a:cubicBezTo>
                  <a:pt x="515937" y="620713"/>
                  <a:pt x="504825" y="501650"/>
                  <a:pt x="504825" y="409575"/>
                </a:cubicBezTo>
                <a:cubicBezTo>
                  <a:pt x="504825" y="317500"/>
                  <a:pt x="511175" y="239712"/>
                  <a:pt x="514350" y="171450"/>
                </a:cubicBezTo>
                <a:cubicBezTo>
                  <a:pt x="517525" y="103188"/>
                  <a:pt x="520700" y="51594"/>
                  <a:pt x="523875"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121"/>
          <p:cNvSpPr/>
          <p:nvPr/>
        </p:nvSpPr>
        <p:spPr>
          <a:xfrm>
            <a:off x="1420113" y="1191338"/>
            <a:ext cx="874938" cy="1558368"/>
          </a:xfrm>
          <a:custGeom>
            <a:avLst/>
            <a:gdLst>
              <a:gd name="connsiteX0" fmla="*/ 0 w 997198"/>
              <a:gd name="connsiteY0" fmla="*/ 0 h 1769264"/>
              <a:gd name="connsiteX1" fmla="*/ 57150 w 997198"/>
              <a:gd name="connsiteY1" fmla="*/ 285750 h 1769264"/>
              <a:gd name="connsiteX2" fmla="*/ 76200 w 997198"/>
              <a:gd name="connsiteY2" fmla="*/ 590550 h 1769264"/>
              <a:gd name="connsiteX3" fmla="*/ 123825 w 997198"/>
              <a:gd name="connsiteY3" fmla="*/ 857250 h 1769264"/>
              <a:gd name="connsiteX4" fmla="*/ 190500 w 997198"/>
              <a:gd name="connsiteY4" fmla="*/ 1114425 h 1769264"/>
              <a:gd name="connsiteX5" fmla="*/ 266700 w 997198"/>
              <a:gd name="connsiteY5" fmla="*/ 1352550 h 1769264"/>
              <a:gd name="connsiteX6" fmla="*/ 352425 w 997198"/>
              <a:gd name="connsiteY6" fmla="*/ 1581150 h 1769264"/>
              <a:gd name="connsiteX7" fmla="*/ 571500 w 997198"/>
              <a:gd name="connsiteY7" fmla="*/ 1752600 h 1769264"/>
              <a:gd name="connsiteX8" fmla="*/ 800100 w 997198"/>
              <a:gd name="connsiteY8" fmla="*/ 1733550 h 1769264"/>
              <a:gd name="connsiteX9" fmla="*/ 990600 w 997198"/>
              <a:gd name="connsiteY9" fmla="*/ 1495425 h 1769264"/>
              <a:gd name="connsiteX10" fmla="*/ 952500 w 997198"/>
              <a:gd name="connsiteY10" fmla="*/ 1085850 h 1769264"/>
              <a:gd name="connsiteX11" fmla="*/ 942975 w 997198"/>
              <a:gd name="connsiteY11" fmla="*/ 923925 h 1769264"/>
              <a:gd name="connsiteX12" fmla="*/ 895350 w 997198"/>
              <a:gd name="connsiteY12" fmla="*/ 695325 h 1769264"/>
              <a:gd name="connsiteX13" fmla="*/ 895350 w 997198"/>
              <a:gd name="connsiteY13" fmla="*/ 523875 h 1769264"/>
              <a:gd name="connsiteX14" fmla="*/ 895350 w 997198"/>
              <a:gd name="connsiteY14" fmla="*/ 409575 h 1769264"/>
              <a:gd name="connsiteX15" fmla="*/ 895350 w 997198"/>
              <a:gd name="connsiteY15" fmla="*/ 295275 h 1769264"/>
              <a:gd name="connsiteX16" fmla="*/ 914400 w 997198"/>
              <a:gd name="connsiteY16" fmla="*/ 152400 h 1769264"/>
              <a:gd name="connsiteX17" fmla="*/ 923925 w 997198"/>
              <a:gd name="connsiteY17" fmla="*/ 38100 h 1769264"/>
              <a:gd name="connsiteX18" fmla="*/ 942975 w 997198"/>
              <a:gd name="connsiteY18" fmla="*/ 19050 h 176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97198" h="1769264">
                <a:moveTo>
                  <a:pt x="0" y="0"/>
                </a:moveTo>
                <a:cubicBezTo>
                  <a:pt x="22225" y="93662"/>
                  <a:pt x="44450" y="187325"/>
                  <a:pt x="57150" y="285750"/>
                </a:cubicBezTo>
                <a:cubicBezTo>
                  <a:pt x="69850" y="384175"/>
                  <a:pt x="65088" y="495300"/>
                  <a:pt x="76200" y="590550"/>
                </a:cubicBezTo>
                <a:cubicBezTo>
                  <a:pt x="87312" y="685800"/>
                  <a:pt x="104775" y="769938"/>
                  <a:pt x="123825" y="857250"/>
                </a:cubicBezTo>
                <a:cubicBezTo>
                  <a:pt x="142875" y="944562"/>
                  <a:pt x="166688" y="1031875"/>
                  <a:pt x="190500" y="1114425"/>
                </a:cubicBezTo>
                <a:cubicBezTo>
                  <a:pt x="214313" y="1196975"/>
                  <a:pt x="239713" y="1274763"/>
                  <a:pt x="266700" y="1352550"/>
                </a:cubicBezTo>
                <a:cubicBezTo>
                  <a:pt x="293687" y="1430337"/>
                  <a:pt x="301625" y="1514475"/>
                  <a:pt x="352425" y="1581150"/>
                </a:cubicBezTo>
                <a:cubicBezTo>
                  <a:pt x="403225" y="1647825"/>
                  <a:pt x="496888" y="1727200"/>
                  <a:pt x="571500" y="1752600"/>
                </a:cubicBezTo>
                <a:cubicBezTo>
                  <a:pt x="646112" y="1778000"/>
                  <a:pt x="730250" y="1776413"/>
                  <a:pt x="800100" y="1733550"/>
                </a:cubicBezTo>
                <a:cubicBezTo>
                  <a:pt x="869950" y="1690687"/>
                  <a:pt x="965200" y="1603375"/>
                  <a:pt x="990600" y="1495425"/>
                </a:cubicBezTo>
                <a:cubicBezTo>
                  <a:pt x="1016000" y="1387475"/>
                  <a:pt x="960437" y="1181100"/>
                  <a:pt x="952500" y="1085850"/>
                </a:cubicBezTo>
                <a:cubicBezTo>
                  <a:pt x="944563" y="990600"/>
                  <a:pt x="952500" y="989012"/>
                  <a:pt x="942975" y="923925"/>
                </a:cubicBezTo>
                <a:cubicBezTo>
                  <a:pt x="933450" y="858838"/>
                  <a:pt x="903287" y="762000"/>
                  <a:pt x="895350" y="695325"/>
                </a:cubicBezTo>
                <a:cubicBezTo>
                  <a:pt x="887413" y="628650"/>
                  <a:pt x="895350" y="523875"/>
                  <a:pt x="895350" y="523875"/>
                </a:cubicBezTo>
                <a:lnTo>
                  <a:pt x="895350" y="409575"/>
                </a:lnTo>
                <a:cubicBezTo>
                  <a:pt x="895350" y="371475"/>
                  <a:pt x="892175" y="338137"/>
                  <a:pt x="895350" y="295275"/>
                </a:cubicBezTo>
                <a:cubicBezTo>
                  <a:pt x="898525" y="252413"/>
                  <a:pt x="909638" y="195263"/>
                  <a:pt x="914400" y="152400"/>
                </a:cubicBezTo>
                <a:cubicBezTo>
                  <a:pt x="919163" y="109538"/>
                  <a:pt x="919163" y="60325"/>
                  <a:pt x="923925" y="38100"/>
                </a:cubicBezTo>
                <a:cubicBezTo>
                  <a:pt x="928688" y="15875"/>
                  <a:pt x="935831" y="17462"/>
                  <a:pt x="942975" y="1905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Freeform 122"/>
          <p:cNvSpPr/>
          <p:nvPr/>
        </p:nvSpPr>
        <p:spPr>
          <a:xfrm>
            <a:off x="2241916" y="1333603"/>
            <a:ext cx="954420" cy="880910"/>
          </a:xfrm>
          <a:custGeom>
            <a:avLst/>
            <a:gdLst>
              <a:gd name="connsiteX0" fmla="*/ 0 w 954420"/>
              <a:gd name="connsiteY0" fmla="*/ 104775 h 880910"/>
              <a:gd name="connsiteX1" fmla="*/ 171450 w 954420"/>
              <a:gd name="connsiteY1" fmla="*/ 371475 h 880910"/>
              <a:gd name="connsiteX2" fmla="*/ 295275 w 954420"/>
              <a:gd name="connsiteY2" fmla="*/ 676275 h 880910"/>
              <a:gd name="connsiteX3" fmla="*/ 581025 w 954420"/>
              <a:gd name="connsiteY3" fmla="*/ 866775 h 880910"/>
              <a:gd name="connsiteX4" fmla="*/ 809625 w 954420"/>
              <a:gd name="connsiteY4" fmla="*/ 847725 h 880910"/>
              <a:gd name="connsiteX5" fmla="*/ 942975 w 954420"/>
              <a:gd name="connsiteY5" fmla="*/ 695325 h 880910"/>
              <a:gd name="connsiteX6" fmla="*/ 942975 w 954420"/>
              <a:gd name="connsiteY6" fmla="*/ 542925 h 880910"/>
              <a:gd name="connsiteX7" fmla="*/ 904875 w 954420"/>
              <a:gd name="connsiteY7" fmla="*/ 266700 h 880910"/>
              <a:gd name="connsiteX8" fmla="*/ 885825 w 954420"/>
              <a:gd name="connsiteY8" fmla="*/ 123825 h 880910"/>
              <a:gd name="connsiteX9" fmla="*/ 857250 w 954420"/>
              <a:gd name="connsiteY9" fmla="*/ 47625 h 880910"/>
              <a:gd name="connsiteX10" fmla="*/ 838200 w 954420"/>
              <a:gd name="connsiteY10" fmla="*/ 0 h 880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54420" h="880910">
                <a:moveTo>
                  <a:pt x="0" y="104775"/>
                </a:moveTo>
                <a:cubicBezTo>
                  <a:pt x="61119" y="190500"/>
                  <a:pt x="122238" y="276225"/>
                  <a:pt x="171450" y="371475"/>
                </a:cubicBezTo>
                <a:cubicBezTo>
                  <a:pt x="220662" y="466725"/>
                  <a:pt x="227012" y="593725"/>
                  <a:pt x="295275" y="676275"/>
                </a:cubicBezTo>
                <a:cubicBezTo>
                  <a:pt x="363538" y="758825"/>
                  <a:pt x="495300" y="838200"/>
                  <a:pt x="581025" y="866775"/>
                </a:cubicBezTo>
                <a:cubicBezTo>
                  <a:pt x="666750" y="895350"/>
                  <a:pt x="749300" y="876300"/>
                  <a:pt x="809625" y="847725"/>
                </a:cubicBezTo>
                <a:cubicBezTo>
                  <a:pt x="869950" y="819150"/>
                  <a:pt x="920750" y="746125"/>
                  <a:pt x="942975" y="695325"/>
                </a:cubicBezTo>
                <a:cubicBezTo>
                  <a:pt x="965200" y="644525"/>
                  <a:pt x="949325" y="614362"/>
                  <a:pt x="942975" y="542925"/>
                </a:cubicBezTo>
                <a:cubicBezTo>
                  <a:pt x="936625" y="471488"/>
                  <a:pt x="914400" y="336550"/>
                  <a:pt x="904875" y="266700"/>
                </a:cubicBezTo>
                <a:cubicBezTo>
                  <a:pt x="895350" y="196850"/>
                  <a:pt x="893762" y="160337"/>
                  <a:pt x="885825" y="123825"/>
                </a:cubicBezTo>
                <a:cubicBezTo>
                  <a:pt x="877888" y="87313"/>
                  <a:pt x="865188" y="68262"/>
                  <a:pt x="857250" y="47625"/>
                </a:cubicBezTo>
                <a:cubicBezTo>
                  <a:pt x="849313" y="26987"/>
                  <a:pt x="843756" y="13493"/>
                  <a:pt x="838200"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Freeform 123"/>
          <p:cNvSpPr/>
          <p:nvPr/>
        </p:nvSpPr>
        <p:spPr>
          <a:xfrm>
            <a:off x="3131906" y="1400196"/>
            <a:ext cx="649816" cy="1009650"/>
          </a:xfrm>
          <a:custGeom>
            <a:avLst/>
            <a:gdLst>
              <a:gd name="connsiteX0" fmla="*/ 0 w 649816"/>
              <a:gd name="connsiteY0" fmla="*/ 47625 h 1009650"/>
              <a:gd name="connsiteX1" fmla="*/ 152400 w 649816"/>
              <a:gd name="connsiteY1" fmla="*/ 685800 h 1009650"/>
              <a:gd name="connsiteX2" fmla="*/ 219075 w 649816"/>
              <a:gd name="connsiteY2" fmla="*/ 904875 h 1009650"/>
              <a:gd name="connsiteX3" fmla="*/ 381000 w 649816"/>
              <a:gd name="connsiteY3" fmla="*/ 1009650 h 1009650"/>
              <a:gd name="connsiteX4" fmla="*/ 533400 w 649816"/>
              <a:gd name="connsiteY4" fmla="*/ 904875 h 1009650"/>
              <a:gd name="connsiteX5" fmla="*/ 561975 w 649816"/>
              <a:gd name="connsiteY5" fmla="*/ 790575 h 1009650"/>
              <a:gd name="connsiteX6" fmla="*/ 609600 w 649816"/>
              <a:gd name="connsiteY6" fmla="*/ 638175 h 1009650"/>
              <a:gd name="connsiteX7" fmla="*/ 619125 w 649816"/>
              <a:gd name="connsiteY7" fmla="*/ 552450 h 1009650"/>
              <a:gd name="connsiteX8" fmla="*/ 619125 w 649816"/>
              <a:gd name="connsiteY8" fmla="*/ 419100 h 1009650"/>
              <a:gd name="connsiteX9" fmla="*/ 647700 w 649816"/>
              <a:gd name="connsiteY9" fmla="*/ 333375 h 1009650"/>
              <a:gd name="connsiteX10" fmla="*/ 647700 w 649816"/>
              <a:gd name="connsiteY10" fmla="*/ 228600 h 1009650"/>
              <a:gd name="connsiteX11" fmla="*/ 647700 w 649816"/>
              <a:gd name="connsiteY11" fmla="*/ 123825 h 1009650"/>
              <a:gd name="connsiteX12" fmla="*/ 647700 w 649816"/>
              <a:gd name="connsiteY12" fmla="*/ 38100 h 1009650"/>
              <a:gd name="connsiteX13" fmla="*/ 647700 w 649816"/>
              <a:gd name="connsiteY13" fmla="*/ 0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9816" h="1009650">
                <a:moveTo>
                  <a:pt x="0" y="47625"/>
                </a:moveTo>
                <a:cubicBezTo>
                  <a:pt x="57944" y="295275"/>
                  <a:pt x="115888" y="542925"/>
                  <a:pt x="152400" y="685800"/>
                </a:cubicBezTo>
                <a:cubicBezTo>
                  <a:pt x="188912" y="828675"/>
                  <a:pt x="180975" y="850900"/>
                  <a:pt x="219075" y="904875"/>
                </a:cubicBezTo>
                <a:cubicBezTo>
                  <a:pt x="257175" y="958850"/>
                  <a:pt x="328613" y="1009650"/>
                  <a:pt x="381000" y="1009650"/>
                </a:cubicBezTo>
                <a:cubicBezTo>
                  <a:pt x="433387" y="1009650"/>
                  <a:pt x="503237" y="941388"/>
                  <a:pt x="533400" y="904875"/>
                </a:cubicBezTo>
                <a:cubicBezTo>
                  <a:pt x="563563" y="868362"/>
                  <a:pt x="549275" y="835025"/>
                  <a:pt x="561975" y="790575"/>
                </a:cubicBezTo>
                <a:cubicBezTo>
                  <a:pt x="574675" y="746125"/>
                  <a:pt x="600075" y="677863"/>
                  <a:pt x="609600" y="638175"/>
                </a:cubicBezTo>
                <a:cubicBezTo>
                  <a:pt x="619125" y="598488"/>
                  <a:pt x="617538" y="588962"/>
                  <a:pt x="619125" y="552450"/>
                </a:cubicBezTo>
                <a:cubicBezTo>
                  <a:pt x="620712" y="515938"/>
                  <a:pt x="614363" y="455613"/>
                  <a:pt x="619125" y="419100"/>
                </a:cubicBezTo>
                <a:cubicBezTo>
                  <a:pt x="623888" y="382588"/>
                  <a:pt x="642938" y="365125"/>
                  <a:pt x="647700" y="333375"/>
                </a:cubicBezTo>
                <a:cubicBezTo>
                  <a:pt x="652462" y="301625"/>
                  <a:pt x="647700" y="228600"/>
                  <a:pt x="647700" y="228600"/>
                </a:cubicBezTo>
                <a:lnTo>
                  <a:pt x="647700" y="123825"/>
                </a:lnTo>
                <a:lnTo>
                  <a:pt x="647700" y="38100"/>
                </a:lnTo>
                <a:lnTo>
                  <a:pt x="647700" y="0"/>
                </a:lnTo>
              </a:path>
            </a:pathLst>
          </a:custGeom>
          <a:gradFill>
            <a:gsLst>
              <a:gs pos="39000">
                <a:srgbClr val="D2804F"/>
              </a:gs>
              <a:gs pos="100000">
                <a:srgbClr val="EBD3CD"/>
              </a:gs>
              <a:gs pos="57000">
                <a:srgbClr val="CC7038"/>
              </a:gs>
              <a:gs pos="78000">
                <a:srgbClr val="E0A78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3762375" y="1381125"/>
            <a:ext cx="744140" cy="1077631"/>
          </a:xfrm>
          <a:custGeom>
            <a:avLst/>
            <a:gdLst>
              <a:gd name="connsiteX0" fmla="*/ 0 w 744140"/>
              <a:gd name="connsiteY0" fmla="*/ 95250 h 1077631"/>
              <a:gd name="connsiteX1" fmla="*/ 66675 w 744140"/>
              <a:gd name="connsiteY1" fmla="*/ 409575 h 1077631"/>
              <a:gd name="connsiteX2" fmla="*/ 123825 w 744140"/>
              <a:gd name="connsiteY2" fmla="*/ 685800 h 1077631"/>
              <a:gd name="connsiteX3" fmla="*/ 190500 w 744140"/>
              <a:gd name="connsiteY3" fmla="*/ 876300 h 1077631"/>
              <a:gd name="connsiteX4" fmla="*/ 342900 w 744140"/>
              <a:gd name="connsiteY4" fmla="*/ 981075 h 1077631"/>
              <a:gd name="connsiteX5" fmla="*/ 438150 w 744140"/>
              <a:gd name="connsiteY5" fmla="*/ 1038225 h 1077631"/>
              <a:gd name="connsiteX6" fmla="*/ 552450 w 744140"/>
              <a:gd name="connsiteY6" fmla="*/ 1076325 h 1077631"/>
              <a:gd name="connsiteX7" fmla="*/ 676275 w 744140"/>
              <a:gd name="connsiteY7" fmla="*/ 990600 h 1077631"/>
              <a:gd name="connsiteX8" fmla="*/ 704850 w 744140"/>
              <a:gd name="connsiteY8" fmla="*/ 866775 h 1077631"/>
              <a:gd name="connsiteX9" fmla="*/ 704850 w 744140"/>
              <a:gd name="connsiteY9" fmla="*/ 704850 h 1077631"/>
              <a:gd name="connsiteX10" fmla="*/ 733425 w 744140"/>
              <a:gd name="connsiteY10" fmla="*/ 638175 h 1077631"/>
              <a:gd name="connsiteX11" fmla="*/ 742950 w 744140"/>
              <a:gd name="connsiteY11" fmla="*/ 495300 h 1077631"/>
              <a:gd name="connsiteX12" fmla="*/ 742950 w 744140"/>
              <a:gd name="connsiteY12" fmla="*/ 457200 h 1077631"/>
              <a:gd name="connsiteX13" fmla="*/ 733425 w 744140"/>
              <a:gd name="connsiteY13" fmla="*/ 352425 h 1077631"/>
              <a:gd name="connsiteX14" fmla="*/ 733425 w 744140"/>
              <a:gd name="connsiteY14" fmla="*/ 247650 h 1077631"/>
              <a:gd name="connsiteX15" fmla="*/ 733425 w 744140"/>
              <a:gd name="connsiteY15" fmla="*/ 152400 h 1077631"/>
              <a:gd name="connsiteX16" fmla="*/ 733425 w 744140"/>
              <a:gd name="connsiteY16" fmla="*/ 123825 h 1077631"/>
              <a:gd name="connsiteX17" fmla="*/ 733425 w 744140"/>
              <a:gd name="connsiteY17" fmla="*/ 66675 h 1077631"/>
              <a:gd name="connsiteX18" fmla="*/ 723900 w 744140"/>
              <a:gd name="connsiteY18" fmla="*/ 0 h 107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4140" h="1077631">
                <a:moveTo>
                  <a:pt x="0" y="95250"/>
                </a:moveTo>
                <a:cubicBezTo>
                  <a:pt x="23019" y="203200"/>
                  <a:pt x="46038" y="311150"/>
                  <a:pt x="66675" y="409575"/>
                </a:cubicBezTo>
                <a:cubicBezTo>
                  <a:pt x="87312" y="508000"/>
                  <a:pt x="103188" y="608013"/>
                  <a:pt x="123825" y="685800"/>
                </a:cubicBezTo>
                <a:cubicBezTo>
                  <a:pt x="144463" y="763588"/>
                  <a:pt x="153988" y="827088"/>
                  <a:pt x="190500" y="876300"/>
                </a:cubicBezTo>
                <a:cubicBezTo>
                  <a:pt x="227013" y="925513"/>
                  <a:pt x="301625" y="954088"/>
                  <a:pt x="342900" y="981075"/>
                </a:cubicBezTo>
                <a:cubicBezTo>
                  <a:pt x="384175" y="1008062"/>
                  <a:pt x="403225" y="1022350"/>
                  <a:pt x="438150" y="1038225"/>
                </a:cubicBezTo>
                <a:cubicBezTo>
                  <a:pt x="473075" y="1054100"/>
                  <a:pt x="512763" y="1084262"/>
                  <a:pt x="552450" y="1076325"/>
                </a:cubicBezTo>
                <a:cubicBezTo>
                  <a:pt x="592137" y="1068388"/>
                  <a:pt x="650875" y="1025525"/>
                  <a:pt x="676275" y="990600"/>
                </a:cubicBezTo>
                <a:cubicBezTo>
                  <a:pt x="701675" y="955675"/>
                  <a:pt x="700088" y="914400"/>
                  <a:pt x="704850" y="866775"/>
                </a:cubicBezTo>
                <a:cubicBezTo>
                  <a:pt x="709612" y="819150"/>
                  <a:pt x="700088" y="742950"/>
                  <a:pt x="704850" y="704850"/>
                </a:cubicBezTo>
                <a:cubicBezTo>
                  <a:pt x="709613" y="666750"/>
                  <a:pt x="727075" y="673100"/>
                  <a:pt x="733425" y="638175"/>
                </a:cubicBezTo>
                <a:cubicBezTo>
                  <a:pt x="739775" y="603250"/>
                  <a:pt x="741363" y="525462"/>
                  <a:pt x="742950" y="495300"/>
                </a:cubicBezTo>
                <a:cubicBezTo>
                  <a:pt x="744537" y="465138"/>
                  <a:pt x="744538" y="481013"/>
                  <a:pt x="742950" y="457200"/>
                </a:cubicBezTo>
                <a:cubicBezTo>
                  <a:pt x="741362" y="433387"/>
                  <a:pt x="735013" y="387350"/>
                  <a:pt x="733425" y="352425"/>
                </a:cubicBezTo>
                <a:cubicBezTo>
                  <a:pt x="731837" y="317500"/>
                  <a:pt x="733425" y="247650"/>
                  <a:pt x="733425" y="247650"/>
                </a:cubicBezTo>
                <a:lnTo>
                  <a:pt x="733425" y="152400"/>
                </a:lnTo>
                <a:lnTo>
                  <a:pt x="733425" y="123825"/>
                </a:lnTo>
                <a:cubicBezTo>
                  <a:pt x="733425" y="109538"/>
                  <a:pt x="735012" y="87312"/>
                  <a:pt x="733425" y="66675"/>
                </a:cubicBezTo>
                <a:cubicBezTo>
                  <a:pt x="731838" y="46038"/>
                  <a:pt x="727869" y="23019"/>
                  <a:pt x="723900"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p:cNvSpPr/>
          <p:nvPr/>
        </p:nvSpPr>
        <p:spPr>
          <a:xfrm>
            <a:off x="4476750" y="1400175"/>
            <a:ext cx="285750" cy="954997"/>
          </a:xfrm>
          <a:custGeom>
            <a:avLst/>
            <a:gdLst>
              <a:gd name="connsiteX0" fmla="*/ 0 w 285750"/>
              <a:gd name="connsiteY0" fmla="*/ 85725 h 954997"/>
              <a:gd name="connsiteX1" fmla="*/ 66675 w 285750"/>
              <a:gd name="connsiteY1" fmla="*/ 314325 h 954997"/>
              <a:gd name="connsiteX2" fmla="*/ 66675 w 285750"/>
              <a:gd name="connsiteY2" fmla="*/ 533400 h 954997"/>
              <a:gd name="connsiteX3" fmla="*/ 47625 w 285750"/>
              <a:gd name="connsiteY3" fmla="*/ 628650 h 954997"/>
              <a:gd name="connsiteX4" fmla="*/ 76200 w 285750"/>
              <a:gd name="connsiteY4" fmla="*/ 771525 h 954997"/>
              <a:gd name="connsiteX5" fmla="*/ 190500 w 285750"/>
              <a:gd name="connsiteY5" fmla="*/ 923925 h 954997"/>
              <a:gd name="connsiteX6" fmla="*/ 276225 w 285750"/>
              <a:gd name="connsiteY6" fmla="*/ 942975 h 954997"/>
              <a:gd name="connsiteX7" fmla="*/ 257175 w 285750"/>
              <a:gd name="connsiteY7" fmla="*/ 781050 h 954997"/>
              <a:gd name="connsiteX8" fmla="*/ 219075 w 285750"/>
              <a:gd name="connsiteY8" fmla="*/ 590550 h 954997"/>
              <a:gd name="connsiteX9" fmla="*/ 238125 w 285750"/>
              <a:gd name="connsiteY9" fmla="*/ 381000 h 954997"/>
              <a:gd name="connsiteX10" fmla="*/ 276225 w 285750"/>
              <a:gd name="connsiteY10" fmla="*/ 238125 h 954997"/>
              <a:gd name="connsiteX11" fmla="*/ 276225 w 285750"/>
              <a:gd name="connsiteY11" fmla="*/ 123825 h 954997"/>
              <a:gd name="connsiteX12" fmla="*/ 276225 w 285750"/>
              <a:gd name="connsiteY12" fmla="*/ 47625 h 954997"/>
              <a:gd name="connsiteX13" fmla="*/ 285750 w 285750"/>
              <a:gd name="connsiteY13" fmla="*/ 0 h 954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0" h="954997">
                <a:moveTo>
                  <a:pt x="0" y="85725"/>
                </a:moveTo>
                <a:cubicBezTo>
                  <a:pt x="27781" y="162719"/>
                  <a:pt x="55563" y="239713"/>
                  <a:pt x="66675" y="314325"/>
                </a:cubicBezTo>
                <a:cubicBezTo>
                  <a:pt x="77787" y="388937"/>
                  <a:pt x="69850" y="481013"/>
                  <a:pt x="66675" y="533400"/>
                </a:cubicBezTo>
                <a:cubicBezTo>
                  <a:pt x="63500" y="585787"/>
                  <a:pt x="46038" y="588963"/>
                  <a:pt x="47625" y="628650"/>
                </a:cubicBezTo>
                <a:cubicBezTo>
                  <a:pt x="49212" y="668337"/>
                  <a:pt x="52388" y="722313"/>
                  <a:pt x="76200" y="771525"/>
                </a:cubicBezTo>
                <a:cubicBezTo>
                  <a:pt x="100013" y="820738"/>
                  <a:pt x="157163" y="895350"/>
                  <a:pt x="190500" y="923925"/>
                </a:cubicBezTo>
                <a:cubicBezTo>
                  <a:pt x="223838" y="952500"/>
                  <a:pt x="265113" y="966788"/>
                  <a:pt x="276225" y="942975"/>
                </a:cubicBezTo>
                <a:cubicBezTo>
                  <a:pt x="287338" y="919163"/>
                  <a:pt x="266700" y="839788"/>
                  <a:pt x="257175" y="781050"/>
                </a:cubicBezTo>
                <a:cubicBezTo>
                  <a:pt x="247650" y="722313"/>
                  <a:pt x="222250" y="657225"/>
                  <a:pt x="219075" y="590550"/>
                </a:cubicBezTo>
                <a:cubicBezTo>
                  <a:pt x="215900" y="523875"/>
                  <a:pt x="228600" y="439738"/>
                  <a:pt x="238125" y="381000"/>
                </a:cubicBezTo>
                <a:cubicBezTo>
                  <a:pt x="247650" y="322263"/>
                  <a:pt x="269875" y="280987"/>
                  <a:pt x="276225" y="238125"/>
                </a:cubicBezTo>
                <a:cubicBezTo>
                  <a:pt x="282575" y="195263"/>
                  <a:pt x="276225" y="123825"/>
                  <a:pt x="276225" y="123825"/>
                </a:cubicBezTo>
                <a:cubicBezTo>
                  <a:pt x="276225" y="92075"/>
                  <a:pt x="274638" y="68262"/>
                  <a:pt x="276225" y="47625"/>
                </a:cubicBezTo>
                <a:cubicBezTo>
                  <a:pt x="277812" y="26988"/>
                  <a:pt x="281781" y="13494"/>
                  <a:pt x="285750"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p:cNvSpPr/>
          <p:nvPr/>
        </p:nvSpPr>
        <p:spPr>
          <a:xfrm>
            <a:off x="4752975" y="1371600"/>
            <a:ext cx="434124" cy="746596"/>
          </a:xfrm>
          <a:custGeom>
            <a:avLst/>
            <a:gdLst>
              <a:gd name="connsiteX0" fmla="*/ 0 w 434124"/>
              <a:gd name="connsiteY0" fmla="*/ 114300 h 746596"/>
              <a:gd name="connsiteX1" fmla="*/ 66675 w 434124"/>
              <a:gd name="connsiteY1" fmla="*/ 285750 h 746596"/>
              <a:gd name="connsiteX2" fmla="*/ 85725 w 434124"/>
              <a:gd name="connsiteY2" fmla="*/ 447675 h 746596"/>
              <a:gd name="connsiteX3" fmla="*/ 133350 w 434124"/>
              <a:gd name="connsiteY3" fmla="*/ 552450 h 746596"/>
              <a:gd name="connsiteX4" fmla="*/ 200025 w 434124"/>
              <a:gd name="connsiteY4" fmla="*/ 695325 h 746596"/>
              <a:gd name="connsiteX5" fmla="*/ 371475 w 434124"/>
              <a:gd name="connsiteY5" fmla="*/ 742950 h 746596"/>
              <a:gd name="connsiteX6" fmla="*/ 428625 w 434124"/>
              <a:gd name="connsiteY6" fmla="*/ 609600 h 746596"/>
              <a:gd name="connsiteX7" fmla="*/ 428625 w 434124"/>
              <a:gd name="connsiteY7" fmla="*/ 504825 h 746596"/>
              <a:gd name="connsiteX8" fmla="*/ 400050 w 434124"/>
              <a:gd name="connsiteY8" fmla="*/ 314325 h 746596"/>
              <a:gd name="connsiteX9" fmla="*/ 400050 w 434124"/>
              <a:gd name="connsiteY9" fmla="*/ 200025 h 746596"/>
              <a:gd name="connsiteX10" fmla="*/ 400050 w 434124"/>
              <a:gd name="connsiteY10" fmla="*/ 47625 h 746596"/>
              <a:gd name="connsiteX11" fmla="*/ 400050 w 434124"/>
              <a:gd name="connsiteY11" fmla="*/ 0 h 74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4124" h="746596">
                <a:moveTo>
                  <a:pt x="0" y="114300"/>
                </a:moveTo>
                <a:cubicBezTo>
                  <a:pt x="26194" y="172244"/>
                  <a:pt x="52388" y="230188"/>
                  <a:pt x="66675" y="285750"/>
                </a:cubicBezTo>
                <a:cubicBezTo>
                  <a:pt x="80963" y="341313"/>
                  <a:pt x="74612" y="403225"/>
                  <a:pt x="85725" y="447675"/>
                </a:cubicBezTo>
                <a:cubicBezTo>
                  <a:pt x="96838" y="492125"/>
                  <a:pt x="114300" y="511175"/>
                  <a:pt x="133350" y="552450"/>
                </a:cubicBezTo>
                <a:cubicBezTo>
                  <a:pt x="152400" y="593725"/>
                  <a:pt x="160338" y="663575"/>
                  <a:pt x="200025" y="695325"/>
                </a:cubicBezTo>
                <a:cubicBezTo>
                  <a:pt x="239713" y="727075"/>
                  <a:pt x="333375" y="757237"/>
                  <a:pt x="371475" y="742950"/>
                </a:cubicBezTo>
                <a:cubicBezTo>
                  <a:pt x="409575" y="728663"/>
                  <a:pt x="419100" y="649288"/>
                  <a:pt x="428625" y="609600"/>
                </a:cubicBezTo>
                <a:cubicBezTo>
                  <a:pt x="438150" y="569913"/>
                  <a:pt x="433388" y="554038"/>
                  <a:pt x="428625" y="504825"/>
                </a:cubicBezTo>
                <a:cubicBezTo>
                  <a:pt x="423863" y="455613"/>
                  <a:pt x="404812" y="365125"/>
                  <a:pt x="400050" y="314325"/>
                </a:cubicBezTo>
                <a:cubicBezTo>
                  <a:pt x="395288" y="263525"/>
                  <a:pt x="400050" y="200025"/>
                  <a:pt x="400050" y="200025"/>
                </a:cubicBezTo>
                <a:lnTo>
                  <a:pt x="400050" y="47625"/>
                </a:lnTo>
                <a:lnTo>
                  <a:pt x="400050" y="0"/>
                </a:ln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5163460" y="1342905"/>
            <a:ext cx="447675" cy="883407"/>
          </a:xfrm>
          <a:custGeom>
            <a:avLst/>
            <a:gdLst>
              <a:gd name="connsiteX0" fmla="*/ 0 w 447675"/>
              <a:gd name="connsiteY0" fmla="*/ 104775 h 883407"/>
              <a:gd name="connsiteX1" fmla="*/ 38100 w 447675"/>
              <a:gd name="connsiteY1" fmla="*/ 276225 h 883407"/>
              <a:gd name="connsiteX2" fmla="*/ 57150 w 447675"/>
              <a:gd name="connsiteY2" fmla="*/ 409575 h 883407"/>
              <a:gd name="connsiteX3" fmla="*/ 85725 w 447675"/>
              <a:gd name="connsiteY3" fmla="*/ 638175 h 883407"/>
              <a:gd name="connsiteX4" fmla="*/ 123825 w 447675"/>
              <a:gd name="connsiteY4" fmla="*/ 752475 h 883407"/>
              <a:gd name="connsiteX5" fmla="*/ 228600 w 447675"/>
              <a:gd name="connsiteY5" fmla="*/ 819150 h 883407"/>
              <a:gd name="connsiteX6" fmla="*/ 304800 w 447675"/>
              <a:gd name="connsiteY6" fmla="*/ 847725 h 883407"/>
              <a:gd name="connsiteX7" fmla="*/ 390525 w 447675"/>
              <a:gd name="connsiteY7" fmla="*/ 876300 h 883407"/>
              <a:gd name="connsiteX8" fmla="*/ 428625 w 447675"/>
              <a:gd name="connsiteY8" fmla="*/ 704850 h 883407"/>
              <a:gd name="connsiteX9" fmla="*/ 428625 w 447675"/>
              <a:gd name="connsiteY9" fmla="*/ 619125 h 883407"/>
              <a:gd name="connsiteX10" fmla="*/ 419100 w 447675"/>
              <a:gd name="connsiteY10" fmla="*/ 371475 h 883407"/>
              <a:gd name="connsiteX11" fmla="*/ 438150 w 447675"/>
              <a:gd name="connsiteY11" fmla="*/ 257175 h 883407"/>
              <a:gd name="connsiteX12" fmla="*/ 438150 w 447675"/>
              <a:gd name="connsiteY12" fmla="*/ 123825 h 883407"/>
              <a:gd name="connsiteX13" fmla="*/ 447675 w 447675"/>
              <a:gd name="connsiteY13" fmla="*/ 0 h 883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7675" h="883407">
                <a:moveTo>
                  <a:pt x="0" y="104775"/>
                </a:moveTo>
                <a:cubicBezTo>
                  <a:pt x="12700" y="161925"/>
                  <a:pt x="28575" y="225425"/>
                  <a:pt x="38100" y="276225"/>
                </a:cubicBezTo>
                <a:cubicBezTo>
                  <a:pt x="47625" y="327025"/>
                  <a:pt x="49213" y="349250"/>
                  <a:pt x="57150" y="409575"/>
                </a:cubicBezTo>
                <a:cubicBezTo>
                  <a:pt x="65087" y="469900"/>
                  <a:pt x="74613" y="581025"/>
                  <a:pt x="85725" y="638175"/>
                </a:cubicBezTo>
                <a:cubicBezTo>
                  <a:pt x="96838" y="695325"/>
                  <a:pt x="100013" y="722313"/>
                  <a:pt x="123825" y="752475"/>
                </a:cubicBezTo>
                <a:cubicBezTo>
                  <a:pt x="147637" y="782637"/>
                  <a:pt x="198438" y="803275"/>
                  <a:pt x="228600" y="819150"/>
                </a:cubicBezTo>
                <a:cubicBezTo>
                  <a:pt x="258762" y="835025"/>
                  <a:pt x="277813" y="838200"/>
                  <a:pt x="304800" y="847725"/>
                </a:cubicBezTo>
                <a:cubicBezTo>
                  <a:pt x="331787" y="857250"/>
                  <a:pt x="369888" y="900112"/>
                  <a:pt x="390525" y="876300"/>
                </a:cubicBezTo>
                <a:cubicBezTo>
                  <a:pt x="411162" y="852488"/>
                  <a:pt x="422275" y="747712"/>
                  <a:pt x="428625" y="704850"/>
                </a:cubicBezTo>
                <a:cubicBezTo>
                  <a:pt x="434975" y="661988"/>
                  <a:pt x="430212" y="674687"/>
                  <a:pt x="428625" y="619125"/>
                </a:cubicBezTo>
                <a:cubicBezTo>
                  <a:pt x="427038" y="563563"/>
                  <a:pt x="417513" y="431800"/>
                  <a:pt x="419100" y="371475"/>
                </a:cubicBezTo>
                <a:cubicBezTo>
                  <a:pt x="420687" y="311150"/>
                  <a:pt x="434975" y="298450"/>
                  <a:pt x="438150" y="257175"/>
                </a:cubicBezTo>
                <a:cubicBezTo>
                  <a:pt x="441325" y="215900"/>
                  <a:pt x="436563" y="166687"/>
                  <a:pt x="438150" y="123825"/>
                </a:cubicBezTo>
                <a:cubicBezTo>
                  <a:pt x="439737" y="80963"/>
                  <a:pt x="447675" y="0"/>
                  <a:pt x="447675"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a:off x="5619750" y="1381125"/>
            <a:ext cx="638286" cy="1476911"/>
          </a:xfrm>
          <a:custGeom>
            <a:avLst/>
            <a:gdLst>
              <a:gd name="connsiteX0" fmla="*/ 0 w 638286"/>
              <a:gd name="connsiteY0" fmla="*/ 9525 h 1476911"/>
              <a:gd name="connsiteX1" fmla="*/ 28575 w 638286"/>
              <a:gd name="connsiteY1" fmla="*/ 219075 h 1476911"/>
              <a:gd name="connsiteX2" fmla="*/ 19050 w 638286"/>
              <a:gd name="connsiteY2" fmla="*/ 390525 h 1476911"/>
              <a:gd name="connsiteX3" fmla="*/ 28575 w 638286"/>
              <a:gd name="connsiteY3" fmla="*/ 628650 h 1476911"/>
              <a:gd name="connsiteX4" fmla="*/ 57150 w 638286"/>
              <a:gd name="connsiteY4" fmla="*/ 752475 h 1476911"/>
              <a:gd name="connsiteX5" fmla="*/ 85725 w 638286"/>
              <a:gd name="connsiteY5" fmla="*/ 952500 h 1476911"/>
              <a:gd name="connsiteX6" fmla="*/ 123825 w 638286"/>
              <a:gd name="connsiteY6" fmla="*/ 1171575 h 1476911"/>
              <a:gd name="connsiteX7" fmla="*/ 180975 w 638286"/>
              <a:gd name="connsiteY7" fmla="*/ 1304925 h 1476911"/>
              <a:gd name="connsiteX8" fmla="*/ 238125 w 638286"/>
              <a:gd name="connsiteY8" fmla="*/ 1390650 h 1476911"/>
              <a:gd name="connsiteX9" fmla="*/ 295275 w 638286"/>
              <a:gd name="connsiteY9" fmla="*/ 1457325 h 1476911"/>
              <a:gd name="connsiteX10" fmla="*/ 400050 w 638286"/>
              <a:gd name="connsiteY10" fmla="*/ 1476375 h 1476911"/>
              <a:gd name="connsiteX11" fmla="*/ 457200 w 638286"/>
              <a:gd name="connsiteY11" fmla="*/ 1466850 h 1476911"/>
              <a:gd name="connsiteX12" fmla="*/ 485775 w 638286"/>
              <a:gd name="connsiteY12" fmla="*/ 1419225 h 1476911"/>
              <a:gd name="connsiteX13" fmla="*/ 504825 w 638286"/>
              <a:gd name="connsiteY13" fmla="*/ 1352550 h 1476911"/>
              <a:gd name="connsiteX14" fmla="*/ 514350 w 638286"/>
              <a:gd name="connsiteY14" fmla="*/ 1104900 h 1476911"/>
              <a:gd name="connsiteX15" fmla="*/ 552450 w 638286"/>
              <a:gd name="connsiteY15" fmla="*/ 1000125 h 1476911"/>
              <a:gd name="connsiteX16" fmla="*/ 552450 w 638286"/>
              <a:gd name="connsiteY16" fmla="*/ 933450 h 1476911"/>
              <a:gd name="connsiteX17" fmla="*/ 561975 w 638286"/>
              <a:gd name="connsiteY17" fmla="*/ 876300 h 1476911"/>
              <a:gd name="connsiteX18" fmla="*/ 561975 w 638286"/>
              <a:gd name="connsiteY18" fmla="*/ 828675 h 1476911"/>
              <a:gd name="connsiteX19" fmla="*/ 561975 w 638286"/>
              <a:gd name="connsiteY19" fmla="*/ 781050 h 1476911"/>
              <a:gd name="connsiteX20" fmla="*/ 581025 w 638286"/>
              <a:gd name="connsiteY20" fmla="*/ 685800 h 1476911"/>
              <a:gd name="connsiteX21" fmla="*/ 590550 w 638286"/>
              <a:gd name="connsiteY21" fmla="*/ 571500 h 1476911"/>
              <a:gd name="connsiteX22" fmla="*/ 609600 w 638286"/>
              <a:gd name="connsiteY22" fmla="*/ 485775 h 1476911"/>
              <a:gd name="connsiteX23" fmla="*/ 609600 w 638286"/>
              <a:gd name="connsiteY23" fmla="*/ 333375 h 1476911"/>
              <a:gd name="connsiteX24" fmla="*/ 638175 w 638286"/>
              <a:gd name="connsiteY24" fmla="*/ 304800 h 1476911"/>
              <a:gd name="connsiteX25" fmla="*/ 619125 w 638286"/>
              <a:gd name="connsiteY25" fmla="*/ 161925 h 1476911"/>
              <a:gd name="connsiteX26" fmla="*/ 609600 w 638286"/>
              <a:gd name="connsiteY26" fmla="*/ 123825 h 1476911"/>
              <a:gd name="connsiteX27" fmla="*/ 590550 w 638286"/>
              <a:gd name="connsiteY27" fmla="*/ 0 h 147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38286" h="1476911">
                <a:moveTo>
                  <a:pt x="0" y="9525"/>
                </a:moveTo>
                <a:cubicBezTo>
                  <a:pt x="12700" y="82550"/>
                  <a:pt x="25400" y="155575"/>
                  <a:pt x="28575" y="219075"/>
                </a:cubicBezTo>
                <a:cubicBezTo>
                  <a:pt x="31750" y="282575"/>
                  <a:pt x="19050" y="322263"/>
                  <a:pt x="19050" y="390525"/>
                </a:cubicBezTo>
                <a:cubicBezTo>
                  <a:pt x="19050" y="458787"/>
                  <a:pt x="22225" y="568325"/>
                  <a:pt x="28575" y="628650"/>
                </a:cubicBezTo>
                <a:cubicBezTo>
                  <a:pt x="34925" y="688975"/>
                  <a:pt x="47625" y="698500"/>
                  <a:pt x="57150" y="752475"/>
                </a:cubicBezTo>
                <a:cubicBezTo>
                  <a:pt x="66675" y="806450"/>
                  <a:pt x="74613" y="882650"/>
                  <a:pt x="85725" y="952500"/>
                </a:cubicBezTo>
                <a:cubicBezTo>
                  <a:pt x="96837" y="1022350"/>
                  <a:pt x="107950" y="1112838"/>
                  <a:pt x="123825" y="1171575"/>
                </a:cubicBezTo>
                <a:cubicBezTo>
                  <a:pt x="139700" y="1230312"/>
                  <a:pt x="161925" y="1268413"/>
                  <a:pt x="180975" y="1304925"/>
                </a:cubicBezTo>
                <a:cubicBezTo>
                  <a:pt x="200025" y="1341437"/>
                  <a:pt x="219075" y="1365250"/>
                  <a:pt x="238125" y="1390650"/>
                </a:cubicBezTo>
                <a:cubicBezTo>
                  <a:pt x="257175" y="1416050"/>
                  <a:pt x="268288" y="1443038"/>
                  <a:pt x="295275" y="1457325"/>
                </a:cubicBezTo>
                <a:cubicBezTo>
                  <a:pt x="322263" y="1471613"/>
                  <a:pt x="373063" y="1474788"/>
                  <a:pt x="400050" y="1476375"/>
                </a:cubicBezTo>
                <a:cubicBezTo>
                  <a:pt x="427037" y="1477962"/>
                  <a:pt x="442913" y="1476375"/>
                  <a:pt x="457200" y="1466850"/>
                </a:cubicBezTo>
                <a:cubicBezTo>
                  <a:pt x="471487" y="1457325"/>
                  <a:pt x="477838" y="1438275"/>
                  <a:pt x="485775" y="1419225"/>
                </a:cubicBezTo>
                <a:cubicBezTo>
                  <a:pt x="493712" y="1400175"/>
                  <a:pt x="500063" y="1404937"/>
                  <a:pt x="504825" y="1352550"/>
                </a:cubicBezTo>
                <a:cubicBezTo>
                  <a:pt x="509587" y="1300163"/>
                  <a:pt x="506413" y="1163638"/>
                  <a:pt x="514350" y="1104900"/>
                </a:cubicBezTo>
                <a:cubicBezTo>
                  <a:pt x="522288" y="1046163"/>
                  <a:pt x="546100" y="1028700"/>
                  <a:pt x="552450" y="1000125"/>
                </a:cubicBezTo>
                <a:cubicBezTo>
                  <a:pt x="558800" y="971550"/>
                  <a:pt x="550863" y="954087"/>
                  <a:pt x="552450" y="933450"/>
                </a:cubicBezTo>
                <a:cubicBezTo>
                  <a:pt x="554037" y="912813"/>
                  <a:pt x="560388" y="893762"/>
                  <a:pt x="561975" y="876300"/>
                </a:cubicBezTo>
                <a:cubicBezTo>
                  <a:pt x="563562" y="858838"/>
                  <a:pt x="561975" y="828675"/>
                  <a:pt x="561975" y="828675"/>
                </a:cubicBezTo>
                <a:cubicBezTo>
                  <a:pt x="561975" y="812800"/>
                  <a:pt x="558800" y="804863"/>
                  <a:pt x="561975" y="781050"/>
                </a:cubicBezTo>
                <a:cubicBezTo>
                  <a:pt x="565150" y="757238"/>
                  <a:pt x="576263" y="720725"/>
                  <a:pt x="581025" y="685800"/>
                </a:cubicBezTo>
                <a:cubicBezTo>
                  <a:pt x="585788" y="650875"/>
                  <a:pt x="585788" y="604837"/>
                  <a:pt x="590550" y="571500"/>
                </a:cubicBezTo>
                <a:cubicBezTo>
                  <a:pt x="595312" y="538163"/>
                  <a:pt x="606425" y="525462"/>
                  <a:pt x="609600" y="485775"/>
                </a:cubicBezTo>
                <a:cubicBezTo>
                  <a:pt x="612775" y="446088"/>
                  <a:pt x="604838" y="363538"/>
                  <a:pt x="609600" y="333375"/>
                </a:cubicBezTo>
                <a:cubicBezTo>
                  <a:pt x="614363" y="303213"/>
                  <a:pt x="636588" y="333375"/>
                  <a:pt x="638175" y="304800"/>
                </a:cubicBezTo>
                <a:cubicBezTo>
                  <a:pt x="639763" y="276225"/>
                  <a:pt x="623888" y="192088"/>
                  <a:pt x="619125" y="161925"/>
                </a:cubicBezTo>
                <a:cubicBezTo>
                  <a:pt x="614363" y="131763"/>
                  <a:pt x="614362" y="150812"/>
                  <a:pt x="609600" y="123825"/>
                </a:cubicBezTo>
                <a:cubicBezTo>
                  <a:pt x="604838" y="96838"/>
                  <a:pt x="597694" y="48419"/>
                  <a:pt x="590550"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6200775" y="1419225"/>
            <a:ext cx="287367" cy="1100931"/>
          </a:xfrm>
          <a:custGeom>
            <a:avLst/>
            <a:gdLst>
              <a:gd name="connsiteX0" fmla="*/ 0 w 287367"/>
              <a:gd name="connsiteY0" fmla="*/ 38100 h 1100931"/>
              <a:gd name="connsiteX1" fmla="*/ 28575 w 287367"/>
              <a:gd name="connsiteY1" fmla="*/ 209550 h 1100931"/>
              <a:gd name="connsiteX2" fmla="*/ 28575 w 287367"/>
              <a:gd name="connsiteY2" fmla="*/ 323850 h 1100931"/>
              <a:gd name="connsiteX3" fmla="*/ 38100 w 287367"/>
              <a:gd name="connsiteY3" fmla="*/ 504825 h 1100931"/>
              <a:gd name="connsiteX4" fmla="*/ 38100 w 287367"/>
              <a:gd name="connsiteY4" fmla="*/ 619125 h 1100931"/>
              <a:gd name="connsiteX5" fmla="*/ 38100 w 287367"/>
              <a:gd name="connsiteY5" fmla="*/ 790575 h 1100931"/>
              <a:gd name="connsiteX6" fmla="*/ 38100 w 287367"/>
              <a:gd name="connsiteY6" fmla="*/ 876300 h 1100931"/>
              <a:gd name="connsiteX7" fmla="*/ 38100 w 287367"/>
              <a:gd name="connsiteY7" fmla="*/ 952500 h 1100931"/>
              <a:gd name="connsiteX8" fmla="*/ 38100 w 287367"/>
              <a:gd name="connsiteY8" fmla="*/ 1019175 h 1100931"/>
              <a:gd name="connsiteX9" fmla="*/ 104775 w 287367"/>
              <a:gd name="connsiteY9" fmla="*/ 1085850 h 1100931"/>
              <a:gd name="connsiteX10" fmla="*/ 171450 w 287367"/>
              <a:gd name="connsiteY10" fmla="*/ 1095375 h 1100931"/>
              <a:gd name="connsiteX11" fmla="*/ 219075 w 287367"/>
              <a:gd name="connsiteY11" fmla="*/ 1085850 h 1100931"/>
              <a:gd name="connsiteX12" fmla="*/ 247650 w 287367"/>
              <a:gd name="connsiteY12" fmla="*/ 933450 h 1100931"/>
              <a:gd name="connsiteX13" fmla="*/ 276225 w 287367"/>
              <a:gd name="connsiteY13" fmla="*/ 723900 h 1100931"/>
              <a:gd name="connsiteX14" fmla="*/ 276225 w 287367"/>
              <a:gd name="connsiteY14" fmla="*/ 609600 h 1100931"/>
              <a:gd name="connsiteX15" fmla="*/ 285750 w 287367"/>
              <a:gd name="connsiteY15" fmla="*/ 390525 h 1100931"/>
              <a:gd name="connsiteX16" fmla="*/ 238125 w 287367"/>
              <a:gd name="connsiteY16" fmla="*/ 190500 h 1100931"/>
              <a:gd name="connsiteX17" fmla="*/ 228600 w 287367"/>
              <a:gd name="connsiteY17" fmla="*/ 104775 h 1100931"/>
              <a:gd name="connsiteX18" fmla="*/ 228600 w 287367"/>
              <a:gd name="connsiteY18" fmla="*/ 19050 h 1100931"/>
              <a:gd name="connsiteX19" fmla="*/ 228600 w 287367"/>
              <a:gd name="connsiteY19" fmla="*/ 0 h 110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7367" h="1100931">
                <a:moveTo>
                  <a:pt x="0" y="38100"/>
                </a:moveTo>
                <a:cubicBezTo>
                  <a:pt x="11906" y="100012"/>
                  <a:pt x="23813" y="161925"/>
                  <a:pt x="28575" y="209550"/>
                </a:cubicBezTo>
                <a:cubicBezTo>
                  <a:pt x="33337" y="257175"/>
                  <a:pt x="26988" y="274638"/>
                  <a:pt x="28575" y="323850"/>
                </a:cubicBezTo>
                <a:cubicBezTo>
                  <a:pt x="30162" y="373062"/>
                  <a:pt x="36513" y="455613"/>
                  <a:pt x="38100" y="504825"/>
                </a:cubicBezTo>
                <a:cubicBezTo>
                  <a:pt x="39687" y="554037"/>
                  <a:pt x="38100" y="619125"/>
                  <a:pt x="38100" y="619125"/>
                </a:cubicBezTo>
                <a:lnTo>
                  <a:pt x="38100" y="790575"/>
                </a:lnTo>
                <a:lnTo>
                  <a:pt x="38100" y="876300"/>
                </a:lnTo>
                <a:lnTo>
                  <a:pt x="38100" y="952500"/>
                </a:lnTo>
                <a:cubicBezTo>
                  <a:pt x="38100" y="976312"/>
                  <a:pt x="26988" y="996950"/>
                  <a:pt x="38100" y="1019175"/>
                </a:cubicBezTo>
                <a:cubicBezTo>
                  <a:pt x="49212" y="1041400"/>
                  <a:pt x="82550" y="1073150"/>
                  <a:pt x="104775" y="1085850"/>
                </a:cubicBezTo>
                <a:cubicBezTo>
                  <a:pt x="127000" y="1098550"/>
                  <a:pt x="152400" y="1095375"/>
                  <a:pt x="171450" y="1095375"/>
                </a:cubicBezTo>
                <a:cubicBezTo>
                  <a:pt x="190500" y="1095375"/>
                  <a:pt x="206375" y="1112837"/>
                  <a:pt x="219075" y="1085850"/>
                </a:cubicBezTo>
                <a:cubicBezTo>
                  <a:pt x="231775" y="1058863"/>
                  <a:pt x="238125" y="993775"/>
                  <a:pt x="247650" y="933450"/>
                </a:cubicBezTo>
                <a:cubicBezTo>
                  <a:pt x="257175" y="873125"/>
                  <a:pt x="271462" y="777875"/>
                  <a:pt x="276225" y="723900"/>
                </a:cubicBezTo>
                <a:cubicBezTo>
                  <a:pt x="280988" y="669925"/>
                  <a:pt x="274638" y="665162"/>
                  <a:pt x="276225" y="609600"/>
                </a:cubicBezTo>
                <a:cubicBezTo>
                  <a:pt x="277812" y="554038"/>
                  <a:pt x="292100" y="460375"/>
                  <a:pt x="285750" y="390525"/>
                </a:cubicBezTo>
                <a:cubicBezTo>
                  <a:pt x="279400" y="320675"/>
                  <a:pt x="247650" y="238125"/>
                  <a:pt x="238125" y="190500"/>
                </a:cubicBezTo>
                <a:cubicBezTo>
                  <a:pt x="228600" y="142875"/>
                  <a:pt x="230188" y="133350"/>
                  <a:pt x="228600" y="104775"/>
                </a:cubicBezTo>
                <a:cubicBezTo>
                  <a:pt x="227013" y="76200"/>
                  <a:pt x="228600" y="19050"/>
                  <a:pt x="228600" y="19050"/>
                </a:cubicBezTo>
                <a:lnTo>
                  <a:pt x="228600" y="0"/>
                </a:ln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6400800" y="1343025"/>
            <a:ext cx="561975" cy="1006474"/>
          </a:xfrm>
          <a:custGeom>
            <a:avLst/>
            <a:gdLst>
              <a:gd name="connsiteX0" fmla="*/ 0 w 561975"/>
              <a:gd name="connsiteY0" fmla="*/ 104775 h 1006474"/>
              <a:gd name="connsiteX1" fmla="*/ 85725 w 561975"/>
              <a:gd name="connsiteY1" fmla="*/ 238125 h 1006474"/>
              <a:gd name="connsiteX2" fmla="*/ 123825 w 561975"/>
              <a:gd name="connsiteY2" fmla="*/ 390525 h 1006474"/>
              <a:gd name="connsiteX3" fmla="*/ 152400 w 561975"/>
              <a:gd name="connsiteY3" fmla="*/ 552450 h 1006474"/>
              <a:gd name="connsiteX4" fmla="*/ 171450 w 561975"/>
              <a:gd name="connsiteY4" fmla="*/ 666750 h 1006474"/>
              <a:gd name="connsiteX5" fmla="*/ 171450 w 561975"/>
              <a:gd name="connsiteY5" fmla="*/ 752475 h 1006474"/>
              <a:gd name="connsiteX6" fmla="*/ 171450 w 561975"/>
              <a:gd name="connsiteY6" fmla="*/ 781050 h 1006474"/>
              <a:gd name="connsiteX7" fmla="*/ 200025 w 561975"/>
              <a:gd name="connsiteY7" fmla="*/ 914400 h 1006474"/>
              <a:gd name="connsiteX8" fmla="*/ 228600 w 561975"/>
              <a:gd name="connsiteY8" fmla="*/ 971550 h 1006474"/>
              <a:gd name="connsiteX9" fmla="*/ 276225 w 561975"/>
              <a:gd name="connsiteY9" fmla="*/ 1000125 h 1006474"/>
              <a:gd name="connsiteX10" fmla="*/ 323850 w 561975"/>
              <a:gd name="connsiteY10" fmla="*/ 1000125 h 1006474"/>
              <a:gd name="connsiteX11" fmla="*/ 381000 w 561975"/>
              <a:gd name="connsiteY11" fmla="*/ 1000125 h 1006474"/>
              <a:gd name="connsiteX12" fmla="*/ 409575 w 561975"/>
              <a:gd name="connsiteY12" fmla="*/ 914400 h 1006474"/>
              <a:gd name="connsiteX13" fmla="*/ 438150 w 561975"/>
              <a:gd name="connsiteY13" fmla="*/ 800100 h 1006474"/>
              <a:gd name="connsiteX14" fmla="*/ 495300 w 561975"/>
              <a:gd name="connsiteY14" fmla="*/ 628650 h 1006474"/>
              <a:gd name="connsiteX15" fmla="*/ 514350 w 561975"/>
              <a:gd name="connsiteY15" fmla="*/ 447675 h 1006474"/>
              <a:gd name="connsiteX16" fmla="*/ 533400 w 561975"/>
              <a:gd name="connsiteY16" fmla="*/ 323850 h 1006474"/>
              <a:gd name="connsiteX17" fmla="*/ 552450 w 561975"/>
              <a:gd name="connsiteY17" fmla="*/ 219075 h 1006474"/>
              <a:gd name="connsiteX18" fmla="*/ 552450 w 561975"/>
              <a:gd name="connsiteY18" fmla="*/ 161925 h 1006474"/>
              <a:gd name="connsiteX19" fmla="*/ 552450 w 561975"/>
              <a:gd name="connsiteY19" fmla="*/ 85725 h 1006474"/>
              <a:gd name="connsiteX20" fmla="*/ 561975 w 561975"/>
              <a:gd name="connsiteY20" fmla="*/ 0 h 1006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975" h="1006474">
                <a:moveTo>
                  <a:pt x="0" y="104775"/>
                </a:moveTo>
                <a:cubicBezTo>
                  <a:pt x="32544" y="147637"/>
                  <a:pt x="65088" y="190500"/>
                  <a:pt x="85725" y="238125"/>
                </a:cubicBezTo>
                <a:cubicBezTo>
                  <a:pt x="106363" y="285750"/>
                  <a:pt x="112713" y="338138"/>
                  <a:pt x="123825" y="390525"/>
                </a:cubicBezTo>
                <a:cubicBezTo>
                  <a:pt x="134937" y="442912"/>
                  <a:pt x="144463" y="506413"/>
                  <a:pt x="152400" y="552450"/>
                </a:cubicBezTo>
                <a:cubicBezTo>
                  <a:pt x="160337" y="598487"/>
                  <a:pt x="168275" y="633413"/>
                  <a:pt x="171450" y="666750"/>
                </a:cubicBezTo>
                <a:cubicBezTo>
                  <a:pt x="174625" y="700087"/>
                  <a:pt x="171450" y="752475"/>
                  <a:pt x="171450" y="752475"/>
                </a:cubicBezTo>
                <a:cubicBezTo>
                  <a:pt x="171450" y="771525"/>
                  <a:pt x="166688" y="754063"/>
                  <a:pt x="171450" y="781050"/>
                </a:cubicBezTo>
                <a:cubicBezTo>
                  <a:pt x="176212" y="808037"/>
                  <a:pt x="190500" y="882650"/>
                  <a:pt x="200025" y="914400"/>
                </a:cubicBezTo>
                <a:cubicBezTo>
                  <a:pt x="209550" y="946150"/>
                  <a:pt x="215900" y="957263"/>
                  <a:pt x="228600" y="971550"/>
                </a:cubicBezTo>
                <a:cubicBezTo>
                  <a:pt x="241300" y="985838"/>
                  <a:pt x="260350" y="995363"/>
                  <a:pt x="276225" y="1000125"/>
                </a:cubicBezTo>
                <a:cubicBezTo>
                  <a:pt x="292100" y="1004887"/>
                  <a:pt x="323850" y="1000125"/>
                  <a:pt x="323850" y="1000125"/>
                </a:cubicBezTo>
                <a:cubicBezTo>
                  <a:pt x="341312" y="1000125"/>
                  <a:pt x="366713" y="1014412"/>
                  <a:pt x="381000" y="1000125"/>
                </a:cubicBezTo>
                <a:cubicBezTo>
                  <a:pt x="395287" y="985838"/>
                  <a:pt x="400050" y="947738"/>
                  <a:pt x="409575" y="914400"/>
                </a:cubicBezTo>
                <a:cubicBezTo>
                  <a:pt x="419100" y="881063"/>
                  <a:pt x="423863" y="847725"/>
                  <a:pt x="438150" y="800100"/>
                </a:cubicBezTo>
                <a:cubicBezTo>
                  <a:pt x="452437" y="752475"/>
                  <a:pt x="482600" y="687388"/>
                  <a:pt x="495300" y="628650"/>
                </a:cubicBezTo>
                <a:cubicBezTo>
                  <a:pt x="508000" y="569913"/>
                  <a:pt x="508000" y="498475"/>
                  <a:pt x="514350" y="447675"/>
                </a:cubicBezTo>
                <a:cubicBezTo>
                  <a:pt x="520700" y="396875"/>
                  <a:pt x="527050" y="361950"/>
                  <a:pt x="533400" y="323850"/>
                </a:cubicBezTo>
                <a:cubicBezTo>
                  <a:pt x="539750" y="285750"/>
                  <a:pt x="549275" y="246063"/>
                  <a:pt x="552450" y="219075"/>
                </a:cubicBezTo>
                <a:cubicBezTo>
                  <a:pt x="555625" y="192087"/>
                  <a:pt x="552450" y="161925"/>
                  <a:pt x="552450" y="161925"/>
                </a:cubicBezTo>
                <a:cubicBezTo>
                  <a:pt x="552450" y="139700"/>
                  <a:pt x="550863" y="112712"/>
                  <a:pt x="552450" y="85725"/>
                </a:cubicBezTo>
                <a:cubicBezTo>
                  <a:pt x="554037" y="58738"/>
                  <a:pt x="561975" y="0"/>
                  <a:pt x="561975"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p:nvSpPr>
        <p:spPr>
          <a:xfrm>
            <a:off x="8266542" y="1438275"/>
            <a:ext cx="714942" cy="1052180"/>
          </a:xfrm>
          <a:custGeom>
            <a:avLst/>
            <a:gdLst>
              <a:gd name="connsiteX0" fmla="*/ 0 w 714942"/>
              <a:gd name="connsiteY0" fmla="*/ 0 h 1052180"/>
              <a:gd name="connsiteX1" fmla="*/ 95250 w 714942"/>
              <a:gd name="connsiteY1" fmla="*/ 247650 h 1052180"/>
              <a:gd name="connsiteX2" fmla="*/ 161925 w 714942"/>
              <a:gd name="connsiteY2" fmla="*/ 504825 h 1052180"/>
              <a:gd name="connsiteX3" fmla="*/ 266700 w 714942"/>
              <a:gd name="connsiteY3" fmla="*/ 781050 h 1052180"/>
              <a:gd name="connsiteX4" fmla="*/ 409575 w 714942"/>
              <a:gd name="connsiteY4" fmla="*/ 990600 h 1052180"/>
              <a:gd name="connsiteX5" fmla="*/ 609600 w 714942"/>
              <a:gd name="connsiteY5" fmla="*/ 1047750 h 1052180"/>
              <a:gd name="connsiteX6" fmla="*/ 685800 w 714942"/>
              <a:gd name="connsiteY6" fmla="*/ 895350 h 1052180"/>
              <a:gd name="connsiteX7" fmla="*/ 714375 w 714942"/>
              <a:gd name="connsiteY7" fmla="*/ 695325 h 1052180"/>
              <a:gd name="connsiteX8" fmla="*/ 704850 w 714942"/>
              <a:gd name="connsiteY8" fmla="*/ 485775 h 1052180"/>
              <a:gd name="connsiteX9" fmla="*/ 704850 w 714942"/>
              <a:gd name="connsiteY9" fmla="*/ 304800 h 1052180"/>
              <a:gd name="connsiteX10" fmla="*/ 704850 w 714942"/>
              <a:gd name="connsiteY10" fmla="*/ 180975 h 1052180"/>
              <a:gd name="connsiteX11" fmla="*/ 704850 w 714942"/>
              <a:gd name="connsiteY11" fmla="*/ 142875 h 1052180"/>
              <a:gd name="connsiteX12" fmla="*/ 704850 w 714942"/>
              <a:gd name="connsiteY12" fmla="*/ 123825 h 105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4942" h="1052180">
                <a:moveTo>
                  <a:pt x="0" y="0"/>
                </a:moveTo>
                <a:cubicBezTo>
                  <a:pt x="34131" y="81756"/>
                  <a:pt x="68263" y="163513"/>
                  <a:pt x="95250" y="247650"/>
                </a:cubicBezTo>
                <a:cubicBezTo>
                  <a:pt x="122237" y="331787"/>
                  <a:pt x="133350" y="415925"/>
                  <a:pt x="161925" y="504825"/>
                </a:cubicBezTo>
                <a:cubicBezTo>
                  <a:pt x="190500" y="593725"/>
                  <a:pt x="225425" y="700087"/>
                  <a:pt x="266700" y="781050"/>
                </a:cubicBezTo>
                <a:cubicBezTo>
                  <a:pt x="307975" y="862013"/>
                  <a:pt x="352425" y="946150"/>
                  <a:pt x="409575" y="990600"/>
                </a:cubicBezTo>
                <a:cubicBezTo>
                  <a:pt x="466725" y="1035050"/>
                  <a:pt x="563563" y="1063625"/>
                  <a:pt x="609600" y="1047750"/>
                </a:cubicBezTo>
                <a:cubicBezTo>
                  <a:pt x="655638" y="1031875"/>
                  <a:pt x="668338" y="954087"/>
                  <a:pt x="685800" y="895350"/>
                </a:cubicBezTo>
                <a:cubicBezTo>
                  <a:pt x="703262" y="836613"/>
                  <a:pt x="711200" y="763587"/>
                  <a:pt x="714375" y="695325"/>
                </a:cubicBezTo>
                <a:cubicBezTo>
                  <a:pt x="717550" y="627063"/>
                  <a:pt x="706437" y="550862"/>
                  <a:pt x="704850" y="485775"/>
                </a:cubicBezTo>
                <a:cubicBezTo>
                  <a:pt x="703263" y="420688"/>
                  <a:pt x="704850" y="304800"/>
                  <a:pt x="704850" y="304800"/>
                </a:cubicBezTo>
                <a:lnTo>
                  <a:pt x="704850" y="180975"/>
                </a:lnTo>
                <a:lnTo>
                  <a:pt x="704850" y="142875"/>
                </a:lnTo>
                <a:lnTo>
                  <a:pt x="704850" y="123825"/>
                </a:ln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6934317" y="1399909"/>
            <a:ext cx="535233" cy="910519"/>
          </a:xfrm>
          <a:custGeom>
            <a:avLst/>
            <a:gdLst>
              <a:gd name="connsiteX0" fmla="*/ 0 w 535233"/>
              <a:gd name="connsiteY0" fmla="*/ 47625 h 910519"/>
              <a:gd name="connsiteX1" fmla="*/ 38100 w 535233"/>
              <a:gd name="connsiteY1" fmla="*/ 266700 h 910519"/>
              <a:gd name="connsiteX2" fmla="*/ 57150 w 535233"/>
              <a:gd name="connsiteY2" fmla="*/ 314325 h 910519"/>
              <a:gd name="connsiteX3" fmla="*/ 66675 w 535233"/>
              <a:gd name="connsiteY3" fmla="*/ 400050 h 910519"/>
              <a:gd name="connsiteX4" fmla="*/ 85725 w 535233"/>
              <a:gd name="connsiteY4" fmla="*/ 552450 h 910519"/>
              <a:gd name="connsiteX5" fmla="*/ 114300 w 535233"/>
              <a:gd name="connsiteY5" fmla="*/ 657225 h 910519"/>
              <a:gd name="connsiteX6" fmla="*/ 123825 w 535233"/>
              <a:gd name="connsiteY6" fmla="*/ 723900 h 910519"/>
              <a:gd name="connsiteX7" fmla="*/ 123825 w 535233"/>
              <a:gd name="connsiteY7" fmla="*/ 781050 h 910519"/>
              <a:gd name="connsiteX8" fmla="*/ 180975 w 535233"/>
              <a:gd name="connsiteY8" fmla="*/ 885825 h 910519"/>
              <a:gd name="connsiteX9" fmla="*/ 238125 w 535233"/>
              <a:gd name="connsiteY9" fmla="*/ 904875 h 910519"/>
              <a:gd name="connsiteX10" fmla="*/ 285750 w 535233"/>
              <a:gd name="connsiteY10" fmla="*/ 904875 h 910519"/>
              <a:gd name="connsiteX11" fmla="*/ 342900 w 535233"/>
              <a:gd name="connsiteY11" fmla="*/ 904875 h 910519"/>
              <a:gd name="connsiteX12" fmla="*/ 447675 w 535233"/>
              <a:gd name="connsiteY12" fmla="*/ 828675 h 910519"/>
              <a:gd name="connsiteX13" fmla="*/ 476250 w 535233"/>
              <a:gd name="connsiteY13" fmla="*/ 676275 h 910519"/>
              <a:gd name="connsiteX14" fmla="*/ 485775 w 535233"/>
              <a:gd name="connsiteY14" fmla="*/ 533400 h 910519"/>
              <a:gd name="connsiteX15" fmla="*/ 504825 w 535233"/>
              <a:gd name="connsiteY15" fmla="*/ 409575 h 910519"/>
              <a:gd name="connsiteX16" fmla="*/ 514350 w 535233"/>
              <a:gd name="connsiteY16" fmla="*/ 276225 h 910519"/>
              <a:gd name="connsiteX17" fmla="*/ 533400 w 535233"/>
              <a:gd name="connsiteY17" fmla="*/ 190500 h 910519"/>
              <a:gd name="connsiteX18" fmla="*/ 533400 w 535233"/>
              <a:gd name="connsiteY18" fmla="*/ 95250 h 910519"/>
              <a:gd name="connsiteX19" fmla="*/ 523875 w 535233"/>
              <a:gd name="connsiteY19" fmla="*/ 19050 h 910519"/>
              <a:gd name="connsiteX20" fmla="*/ 523875 w 535233"/>
              <a:gd name="connsiteY20" fmla="*/ 0 h 910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35233" h="910519">
                <a:moveTo>
                  <a:pt x="0" y="47625"/>
                </a:moveTo>
                <a:cubicBezTo>
                  <a:pt x="14287" y="134937"/>
                  <a:pt x="28575" y="222250"/>
                  <a:pt x="38100" y="266700"/>
                </a:cubicBezTo>
                <a:cubicBezTo>
                  <a:pt x="47625" y="311150"/>
                  <a:pt x="52388" y="292100"/>
                  <a:pt x="57150" y="314325"/>
                </a:cubicBezTo>
                <a:cubicBezTo>
                  <a:pt x="61913" y="336550"/>
                  <a:pt x="61913" y="360363"/>
                  <a:pt x="66675" y="400050"/>
                </a:cubicBezTo>
                <a:cubicBezTo>
                  <a:pt x="71438" y="439738"/>
                  <a:pt x="77788" y="509588"/>
                  <a:pt x="85725" y="552450"/>
                </a:cubicBezTo>
                <a:cubicBezTo>
                  <a:pt x="93662" y="595312"/>
                  <a:pt x="107950" y="628650"/>
                  <a:pt x="114300" y="657225"/>
                </a:cubicBezTo>
                <a:cubicBezTo>
                  <a:pt x="120650" y="685800"/>
                  <a:pt x="122238" y="703263"/>
                  <a:pt x="123825" y="723900"/>
                </a:cubicBezTo>
                <a:cubicBezTo>
                  <a:pt x="125412" y="744537"/>
                  <a:pt x="114300" y="754063"/>
                  <a:pt x="123825" y="781050"/>
                </a:cubicBezTo>
                <a:cubicBezTo>
                  <a:pt x="133350" y="808037"/>
                  <a:pt x="161925" y="865188"/>
                  <a:pt x="180975" y="885825"/>
                </a:cubicBezTo>
                <a:cubicBezTo>
                  <a:pt x="200025" y="906462"/>
                  <a:pt x="220663" y="901700"/>
                  <a:pt x="238125" y="904875"/>
                </a:cubicBezTo>
                <a:cubicBezTo>
                  <a:pt x="255588" y="908050"/>
                  <a:pt x="285750" y="904875"/>
                  <a:pt x="285750" y="904875"/>
                </a:cubicBezTo>
                <a:cubicBezTo>
                  <a:pt x="303212" y="904875"/>
                  <a:pt x="315913" y="917575"/>
                  <a:pt x="342900" y="904875"/>
                </a:cubicBezTo>
                <a:cubicBezTo>
                  <a:pt x="369887" y="892175"/>
                  <a:pt x="425450" y="866775"/>
                  <a:pt x="447675" y="828675"/>
                </a:cubicBezTo>
                <a:cubicBezTo>
                  <a:pt x="469900" y="790575"/>
                  <a:pt x="469900" y="725488"/>
                  <a:pt x="476250" y="676275"/>
                </a:cubicBezTo>
                <a:cubicBezTo>
                  <a:pt x="482600" y="627062"/>
                  <a:pt x="481013" y="577850"/>
                  <a:pt x="485775" y="533400"/>
                </a:cubicBezTo>
                <a:cubicBezTo>
                  <a:pt x="490538" y="488950"/>
                  <a:pt x="500063" y="452438"/>
                  <a:pt x="504825" y="409575"/>
                </a:cubicBezTo>
                <a:cubicBezTo>
                  <a:pt x="509588" y="366713"/>
                  <a:pt x="509588" y="312738"/>
                  <a:pt x="514350" y="276225"/>
                </a:cubicBezTo>
                <a:cubicBezTo>
                  <a:pt x="519113" y="239713"/>
                  <a:pt x="530225" y="220663"/>
                  <a:pt x="533400" y="190500"/>
                </a:cubicBezTo>
                <a:cubicBezTo>
                  <a:pt x="536575" y="160337"/>
                  <a:pt x="534988" y="123825"/>
                  <a:pt x="533400" y="95250"/>
                </a:cubicBezTo>
                <a:cubicBezTo>
                  <a:pt x="531813" y="66675"/>
                  <a:pt x="525463" y="34925"/>
                  <a:pt x="523875" y="19050"/>
                </a:cubicBezTo>
                <a:cubicBezTo>
                  <a:pt x="522288" y="3175"/>
                  <a:pt x="523081" y="1587"/>
                  <a:pt x="523875"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a:off x="7742779" y="1331763"/>
            <a:ext cx="668579" cy="1147282"/>
          </a:xfrm>
          <a:custGeom>
            <a:avLst/>
            <a:gdLst>
              <a:gd name="connsiteX0" fmla="*/ 0 w 668579"/>
              <a:gd name="connsiteY0" fmla="*/ 47625 h 1147282"/>
              <a:gd name="connsiteX1" fmla="*/ 76200 w 668579"/>
              <a:gd name="connsiteY1" fmla="*/ 295275 h 1147282"/>
              <a:gd name="connsiteX2" fmla="*/ 171450 w 668579"/>
              <a:gd name="connsiteY2" fmla="*/ 571500 h 1147282"/>
              <a:gd name="connsiteX3" fmla="*/ 266700 w 668579"/>
              <a:gd name="connsiteY3" fmla="*/ 781050 h 1147282"/>
              <a:gd name="connsiteX4" fmla="*/ 361950 w 668579"/>
              <a:gd name="connsiteY4" fmla="*/ 1009650 h 1147282"/>
              <a:gd name="connsiteX5" fmla="*/ 457200 w 668579"/>
              <a:gd name="connsiteY5" fmla="*/ 1114425 h 1147282"/>
              <a:gd name="connsiteX6" fmla="*/ 581025 w 668579"/>
              <a:gd name="connsiteY6" fmla="*/ 1133475 h 1147282"/>
              <a:gd name="connsiteX7" fmla="*/ 647700 w 668579"/>
              <a:gd name="connsiteY7" fmla="*/ 923925 h 1147282"/>
              <a:gd name="connsiteX8" fmla="*/ 666750 w 668579"/>
              <a:gd name="connsiteY8" fmla="*/ 600075 h 1147282"/>
              <a:gd name="connsiteX9" fmla="*/ 609600 w 668579"/>
              <a:gd name="connsiteY9" fmla="*/ 295275 h 1147282"/>
              <a:gd name="connsiteX10" fmla="*/ 590550 w 668579"/>
              <a:gd name="connsiteY10" fmla="*/ 57150 h 1147282"/>
              <a:gd name="connsiteX11" fmla="*/ 571500 w 668579"/>
              <a:gd name="connsiteY11" fmla="*/ 0 h 114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8579" h="1147282">
                <a:moveTo>
                  <a:pt x="0" y="47625"/>
                </a:moveTo>
                <a:cubicBezTo>
                  <a:pt x="23812" y="127794"/>
                  <a:pt x="47625" y="207963"/>
                  <a:pt x="76200" y="295275"/>
                </a:cubicBezTo>
                <a:cubicBezTo>
                  <a:pt x="104775" y="382587"/>
                  <a:pt x="139700" y="490538"/>
                  <a:pt x="171450" y="571500"/>
                </a:cubicBezTo>
                <a:cubicBezTo>
                  <a:pt x="203200" y="652463"/>
                  <a:pt x="234950" y="708025"/>
                  <a:pt x="266700" y="781050"/>
                </a:cubicBezTo>
                <a:cubicBezTo>
                  <a:pt x="298450" y="854075"/>
                  <a:pt x="330200" y="954088"/>
                  <a:pt x="361950" y="1009650"/>
                </a:cubicBezTo>
                <a:cubicBezTo>
                  <a:pt x="393700" y="1065212"/>
                  <a:pt x="420688" y="1093788"/>
                  <a:pt x="457200" y="1114425"/>
                </a:cubicBezTo>
                <a:cubicBezTo>
                  <a:pt x="493713" y="1135063"/>
                  <a:pt x="549275" y="1165225"/>
                  <a:pt x="581025" y="1133475"/>
                </a:cubicBezTo>
                <a:cubicBezTo>
                  <a:pt x="612775" y="1101725"/>
                  <a:pt x="633412" y="1012825"/>
                  <a:pt x="647700" y="923925"/>
                </a:cubicBezTo>
                <a:cubicBezTo>
                  <a:pt x="661988" y="835025"/>
                  <a:pt x="673100" y="704850"/>
                  <a:pt x="666750" y="600075"/>
                </a:cubicBezTo>
                <a:cubicBezTo>
                  <a:pt x="660400" y="495300"/>
                  <a:pt x="622300" y="385762"/>
                  <a:pt x="609600" y="295275"/>
                </a:cubicBezTo>
                <a:cubicBezTo>
                  <a:pt x="596900" y="204788"/>
                  <a:pt x="596900" y="106363"/>
                  <a:pt x="590550" y="57150"/>
                </a:cubicBezTo>
                <a:cubicBezTo>
                  <a:pt x="584200" y="7937"/>
                  <a:pt x="577850" y="3968"/>
                  <a:pt x="571500"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p:cNvSpPr/>
          <p:nvPr/>
        </p:nvSpPr>
        <p:spPr>
          <a:xfrm>
            <a:off x="7430091" y="1399909"/>
            <a:ext cx="477661" cy="1124069"/>
          </a:xfrm>
          <a:custGeom>
            <a:avLst/>
            <a:gdLst>
              <a:gd name="connsiteX0" fmla="*/ 0 w 477661"/>
              <a:gd name="connsiteY0" fmla="*/ 28575 h 1124069"/>
              <a:gd name="connsiteX1" fmla="*/ 28575 w 477661"/>
              <a:gd name="connsiteY1" fmla="*/ 200025 h 1124069"/>
              <a:gd name="connsiteX2" fmla="*/ 66675 w 477661"/>
              <a:gd name="connsiteY2" fmla="*/ 476250 h 1124069"/>
              <a:gd name="connsiteX3" fmla="*/ 142875 w 477661"/>
              <a:gd name="connsiteY3" fmla="*/ 790575 h 1124069"/>
              <a:gd name="connsiteX4" fmla="*/ 190500 w 477661"/>
              <a:gd name="connsiteY4" fmla="*/ 923925 h 1124069"/>
              <a:gd name="connsiteX5" fmla="*/ 228600 w 477661"/>
              <a:gd name="connsiteY5" fmla="*/ 971550 h 1124069"/>
              <a:gd name="connsiteX6" fmla="*/ 304800 w 477661"/>
              <a:gd name="connsiteY6" fmla="*/ 1085850 h 1124069"/>
              <a:gd name="connsiteX7" fmla="*/ 390525 w 477661"/>
              <a:gd name="connsiteY7" fmla="*/ 1123950 h 1124069"/>
              <a:gd name="connsiteX8" fmla="*/ 428625 w 477661"/>
              <a:gd name="connsiteY8" fmla="*/ 1076325 h 1124069"/>
              <a:gd name="connsiteX9" fmla="*/ 457200 w 477661"/>
              <a:gd name="connsiteY9" fmla="*/ 942975 h 1124069"/>
              <a:gd name="connsiteX10" fmla="*/ 457200 w 477661"/>
              <a:gd name="connsiteY10" fmla="*/ 781050 h 1124069"/>
              <a:gd name="connsiteX11" fmla="*/ 476250 w 477661"/>
              <a:gd name="connsiteY11" fmla="*/ 657225 h 1124069"/>
              <a:gd name="connsiteX12" fmla="*/ 476250 w 477661"/>
              <a:gd name="connsiteY12" fmla="*/ 495300 h 1124069"/>
              <a:gd name="connsiteX13" fmla="*/ 476250 w 477661"/>
              <a:gd name="connsiteY13" fmla="*/ 381000 h 1124069"/>
              <a:gd name="connsiteX14" fmla="*/ 476250 w 477661"/>
              <a:gd name="connsiteY14" fmla="*/ 228600 h 1124069"/>
              <a:gd name="connsiteX15" fmla="*/ 457200 w 477661"/>
              <a:gd name="connsiteY15" fmla="*/ 114300 h 1124069"/>
              <a:gd name="connsiteX16" fmla="*/ 457200 w 477661"/>
              <a:gd name="connsiteY16" fmla="*/ 0 h 1124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7661" h="1124069">
                <a:moveTo>
                  <a:pt x="0" y="28575"/>
                </a:moveTo>
                <a:cubicBezTo>
                  <a:pt x="8731" y="76994"/>
                  <a:pt x="17463" y="125413"/>
                  <a:pt x="28575" y="200025"/>
                </a:cubicBezTo>
                <a:cubicBezTo>
                  <a:pt x="39687" y="274637"/>
                  <a:pt x="47625" y="377825"/>
                  <a:pt x="66675" y="476250"/>
                </a:cubicBezTo>
                <a:cubicBezTo>
                  <a:pt x="85725" y="574675"/>
                  <a:pt x="122237" y="715962"/>
                  <a:pt x="142875" y="790575"/>
                </a:cubicBezTo>
                <a:cubicBezTo>
                  <a:pt x="163513" y="865188"/>
                  <a:pt x="176213" y="893763"/>
                  <a:pt x="190500" y="923925"/>
                </a:cubicBezTo>
                <a:cubicBezTo>
                  <a:pt x="204787" y="954087"/>
                  <a:pt x="209550" y="944563"/>
                  <a:pt x="228600" y="971550"/>
                </a:cubicBezTo>
                <a:cubicBezTo>
                  <a:pt x="247650" y="998537"/>
                  <a:pt x="277813" y="1060450"/>
                  <a:pt x="304800" y="1085850"/>
                </a:cubicBezTo>
                <a:cubicBezTo>
                  <a:pt x="331788" y="1111250"/>
                  <a:pt x="369888" y="1125537"/>
                  <a:pt x="390525" y="1123950"/>
                </a:cubicBezTo>
                <a:cubicBezTo>
                  <a:pt x="411162" y="1122363"/>
                  <a:pt x="417513" y="1106487"/>
                  <a:pt x="428625" y="1076325"/>
                </a:cubicBezTo>
                <a:cubicBezTo>
                  <a:pt x="439737" y="1046163"/>
                  <a:pt x="452438" y="992188"/>
                  <a:pt x="457200" y="942975"/>
                </a:cubicBezTo>
                <a:cubicBezTo>
                  <a:pt x="461963" y="893763"/>
                  <a:pt x="454025" y="828675"/>
                  <a:pt x="457200" y="781050"/>
                </a:cubicBezTo>
                <a:cubicBezTo>
                  <a:pt x="460375" y="733425"/>
                  <a:pt x="473075" y="704850"/>
                  <a:pt x="476250" y="657225"/>
                </a:cubicBezTo>
                <a:cubicBezTo>
                  <a:pt x="479425" y="609600"/>
                  <a:pt x="476250" y="495300"/>
                  <a:pt x="476250" y="495300"/>
                </a:cubicBezTo>
                <a:lnTo>
                  <a:pt x="476250" y="381000"/>
                </a:lnTo>
                <a:cubicBezTo>
                  <a:pt x="476250" y="336550"/>
                  <a:pt x="479425" y="273050"/>
                  <a:pt x="476250" y="228600"/>
                </a:cubicBezTo>
                <a:cubicBezTo>
                  <a:pt x="473075" y="184150"/>
                  <a:pt x="460375" y="152400"/>
                  <a:pt x="457200" y="114300"/>
                </a:cubicBezTo>
                <a:cubicBezTo>
                  <a:pt x="454025" y="76200"/>
                  <a:pt x="455612" y="38100"/>
                  <a:pt x="457200" y="0"/>
                </a:cubicBezTo>
              </a:path>
            </a:pathLst>
          </a:custGeom>
          <a:solidFill>
            <a:srgbClr val="D28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Freeform 124"/>
          <p:cNvSpPr/>
          <p:nvPr/>
        </p:nvSpPr>
        <p:spPr>
          <a:xfrm>
            <a:off x="3789131" y="1381146"/>
            <a:ext cx="744140" cy="1077631"/>
          </a:xfrm>
          <a:custGeom>
            <a:avLst/>
            <a:gdLst>
              <a:gd name="connsiteX0" fmla="*/ 0 w 744140"/>
              <a:gd name="connsiteY0" fmla="*/ 95250 h 1077631"/>
              <a:gd name="connsiteX1" fmla="*/ 66675 w 744140"/>
              <a:gd name="connsiteY1" fmla="*/ 409575 h 1077631"/>
              <a:gd name="connsiteX2" fmla="*/ 123825 w 744140"/>
              <a:gd name="connsiteY2" fmla="*/ 685800 h 1077631"/>
              <a:gd name="connsiteX3" fmla="*/ 190500 w 744140"/>
              <a:gd name="connsiteY3" fmla="*/ 876300 h 1077631"/>
              <a:gd name="connsiteX4" fmla="*/ 342900 w 744140"/>
              <a:gd name="connsiteY4" fmla="*/ 981075 h 1077631"/>
              <a:gd name="connsiteX5" fmla="*/ 438150 w 744140"/>
              <a:gd name="connsiteY5" fmla="*/ 1038225 h 1077631"/>
              <a:gd name="connsiteX6" fmla="*/ 552450 w 744140"/>
              <a:gd name="connsiteY6" fmla="*/ 1076325 h 1077631"/>
              <a:gd name="connsiteX7" fmla="*/ 676275 w 744140"/>
              <a:gd name="connsiteY7" fmla="*/ 990600 h 1077631"/>
              <a:gd name="connsiteX8" fmla="*/ 704850 w 744140"/>
              <a:gd name="connsiteY8" fmla="*/ 866775 h 1077631"/>
              <a:gd name="connsiteX9" fmla="*/ 704850 w 744140"/>
              <a:gd name="connsiteY9" fmla="*/ 704850 h 1077631"/>
              <a:gd name="connsiteX10" fmla="*/ 733425 w 744140"/>
              <a:gd name="connsiteY10" fmla="*/ 638175 h 1077631"/>
              <a:gd name="connsiteX11" fmla="*/ 742950 w 744140"/>
              <a:gd name="connsiteY11" fmla="*/ 495300 h 1077631"/>
              <a:gd name="connsiteX12" fmla="*/ 742950 w 744140"/>
              <a:gd name="connsiteY12" fmla="*/ 457200 h 1077631"/>
              <a:gd name="connsiteX13" fmla="*/ 733425 w 744140"/>
              <a:gd name="connsiteY13" fmla="*/ 352425 h 1077631"/>
              <a:gd name="connsiteX14" fmla="*/ 733425 w 744140"/>
              <a:gd name="connsiteY14" fmla="*/ 247650 h 1077631"/>
              <a:gd name="connsiteX15" fmla="*/ 733425 w 744140"/>
              <a:gd name="connsiteY15" fmla="*/ 152400 h 1077631"/>
              <a:gd name="connsiteX16" fmla="*/ 733425 w 744140"/>
              <a:gd name="connsiteY16" fmla="*/ 123825 h 1077631"/>
              <a:gd name="connsiteX17" fmla="*/ 733425 w 744140"/>
              <a:gd name="connsiteY17" fmla="*/ 66675 h 1077631"/>
              <a:gd name="connsiteX18" fmla="*/ 723900 w 744140"/>
              <a:gd name="connsiteY18" fmla="*/ 0 h 107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4140" h="1077631">
                <a:moveTo>
                  <a:pt x="0" y="95250"/>
                </a:moveTo>
                <a:cubicBezTo>
                  <a:pt x="23019" y="203200"/>
                  <a:pt x="46038" y="311150"/>
                  <a:pt x="66675" y="409575"/>
                </a:cubicBezTo>
                <a:cubicBezTo>
                  <a:pt x="87312" y="508000"/>
                  <a:pt x="103188" y="608013"/>
                  <a:pt x="123825" y="685800"/>
                </a:cubicBezTo>
                <a:cubicBezTo>
                  <a:pt x="144463" y="763588"/>
                  <a:pt x="153988" y="827088"/>
                  <a:pt x="190500" y="876300"/>
                </a:cubicBezTo>
                <a:cubicBezTo>
                  <a:pt x="227013" y="925513"/>
                  <a:pt x="301625" y="954088"/>
                  <a:pt x="342900" y="981075"/>
                </a:cubicBezTo>
                <a:cubicBezTo>
                  <a:pt x="384175" y="1008062"/>
                  <a:pt x="403225" y="1022350"/>
                  <a:pt x="438150" y="1038225"/>
                </a:cubicBezTo>
                <a:cubicBezTo>
                  <a:pt x="473075" y="1054100"/>
                  <a:pt x="512763" y="1084262"/>
                  <a:pt x="552450" y="1076325"/>
                </a:cubicBezTo>
                <a:cubicBezTo>
                  <a:pt x="592137" y="1068388"/>
                  <a:pt x="650875" y="1025525"/>
                  <a:pt x="676275" y="990600"/>
                </a:cubicBezTo>
                <a:cubicBezTo>
                  <a:pt x="701675" y="955675"/>
                  <a:pt x="700088" y="914400"/>
                  <a:pt x="704850" y="866775"/>
                </a:cubicBezTo>
                <a:cubicBezTo>
                  <a:pt x="709612" y="819150"/>
                  <a:pt x="700088" y="742950"/>
                  <a:pt x="704850" y="704850"/>
                </a:cubicBezTo>
                <a:cubicBezTo>
                  <a:pt x="709613" y="666750"/>
                  <a:pt x="727075" y="673100"/>
                  <a:pt x="733425" y="638175"/>
                </a:cubicBezTo>
                <a:cubicBezTo>
                  <a:pt x="739775" y="603250"/>
                  <a:pt x="741363" y="525462"/>
                  <a:pt x="742950" y="495300"/>
                </a:cubicBezTo>
                <a:cubicBezTo>
                  <a:pt x="744537" y="465138"/>
                  <a:pt x="744538" y="481013"/>
                  <a:pt x="742950" y="457200"/>
                </a:cubicBezTo>
                <a:cubicBezTo>
                  <a:pt x="741362" y="433387"/>
                  <a:pt x="735013" y="387350"/>
                  <a:pt x="733425" y="352425"/>
                </a:cubicBezTo>
                <a:cubicBezTo>
                  <a:pt x="731837" y="317500"/>
                  <a:pt x="733425" y="247650"/>
                  <a:pt x="733425" y="247650"/>
                </a:cubicBezTo>
                <a:lnTo>
                  <a:pt x="733425" y="152400"/>
                </a:lnTo>
                <a:lnTo>
                  <a:pt x="733425" y="123825"/>
                </a:lnTo>
                <a:cubicBezTo>
                  <a:pt x="733425" y="109538"/>
                  <a:pt x="735012" y="87312"/>
                  <a:pt x="733425" y="66675"/>
                </a:cubicBezTo>
                <a:cubicBezTo>
                  <a:pt x="731838" y="46038"/>
                  <a:pt x="727869" y="23019"/>
                  <a:pt x="723900"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Freeform 125"/>
          <p:cNvSpPr/>
          <p:nvPr/>
        </p:nvSpPr>
        <p:spPr>
          <a:xfrm>
            <a:off x="4503506" y="1400196"/>
            <a:ext cx="285750" cy="954997"/>
          </a:xfrm>
          <a:custGeom>
            <a:avLst/>
            <a:gdLst>
              <a:gd name="connsiteX0" fmla="*/ 0 w 285750"/>
              <a:gd name="connsiteY0" fmla="*/ 85725 h 954997"/>
              <a:gd name="connsiteX1" fmla="*/ 66675 w 285750"/>
              <a:gd name="connsiteY1" fmla="*/ 314325 h 954997"/>
              <a:gd name="connsiteX2" fmla="*/ 66675 w 285750"/>
              <a:gd name="connsiteY2" fmla="*/ 533400 h 954997"/>
              <a:gd name="connsiteX3" fmla="*/ 47625 w 285750"/>
              <a:gd name="connsiteY3" fmla="*/ 628650 h 954997"/>
              <a:gd name="connsiteX4" fmla="*/ 76200 w 285750"/>
              <a:gd name="connsiteY4" fmla="*/ 771525 h 954997"/>
              <a:gd name="connsiteX5" fmla="*/ 190500 w 285750"/>
              <a:gd name="connsiteY5" fmla="*/ 923925 h 954997"/>
              <a:gd name="connsiteX6" fmla="*/ 276225 w 285750"/>
              <a:gd name="connsiteY6" fmla="*/ 942975 h 954997"/>
              <a:gd name="connsiteX7" fmla="*/ 257175 w 285750"/>
              <a:gd name="connsiteY7" fmla="*/ 781050 h 954997"/>
              <a:gd name="connsiteX8" fmla="*/ 219075 w 285750"/>
              <a:gd name="connsiteY8" fmla="*/ 590550 h 954997"/>
              <a:gd name="connsiteX9" fmla="*/ 238125 w 285750"/>
              <a:gd name="connsiteY9" fmla="*/ 381000 h 954997"/>
              <a:gd name="connsiteX10" fmla="*/ 276225 w 285750"/>
              <a:gd name="connsiteY10" fmla="*/ 238125 h 954997"/>
              <a:gd name="connsiteX11" fmla="*/ 276225 w 285750"/>
              <a:gd name="connsiteY11" fmla="*/ 123825 h 954997"/>
              <a:gd name="connsiteX12" fmla="*/ 276225 w 285750"/>
              <a:gd name="connsiteY12" fmla="*/ 47625 h 954997"/>
              <a:gd name="connsiteX13" fmla="*/ 285750 w 285750"/>
              <a:gd name="connsiteY13" fmla="*/ 0 h 954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750" h="954997">
                <a:moveTo>
                  <a:pt x="0" y="85725"/>
                </a:moveTo>
                <a:cubicBezTo>
                  <a:pt x="27781" y="162719"/>
                  <a:pt x="55563" y="239713"/>
                  <a:pt x="66675" y="314325"/>
                </a:cubicBezTo>
                <a:cubicBezTo>
                  <a:pt x="77787" y="388937"/>
                  <a:pt x="69850" y="481013"/>
                  <a:pt x="66675" y="533400"/>
                </a:cubicBezTo>
                <a:cubicBezTo>
                  <a:pt x="63500" y="585787"/>
                  <a:pt x="46038" y="588963"/>
                  <a:pt x="47625" y="628650"/>
                </a:cubicBezTo>
                <a:cubicBezTo>
                  <a:pt x="49212" y="668337"/>
                  <a:pt x="52388" y="722313"/>
                  <a:pt x="76200" y="771525"/>
                </a:cubicBezTo>
                <a:cubicBezTo>
                  <a:pt x="100013" y="820738"/>
                  <a:pt x="157163" y="895350"/>
                  <a:pt x="190500" y="923925"/>
                </a:cubicBezTo>
                <a:cubicBezTo>
                  <a:pt x="223838" y="952500"/>
                  <a:pt x="265113" y="966788"/>
                  <a:pt x="276225" y="942975"/>
                </a:cubicBezTo>
                <a:cubicBezTo>
                  <a:pt x="287338" y="919163"/>
                  <a:pt x="266700" y="839788"/>
                  <a:pt x="257175" y="781050"/>
                </a:cubicBezTo>
                <a:cubicBezTo>
                  <a:pt x="247650" y="722313"/>
                  <a:pt x="222250" y="657225"/>
                  <a:pt x="219075" y="590550"/>
                </a:cubicBezTo>
                <a:cubicBezTo>
                  <a:pt x="215900" y="523875"/>
                  <a:pt x="228600" y="439738"/>
                  <a:pt x="238125" y="381000"/>
                </a:cubicBezTo>
                <a:cubicBezTo>
                  <a:pt x="247650" y="322263"/>
                  <a:pt x="269875" y="280987"/>
                  <a:pt x="276225" y="238125"/>
                </a:cubicBezTo>
                <a:cubicBezTo>
                  <a:pt x="282575" y="195263"/>
                  <a:pt x="276225" y="123825"/>
                  <a:pt x="276225" y="123825"/>
                </a:cubicBezTo>
                <a:cubicBezTo>
                  <a:pt x="276225" y="92075"/>
                  <a:pt x="274638" y="68262"/>
                  <a:pt x="276225" y="47625"/>
                </a:cubicBezTo>
                <a:cubicBezTo>
                  <a:pt x="277812" y="26988"/>
                  <a:pt x="281781" y="13494"/>
                  <a:pt x="285750"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Freeform 126"/>
          <p:cNvSpPr/>
          <p:nvPr/>
        </p:nvSpPr>
        <p:spPr>
          <a:xfrm>
            <a:off x="4779731" y="1371621"/>
            <a:ext cx="434124" cy="746596"/>
          </a:xfrm>
          <a:custGeom>
            <a:avLst/>
            <a:gdLst>
              <a:gd name="connsiteX0" fmla="*/ 0 w 434124"/>
              <a:gd name="connsiteY0" fmla="*/ 114300 h 746596"/>
              <a:gd name="connsiteX1" fmla="*/ 66675 w 434124"/>
              <a:gd name="connsiteY1" fmla="*/ 285750 h 746596"/>
              <a:gd name="connsiteX2" fmla="*/ 85725 w 434124"/>
              <a:gd name="connsiteY2" fmla="*/ 447675 h 746596"/>
              <a:gd name="connsiteX3" fmla="*/ 133350 w 434124"/>
              <a:gd name="connsiteY3" fmla="*/ 552450 h 746596"/>
              <a:gd name="connsiteX4" fmla="*/ 200025 w 434124"/>
              <a:gd name="connsiteY4" fmla="*/ 695325 h 746596"/>
              <a:gd name="connsiteX5" fmla="*/ 371475 w 434124"/>
              <a:gd name="connsiteY5" fmla="*/ 742950 h 746596"/>
              <a:gd name="connsiteX6" fmla="*/ 428625 w 434124"/>
              <a:gd name="connsiteY6" fmla="*/ 609600 h 746596"/>
              <a:gd name="connsiteX7" fmla="*/ 428625 w 434124"/>
              <a:gd name="connsiteY7" fmla="*/ 504825 h 746596"/>
              <a:gd name="connsiteX8" fmla="*/ 400050 w 434124"/>
              <a:gd name="connsiteY8" fmla="*/ 314325 h 746596"/>
              <a:gd name="connsiteX9" fmla="*/ 400050 w 434124"/>
              <a:gd name="connsiteY9" fmla="*/ 200025 h 746596"/>
              <a:gd name="connsiteX10" fmla="*/ 400050 w 434124"/>
              <a:gd name="connsiteY10" fmla="*/ 47625 h 746596"/>
              <a:gd name="connsiteX11" fmla="*/ 400050 w 434124"/>
              <a:gd name="connsiteY11" fmla="*/ 0 h 74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4124" h="746596">
                <a:moveTo>
                  <a:pt x="0" y="114300"/>
                </a:moveTo>
                <a:cubicBezTo>
                  <a:pt x="26194" y="172244"/>
                  <a:pt x="52388" y="230188"/>
                  <a:pt x="66675" y="285750"/>
                </a:cubicBezTo>
                <a:cubicBezTo>
                  <a:pt x="80963" y="341313"/>
                  <a:pt x="74612" y="403225"/>
                  <a:pt x="85725" y="447675"/>
                </a:cubicBezTo>
                <a:cubicBezTo>
                  <a:pt x="96838" y="492125"/>
                  <a:pt x="114300" y="511175"/>
                  <a:pt x="133350" y="552450"/>
                </a:cubicBezTo>
                <a:cubicBezTo>
                  <a:pt x="152400" y="593725"/>
                  <a:pt x="160338" y="663575"/>
                  <a:pt x="200025" y="695325"/>
                </a:cubicBezTo>
                <a:cubicBezTo>
                  <a:pt x="239713" y="727075"/>
                  <a:pt x="333375" y="757237"/>
                  <a:pt x="371475" y="742950"/>
                </a:cubicBezTo>
                <a:cubicBezTo>
                  <a:pt x="409575" y="728663"/>
                  <a:pt x="419100" y="649288"/>
                  <a:pt x="428625" y="609600"/>
                </a:cubicBezTo>
                <a:cubicBezTo>
                  <a:pt x="438150" y="569913"/>
                  <a:pt x="433388" y="554038"/>
                  <a:pt x="428625" y="504825"/>
                </a:cubicBezTo>
                <a:cubicBezTo>
                  <a:pt x="423863" y="455613"/>
                  <a:pt x="404812" y="365125"/>
                  <a:pt x="400050" y="314325"/>
                </a:cubicBezTo>
                <a:cubicBezTo>
                  <a:pt x="395288" y="263525"/>
                  <a:pt x="400050" y="200025"/>
                  <a:pt x="400050" y="200025"/>
                </a:cubicBezTo>
                <a:lnTo>
                  <a:pt x="400050" y="47625"/>
                </a:lnTo>
                <a:lnTo>
                  <a:pt x="400050" y="0"/>
                </a:ln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Freeform 127"/>
          <p:cNvSpPr/>
          <p:nvPr/>
        </p:nvSpPr>
        <p:spPr>
          <a:xfrm>
            <a:off x="5190216" y="1342926"/>
            <a:ext cx="447675" cy="883407"/>
          </a:xfrm>
          <a:custGeom>
            <a:avLst/>
            <a:gdLst>
              <a:gd name="connsiteX0" fmla="*/ 0 w 447675"/>
              <a:gd name="connsiteY0" fmla="*/ 104775 h 883407"/>
              <a:gd name="connsiteX1" fmla="*/ 38100 w 447675"/>
              <a:gd name="connsiteY1" fmla="*/ 276225 h 883407"/>
              <a:gd name="connsiteX2" fmla="*/ 57150 w 447675"/>
              <a:gd name="connsiteY2" fmla="*/ 409575 h 883407"/>
              <a:gd name="connsiteX3" fmla="*/ 85725 w 447675"/>
              <a:gd name="connsiteY3" fmla="*/ 638175 h 883407"/>
              <a:gd name="connsiteX4" fmla="*/ 123825 w 447675"/>
              <a:gd name="connsiteY4" fmla="*/ 752475 h 883407"/>
              <a:gd name="connsiteX5" fmla="*/ 228600 w 447675"/>
              <a:gd name="connsiteY5" fmla="*/ 819150 h 883407"/>
              <a:gd name="connsiteX6" fmla="*/ 304800 w 447675"/>
              <a:gd name="connsiteY6" fmla="*/ 847725 h 883407"/>
              <a:gd name="connsiteX7" fmla="*/ 390525 w 447675"/>
              <a:gd name="connsiteY7" fmla="*/ 876300 h 883407"/>
              <a:gd name="connsiteX8" fmla="*/ 428625 w 447675"/>
              <a:gd name="connsiteY8" fmla="*/ 704850 h 883407"/>
              <a:gd name="connsiteX9" fmla="*/ 428625 w 447675"/>
              <a:gd name="connsiteY9" fmla="*/ 619125 h 883407"/>
              <a:gd name="connsiteX10" fmla="*/ 419100 w 447675"/>
              <a:gd name="connsiteY10" fmla="*/ 371475 h 883407"/>
              <a:gd name="connsiteX11" fmla="*/ 438150 w 447675"/>
              <a:gd name="connsiteY11" fmla="*/ 257175 h 883407"/>
              <a:gd name="connsiteX12" fmla="*/ 438150 w 447675"/>
              <a:gd name="connsiteY12" fmla="*/ 123825 h 883407"/>
              <a:gd name="connsiteX13" fmla="*/ 447675 w 447675"/>
              <a:gd name="connsiteY13" fmla="*/ 0 h 883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7675" h="883407">
                <a:moveTo>
                  <a:pt x="0" y="104775"/>
                </a:moveTo>
                <a:cubicBezTo>
                  <a:pt x="12700" y="161925"/>
                  <a:pt x="28575" y="225425"/>
                  <a:pt x="38100" y="276225"/>
                </a:cubicBezTo>
                <a:cubicBezTo>
                  <a:pt x="47625" y="327025"/>
                  <a:pt x="49213" y="349250"/>
                  <a:pt x="57150" y="409575"/>
                </a:cubicBezTo>
                <a:cubicBezTo>
                  <a:pt x="65087" y="469900"/>
                  <a:pt x="74613" y="581025"/>
                  <a:pt x="85725" y="638175"/>
                </a:cubicBezTo>
                <a:cubicBezTo>
                  <a:pt x="96838" y="695325"/>
                  <a:pt x="100013" y="722313"/>
                  <a:pt x="123825" y="752475"/>
                </a:cubicBezTo>
                <a:cubicBezTo>
                  <a:pt x="147637" y="782637"/>
                  <a:pt x="198438" y="803275"/>
                  <a:pt x="228600" y="819150"/>
                </a:cubicBezTo>
                <a:cubicBezTo>
                  <a:pt x="258762" y="835025"/>
                  <a:pt x="277813" y="838200"/>
                  <a:pt x="304800" y="847725"/>
                </a:cubicBezTo>
                <a:cubicBezTo>
                  <a:pt x="331787" y="857250"/>
                  <a:pt x="369888" y="900112"/>
                  <a:pt x="390525" y="876300"/>
                </a:cubicBezTo>
                <a:cubicBezTo>
                  <a:pt x="411162" y="852488"/>
                  <a:pt x="422275" y="747712"/>
                  <a:pt x="428625" y="704850"/>
                </a:cubicBezTo>
                <a:cubicBezTo>
                  <a:pt x="434975" y="661988"/>
                  <a:pt x="430212" y="674687"/>
                  <a:pt x="428625" y="619125"/>
                </a:cubicBezTo>
                <a:cubicBezTo>
                  <a:pt x="427038" y="563563"/>
                  <a:pt x="417513" y="431800"/>
                  <a:pt x="419100" y="371475"/>
                </a:cubicBezTo>
                <a:cubicBezTo>
                  <a:pt x="420687" y="311150"/>
                  <a:pt x="434975" y="298450"/>
                  <a:pt x="438150" y="257175"/>
                </a:cubicBezTo>
                <a:cubicBezTo>
                  <a:pt x="441325" y="215900"/>
                  <a:pt x="436563" y="166687"/>
                  <a:pt x="438150" y="123825"/>
                </a:cubicBezTo>
                <a:cubicBezTo>
                  <a:pt x="439737" y="80963"/>
                  <a:pt x="447675" y="0"/>
                  <a:pt x="447675"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Freeform 128"/>
          <p:cNvSpPr/>
          <p:nvPr/>
        </p:nvSpPr>
        <p:spPr>
          <a:xfrm>
            <a:off x="5646506" y="1381146"/>
            <a:ext cx="638286" cy="1476911"/>
          </a:xfrm>
          <a:custGeom>
            <a:avLst/>
            <a:gdLst>
              <a:gd name="connsiteX0" fmla="*/ 0 w 638286"/>
              <a:gd name="connsiteY0" fmla="*/ 9525 h 1476911"/>
              <a:gd name="connsiteX1" fmla="*/ 28575 w 638286"/>
              <a:gd name="connsiteY1" fmla="*/ 219075 h 1476911"/>
              <a:gd name="connsiteX2" fmla="*/ 19050 w 638286"/>
              <a:gd name="connsiteY2" fmla="*/ 390525 h 1476911"/>
              <a:gd name="connsiteX3" fmla="*/ 28575 w 638286"/>
              <a:gd name="connsiteY3" fmla="*/ 628650 h 1476911"/>
              <a:gd name="connsiteX4" fmla="*/ 57150 w 638286"/>
              <a:gd name="connsiteY4" fmla="*/ 752475 h 1476911"/>
              <a:gd name="connsiteX5" fmla="*/ 85725 w 638286"/>
              <a:gd name="connsiteY5" fmla="*/ 952500 h 1476911"/>
              <a:gd name="connsiteX6" fmla="*/ 123825 w 638286"/>
              <a:gd name="connsiteY6" fmla="*/ 1171575 h 1476911"/>
              <a:gd name="connsiteX7" fmla="*/ 180975 w 638286"/>
              <a:gd name="connsiteY7" fmla="*/ 1304925 h 1476911"/>
              <a:gd name="connsiteX8" fmla="*/ 238125 w 638286"/>
              <a:gd name="connsiteY8" fmla="*/ 1390650 h 1476911"/>
              <a:gd name="connsiteX9" fmla="*/ 295275 w 638286"/>
              <a:gd name="connsiteY9" fmla="*/ 1457325 h 1476911"/>
              <a:gd name="connsiteX10" fmla="*/ 400050 w 638286"/>
              <a:gd name="connsiteY10" fmla="*/ 1476375 h 1476911"/>
              <a:gd name="connsiteX11" fmla="*/ 457200 w 638286"/>
              <a:gd name="connsiteY11" fmla="*/ 1466850 h 1476911"/>
              <a:gd name="connsiteX12" fmla="*/ 485775 w 638286"/>
              <a:gd name="connsiteY12" fmla="*/ 1419225 h 1476911"/>
              <a:gd name="connsiteX13" fmla="*/ 504825 w 638286"/>
              <a:gd name="connsiteY13" fmla="*/ 1352550 h 1476911"/>
              <a:gd name="connsiteX14" fmla="*/ 514350 w 638286"/>
              <a:gd name="connsiteY14" fmla="*/ 1104900 h 1476911"/>
              <a:gd name="connsiteX15" fmla="*/ 552450 w 638286"/>
              <a:gd name="connsiteY15" fmla="*/ 1000125 h 1476911"/>
              <a:gd name="connsiteX16" fmla="*/ 552450 w 638286"/>
              <a:gd name="connsiteY16" fmla="*/ 933450 h 1476911"/>
              <a:gd name="connsiteX17" fmla="*/ 561975 w 638286"/>
              <a:gd name="connsiteY17" fmla="*/ 876300 h 1476911"/>
              <a:gd name="connsiteX18" fmla="*/ 561975 w 638286"/>
              <a:gd name="connsiteY18" fmla="*/ 828675 h 1476911"/>
              <a:gd name="connsiteX19" fmla="*/ 561975 w 638286"/>
              <a:gd name="connsiteY19" fmla="*/ 781050 h 1476911"/>
              <a:gd name="connsiteX20" fmla="*/ 581025 w 638286"/>
              <a:gd name="connsiteY20" fmla="*/ 685800 h 1476911"/>
              <a:gd name="connsiteX21" fmla="*/ 590550 w 638286"/>
              <a:gd name="connsiteY21" fmla="*/ 571500 h 1476911"/>
              <a:gd name="connsiteX22" fmla="*/ 609600 w 638286"/>
              <a:gd name="connsiteY22" fmla="*/ 485775 h 1476911"/>
              <a:gd name="connsiteX23" fmla="*/ 609600 w 638286"/>
              <a:gd name="connsiteY23" fmla="*/ 333375 h 1476911"/>
              <a:gd name="connsiteX24" fmla="*/ 638175 w 638286"/>
              <a:gd name="connsiteY24" fmla="*/ 304800 h 1476911"/>
              <a:gd name="connsiteX25" fmla="*/ 619125 w 638286"/>
              <a:gd name="connsiteY25" fmla="*/ 161925 h 1476911"/>
              <a:gd name="connsiteX26" fmla="*/ 609600 w 638286"/>
              <a:gd name="connsiteY26" fmla="*/ 123825 h 1476911"/>
              <a:gd name="connsiteX27" fmla="*/ 590550 w 638286"/>
              <a:gd name="connsiteY27" fmla="*/ 0 h 1476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38286" h="1476911">
                <a:moveTo>
                  <a:pt x="0" y="9525"/>
                </a:moveTo>
                <a:cubicBezTo>
                  <a:pt x="12700" y="82550"/>
                  <a:pt x="25400" y="155575"/>
                  <a:pt x="28575" y="219075"/>
                </a:cubicBezTo>
                <a:cubicBezTo>
                  <a:pt x="31750" y="282575"/>
                  <a:pt x="19050" y="322263"/>
                  <a:pt x="19050" y="390525"/>
                </a:cubicBezTo>
                <a:cubicBezTo>
                  <a:pt x="19050" y="458787"/>
                  <a:pt x="22225" y="568325"/>
                  <a:pt x="28575" y="628650"/>
                </a:cubicBezTo>
                <a:cubicBezTo>
                  <a:pt x="34925" y="688975"/>
                  <a:pt x="47625" y="698500"/>
                  <a:pt x="57150" y="752475"/>
                </a:cubicBezTo>
                <a:cubicBezTo>
                  <a:pt x="66675" y="806450"/>
                  <a:pt x="74613" y="882650"/>
                  <a:pt x="85725" y="952500"/>
                </a:cubicBezTo>
                <a:cubicBezTo>
                  <a:pt x="96837" y="1022350"/>
                  <a:pt x="107950" y="1112838"/>
                  <a:pt x="123825" y="1171575"/>
                </a:cubicBezTo>
                <a:cubicBezTo>
                  <a:pt x="139700" y="1230312"/>
                  <a:pt x="161925" y="1268413"/>
                  <a:pt x="180975" y="1304925"/>
                </a:cubicBezTo>
                <a:cubicBezTo>
                  <a:pt x="200025" y="1341437"/>
                  <a:pt x="219075" y="1365250"/>
                  <a:pt x="238125" y="1390650"/>
                </a:cubicBezTo>
                <a:cubicBezTo>
                  <a:pt x="257175" y="1416050"/>
                  <a:pt x="268288" y="1443038"/>
                  <a:pt x="295275" y="1457325"/>
                </a:cubicBezTo>
                <a:cubicBezTo>
                  <a:pt x="322263" y="1471613"/>
                  <a:pt x="373063" y="1474788"/>
                  <a:pt x="400050" y="1476375"/>
                </a:cubicBezTo>
                <a:cubicBezTo>
                  <a:pt x="427037" y="1477962"/>
                  <a:pt x="442913" y="1476375"/>
                  <a:pt x="457200" y="1466850"/>
                </a:cubicBezTo>
                <a:cubicBezTo>
                  <a:pt x="471487" y="1457325"/>
                  <a:pt x="477838" y="1438275"/>
                  <a:pt x="485775" y="1419225"/>
                </a:cubicBezTo>
                <a:cubicBezTo>
                  <a:pt x="493712" y="1400175"/>
                  <a:pt x="500063" y="1404937"/>
                  <a:pt x="504825" y="1352550"/>
                </a:cubicBezTo>
                <a:cubicBezTo>
                  <a:pt x="509587" y="1300163"/>
                  <a:pt x="506413" y="1163638"/>
                  <a:pt x="514350" y="1104900"/>
                </a:cubicBezTo>
                <a:cubicBezTo>
                  <a:pt x="522288" y="1046163"/>
                  <a:pt x="546100" y="1028700"/>
                  <a:pt x="552450" y="1000125"/>
                </a:cubicBezTo>
                <a:cubicBezTo>
                  <a:pt x="558800" y="971550"/>
                  <a:pt x="550863" y="954087"/>
                  <a:pt x="552450" y="933450"/>
                </a:cubicBezTo>
                <a:cubicBezTo>
                  <a:pt x="554037" y="912813"/>
                  <a:pt x="560388" y="893762"/>
                  <a:pt x="561975" y="876300"/>
                </a:cubicBezTo>
                <a:cubicBezTo>
                  <a:pt x="563562" y="858838"/>
                  <a:pt x="561975" y="828675"/>
                  <a:pt x="561975" y="828675"/>
                </a:cubicBezTo>
                <a:cubicBezTo>
                  <a:pt x="561975" y="812800"/>
                  <a:pt x="558800" y="804863"/>
                  <a:pt x="561975" y="781050"/>
                </a:cubicBezTo>
                <a:cubicBezTo>
                  <a:pt x="565150" y="757238"/>
                  <a:pt x="576263" y="720725"/>
                  <a:pt x="581025" y="685800"/>
                </a:cubicBezTo>
                <a:cubicBezTo>
                  <a:pt x="585788" y="650875"/>
                  <a:pt x="585788" y="604837"/>
                  <a:pt x="590550" y="571500"/>
                </a:cubicBezTo>
                <a:cubicBezTo>
                  <a:pt x="595312" y="538163"/>
                  <a:pt x="606425" y="525462"/>
                  <a:pt x="609600" y="485775"/>
                </a:cubicBezTo>
                <a:cubicBezTo>
                  <a:pt x="612775" y="446088"/>
                  <a:pt x="604838" y="363538"/>
                  <a:pt x="609600" y="333375"/>
                </a:cubicBezTo>
                <a:cubicBezTo>
                  <a:pt x="614363" y="303213"/>
                  <a:pt x="636588" y="333375"/>
                  <a:pt x="638175" y="304800"/>
                </a:cubicBezTo>
                <a:cubicBezTo>
                  <a:pt x="639763" y="276225"/>
                  <a:pt x="623888" y="192088"/>
                  <a:pt x="619125" y="161925"/>
                </a:cubicBezTo>
                <a:cubicBezTo>
                  <a:pt x="614363" y="131763"/>
                  <a:pt x="614362" y="150812"/>
                  <a:pt x="609600" y="123825"/>
                </a:cubicBezTo>
                <a:cubicBezTo>
                  <a:pt x="604838" y="96838"/>
                  <a:pt x="597694" y="48419"/>
                  <a:pt x="590550"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Freeform 129"/>
          <p:cNvSpPr/>
          <p:nvPr/>
        </p:nvSpPr>
        <p:spPr>
          <a:xfrm>
            <a:off x="6227531" y="1419246"/>
            <a:ext cx="287367" cy="1100931"/>
          </a:xfrm>
          <a:custGeom>
            <a:avLst/>
            <a:gdLst>
              <a:gd name="connsiteX0" fmla="*/ 0 w 287367"/>
              <a:gd name="connsiteY0" fmla="*/ 38100 h 1100931"/>
              <a:gd name="connsiteX1" fmla="*/ 28575 w 287367"/>
              <a:gd name="connsiteY1" fmla="*/ 209550 h 1100931"/>
              <a:gd name="connsiteX2" fmla="*/ 28575 w 287367"/>
              <a:gd name="connsiteY2" fmla="*/ 323850 h 1100931"/>
              <a:gd name="connsiteX3" fmla="*/ 38100 w 287367"/>
              <a:gd name="connsiteY3" fmla="*/ 504825 h 1100931"/>
              <a:gd name="connsiteX4" fmla="*/ 38100 w 287367"/>
              <a:gd name="connsiteY4" fmla="*/ 619125 h 1100931"/>
              <a:gd name="connsiteX5" fmla="*/ 38100 w 287367"/>
              <a:gd name="connsiteY5" fmla="*/ 790575 h 1100931"/>
              <a:gd name="connsiteX6" fmla="*/ 38100 w 287367"/>
              <a:gd name="connsiteY6" fmla="*/ 876300 h 1100931"/>
              <a:gd name="connsiteX7" fmla="*/ 38100 w 287367"/>
              <a:gd name="connsiteY7" fmla="*/ 952500 h 1100931"/>
              <a:gd name="connsiteX8" fmla="*/ 38100 w 287367"/>
              <a:gd name="connsiteY8" fmla="*/ 1019175 h 1100931"/>
              <a:gd name="connsiteX9" fmla="*/ 104775 w 287367"/>
              <a:gd name="connsiteY9" fmla="*/ 1085850 h 1100931"/>
              <a:gd name="connsiteX10" fmla="*/ 171450 w 287367"/>
              <a:gd name="connsiteY10" fmla="*/ 1095375 h 1100931"/>
              <a:gd name="connsiteX11" fmla="*/ 219075 w 287367"/>
              <a:gd name="connsiteY11" fmla="*/ 1085850 h 1100931"/>
              <a:gd name="connsiteX12" fmla="*/ 247650 w 287367"/>
              <a:gd name="connsiteY12" fmla="*/ 933450 h 1100931"/>
              <a:gd name="connsiteX13" fmla="*/ 276225 w 287367"/>
              <a:gd name="connsiteY13" fmla="*/ 723900 h 1100931"/>
              <a:gd name="connsiteX14" fmla="*/ 276225 w 287367"/>
              <a:gd name="connsiteY14" fmla="*/ 609600 h 1100931"/>
              <a:gd name="connsiteX15" fmla="*/ 285750 w 287367"/>
              <a:gd name="connsiteY15" fmla="*/ 390525 h 1100931"/>
              <a:gd name="connsiteX16" fmla="*/ 238125 w 287367"/>
              <a:gd name="connsiteY16" fmla="*/ 190500 h 1100931"/>
              <a:gd name="connsiteX17" fmla="*/ 228600 w 287367"/>
              <a:gd name="connsiteY17" fmla="*/ 104775 h 1100931"/>
              <a:gd name="connsiteX18" fmla="*/ 228600 w 287367"/>
              <a:gd name="connsiteY18" fmla="*/ 19050 h 1100931"/>
              <a:gd name="connsiteX19" fmla="*/ 228600 w 287367"/>
              <a:gd name="connsiteY19" fmla="*/ 0 h 1100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7367" h="1100931">
                <a:moveTo>
                  <a:pt x="0" y="38100"/>
                </a:moveTo>
                <a:cubicBezTo>
                  <a:pt x="11906" y="100012"/>
                  <a:pt x="23813" y="161925"/>
                  <a:pt x="28575" y="209550"/>
                </a:cubicBezTo>
                <a:cubicBezTo>
                  <a:pt x="33337" y="257175"/>
                  <a:pt x="26988" y="274638"/>
                  <a:pt x="28575" y="323850"/>
                </a:cubicBezTo>
                <a:cubicBezTo>
                  <a:pt x="30162" y="373062"/>
                  <a:pt x="36513" y="455613"/>
                  <a:pt x="38100" y="504825"/>
                </a:cubicBezTo>
                <a:cubicBezTo>
                  <a:pt x="39687" y="554037"/>
                  <a:pt x="38100" y="619125"/>
                  <a:pt x="38100" y="619125"/>
                </a:cubicBezTo>
                <a:lnTo>
                  <a:pt x="38100" y="790575"/>
                </a:lnTo>
                <a:lnTo>
                  <a:pt x="38100" y="876300"/>
                </a:lnTo>
                <a:lnTo>
                  <a:pt x="38100" y="952500"/>
                </a:lnTo>
                <a:cubicBezTo>
                  <a:pt x="38100" y="976312"/>
                  <a:pt x="26988" y="996950"/>
                  <a:pt x="38100" y="1019175"/>
                </a:cubicBezTo>
                <a:cubicBezTo>
                  <a:pt x="49212" y="1041400"/>
                  <a:pt x="82550" y="1073150"/>
                  <a:pt x="104775" y="1085850"/>
                </a:cubicBezTo>
                <a:cubicBezTo>
                  <a:pt x="127000" y="1098550"/>
                  <a:pt x="152400" y="1095375"/>
                  <a:pt x="171450" y="1095375"/>
                </a:cubicBezTo>
                <a:cubicBezTo>
                  <a:pt x="190500" y="1095375"/>
                  <a:pt x="206375" y="1112837"/>
                  <a:pt x="219075" y="1085850"/>
                </a:cubicBezTo>
                <a:cubicBezTo>
                  <a:pt x="231775" y="1058863"/>
                  <a:pt x="238125" y="993775"/>
                  <a:pt x="247650" y="933450"/>
                </a:cubicBezTo>
                <a:cubicBezTo>
                  <a:pt x="257175" y="873125"/>
                  <a:pt x="271462" y="777875"/>
                  <a:pt x="276225" y="723900"/>
                </a:cubicBezTo>
                <a:cubicBezTo>
                  <a:pt x="280988" y="669925"/>
                  <a:pt x="274638" y="665162"/>
                  <a:pt x="276225" y="609600"/>
                </a:cubicBezTo>
                <a:cubicBezTo>
                  <a:pt x="277812" y="554038"/>
                  <a:pt x="292100" y="460375"/>
                  <a:pt x="285750" y="390525"/>
                </a:cubicBezTo>
                <a:cubicBezTo>
                  <a:pt x="279400" y="320675"/>
                  <a:pt x="247650" y="238125"/>
                  <a:pt x="238125" y="190500"/>
                </a:cubicBezTo>
                <a:cubicBezTo>
                  <a:pt x="228600" y="142875"/>
                  <a:pt x="230188" y="133350"/>
                  <a:pt x="228600" y="104775"/>
                </a:cubicBezTo>
                <a:cubicBezTo>
                  <a:pt x="227013" y="76200"/>
                  <a:pt x="228600" y="19050"/>
                  <a:pt x="228600" y="19050"/>
                </a:cubicBezTo>
                <a:lnTo>
                  <a:pt x="228600" y="0"/>
                </a:ln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Freeform 130"/>
          <p:cNvSpPr/>
          <p:nvPr/>
        </p:nvSpPr>
        <p:spPr>
          <a:xfrm>
            <a:off x="6427556" y="1343046"/>
            <a:ext cx="561975" cy="1006474"/>
          </a:xfrm>
          <a:custGeom>
            <a:avLst/>
            <a:gdLst>
              <a:gd name="connsiteX0" fmla="*/ 0 w 561975"/>
              <a:gd name="connsiteY0" fmla="*/ 104775 h 1006474"/>
              <a:gd name="connsiteX1" fmla="*/ 85725 w 561975"/>
              <a:gd name="connsiteY1" fmla="*/ 238125 h 1006474"/>
              <a:gd name="connsiteX2" fmla="*/ 123825 w 561975"/>
              <a:gd name="connsiteY2" fmla="*/ 390525 h 1006474"/>
              <a:gd name="connsiteX3" fmla="*/ 152400 w 561975"/>
              <a:gd name="connsiteY3" fmla="*/ 552450 h 1006474"/>
              <a:gd name="connsiteX4" fmla="*/ 171450 w 561975"/>
              <a:gd name="connsiteY4" fmla="*/ 666750 h 1006474"/>
              <a:gd name="connsiteX5" fmla="*/ 171450 w 561975"/>
              <a:gd name="connsiteY5" fmla="*/ 752475 h 1006474"/>
              <a:gd name="connsiteX6" fmla="*/ 171450 w 561975"/>
              <a:gd name="connsiteY6" fmla="*/ 781050 h 1006474"/>
              <a:gd name="connsiteX7" fmla="*/ 200025 w 561975"/>
              <a:gd name="connsiteY7" fmla="*/ 914400 h 1006474"/>
              <a:gd name="connsiteX8" fmla="*/ 228600 w 561975"/>
              <a:gd name="connsiteY8" fmla="*/ 971550 h 1006474"/>
              <a:gd name="connsiteX9" fmla="*/ 276225 w 561975"/>
              <a:gd name="connsiteY9" fmla="*/ 1000125 h 1006474"/>
              <a:gd name="connsiteX10" fmla="*/ 323850 w 561975"/>
              <a:gd name="connsiteY10" fmla="*/ 1000125 h 1006474"/>
              <a:gd name="connsiteX11" fmla="*/ 381000 w 561975"/>
              <a:gd name="connsiteY11" fmla="*/ 1000125 h 1006474"/>
              <a:gd name="connsiteX12" fmla="*/ 409575 w 561975"/>
              <a:gd name="connsiteY12" fmla="*/ 914400 h 1006474"/>
              <a:gd name="connsiteX13" fmla="*/ 438150 w 561975"/>
              <a:gd name="connsiteY13" fmla="*/ 800100 h 1006474"/>
              <a:gd name="connsiteX14" fmla="*/ 495300 w 561975"/>
              <a:gd name="connsiteY14" fmla="*/ 628650 h 1006474"/>
              <a:gd name="connsiteX15" fmla="*/ 514350 w 561975"/>
              <a:gd name="connsiteY15" fmla="*/ 447675 h 1006474"/>
              <a:gd name="connsiteX16" fmla="*/ 533400 w 561975"/>
              <a:gd name="connsiteY16" fmla="*/ 323850 h 1006474"/>
              <a:gd name="connsiteX17" fmla="*/ 552450 w 561975"/>
              <a:gd name="connsiteY17" fmla="*/ 219075 h 1006474"/>
              <a:gd name="connsiteX18" fmla="*/ 552450 w 561975"/>
              <a:gd name="connsiteY18" fmla="*/ 161925 h 1006474"/>
              <a:gd name="connsiteX19" fmla="*/ 552450 w 561975"/>
              <a:gd name="connsiteY19" fmla="*/ 85725 h 1006474"/>
              <a:gd name="connsiteX20" fmla="*/ 561975 w 561975"/>
              <a:gd name="connsiteY20" fmla="*/ 0 h 1006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1975" h="1006474">
                <a:moveTo>
                  <a:pt x="0" y="104775"/>
                </a:moveTo>
                <a:cubicBezTo>
                  <a:pt x="32544" y="147637"/>
                  <a:pt x="65088" y="190500"/>
                  <a:pt x="85725" y="238125"/>
                </a:cubicBezTo>
                <a:cubicBezTo>
                  <a:pt x="106363" y="285750"/>
                  <a:pt x="112713" y="338138"/>
                  <a:pt x="123825" y="390525"/>
                </a:cubicBezTo>
                <a:cubicBezTo>
                  <a:pt x="134937" y="442912"/>
                  <a:pt x="144463" y="506413"/>
                  <a:pt x="152400" y="552450"/>
                </a:cubicBezTo>
                <a:cubicBezTo>
                  <a:pt x="160337" y="598487"/>
                  <a:pt x="168275" y="633413"/>
                  <a:pt x="171450" y="666750"/>
                </a:cubicBezTo>
                <a:cubicBezTo>
                  <a:pt x="174625" y="700087"/>
                  <a:pt x="171450" y="752475"/>
                  <a:pt x="171450" y="752475"/>
                </a:cubicBezTo>
                <a:cubicBezTo>
                  <a:pt x="171450" y="771525"/>
                  <a:pt x="166688" y="754063"/>
                  <a:pt x="171450" y="781050"/>
                </a:cubicBezTo>
                <a:cubicBezTo>
                  <a:pt x="176212" y="808037"/>
                  <a:pt x="190500" y="882650"/>
                  <a:pt x="200025" y="914400"/>
                </a:cubicBezTo>
                <a:cubicBezTo>
                  <a:pt x="209550" y="946150"/>
                  <a:pt x="215900" y="957263"/>
                  <a:pt x="228600" y="971550"/>
                </a:cubicBezTo>
                <a:cubicBezTo>
                  <a:pt x="241300" y="985838"/>
                  <a:pt x="260350" y="995363"/>
                  <a:pt x="276225" y="1000125"/>
                </a:cubicBezTo>
                <a:cubicBezTo>
                  <a:pt x="292100" y="1004887"/>
                  <a:pt x="323850" y="1000125"/>
                  <a:pt x="323850" y="1000125"/>
                </a:cubicBezTo>
                <a:cubicBezTo>
                  <a:pt x="341312" y="1000125"/>
                  <a:pt x="366713" y="1014412"/>
                  <a:pt x="381000" y="1000125"/>
                </a:cubicBezTo>
                <a:cubicBezTo>
                  <a:pt x="395287" y="985838"/>
                  <a:pt x="400050" y="947738"/>
                  <a:pt x="409575" y="914400"/>
                </a:cubicBezTo>
                <a:cubicBezTo>
                  <a:pt x="419100" y="881063"/>
                  <a:pt x="423863" y="847725"/>
                  <a:pt x="438150" y="800100"/>
                </a:cubicBezTo>
                <a:cubicBezTo>
                  <a:pt x="452437" y="752475"/>
                  <a:pt x="482600" y="687388"/>
                  <a:pt x="495300" y="628650"/>
                </a:cubicBezTo>
                <a:cubicBezTo>
                  <a:pt x="508000" y="569913"/>
                  <a:pt x="508000" y="498475"/>
                  <a:pt x="514350" y="447675"/>
                </a:cubicBezTo>
                <a:cubicBezTo>
                  <a:pt x="520700" y="396875"/>
                  <a:pt x="527050" y="361950"/>
                  <a:pt x="533400" y="323850"/>
                </a:cubicBezTo>
                <a:cubicBezTo>
                  <a:pt x="539750" y="285750"/>
                  <a:pt x="549275" y="246063"/>
                  <a:pt x="552450" y="219075"/>
                </a:cubicBezTo>
                <a:cubicBezTo>
                  <a:pt x="555625" y="192087"/>
                  <a:pt x="552450" y="161925"/>
                  <a:pt x="552450" y="161925"/>
                </a:cubicBezTo>
                <a:cubicBezTo>
                  <a:pt x="552450" y="139700"/>
                  <a:pt x="550863" y="112712"/>
                  <a:pt x="552450" y="85725"/>
                </a:cubicBezTo>
                <a:cubicBezTo>
                  <a:pt x="554037" y="58738"/>
                  <a:pt x="561975" y="0"/>
                  <a:pt x="561975"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Freeform 131"/>
          <p:cNvSpPr/>
          <p:nvPr/>
        </p:nvSpPr>
        <p:spPr>
          <a:xfrm>
            <a:off x="6961073" y="1399930"/>
            <a:ext cx="535233" cy="910519"/>
          </a:xfrm>
          <a:custGeom>
            <a:avLst/>
            <a:gdLst>
              <a:gd name="connsiteX0" fmla="*/ 0 w 535233"/>
              <a:gd name="connsiteY0" fmla="*/ 47625 h 910519"/>
              <a:gd name="connsiteX1" fmla="*/ 38100 w 535233"/>
              <a:gd name="connsiteY1" fmla="*/ 266700 h 910519"/>
              <a:gd name="connsiteX2" fmla="*/ 57150 w 535233"/>
              <a:gd name="connsiteY2" fmla="*/ 314325 h 910519"/>
              <a:gd name="connsiteX3" fmla="*/ 66675 w 535233"/>
              <a:gd name="connsiteY3" fmla="*/ 400050 h 910519"/>
              <a:gd name="connsiteX4" fmla="*/ 85725 w 535233"/>
              <a:gd name="connsiteY4" fmla="*/ 552450 h 910519"/>
              <a:gd name="connsiteX5" fmla="*/ 114300 w 535233"/>
              <a:gd name="connsiteY5" fmla="*/ 657225 h 910519"/>
              <a:gd name="connsiteX6" fmla="*/ 123825 w 535233"/>
              <a:gd name="connsiteY6" fmla="*/ 723900 h 910519"/>
              <a:gd name="connsiteX7" fmla="*/ 123825 w 535233"/>
              <a:gd name="connsiteY7" fmla="*/ 781050 h 910519"/>
              <a:gd name="connsiteX8" fmla="*/ 180975 w 535233"/>
              <a:gd name="connsiteY8" fmla="*/ 885825 h 910519"/>
              <a:gd name="connsiteX9" fmla="*/ 238125 w 535233"/>
              <a:gd name="connsiteY9" fmla="*/ 904875 h 910519"/>
              <a:gd name="connsiteX10" fmla="*/ 285750 w 535233"/>
              <a:gd name="connsiteY10" fmla="*/ 904875 h 910519"/>
              <a:gd name="connsiteX11" fmla="*/ 342900 w 535233"/>
              <a:gd name="connsiteY11" fmla="*/ 904875 h 910519"/>
              <a:gd name="connsiteX12" fmla="*/ 447675 w 535233"/>
              <a:gd name="connsiteY12" fmla="*/ 828675 h 910519"/>
              <a:gd name="connsiteX13" fmla="*/ 476250 w 535233"/>
              <a:gd name="connsiteY13" fmla="*/ 676275 h 910519"/>
              <a:gd name="connsiteX14" fmla="*/ 485775 w 535233"/>
              <a:gd name="connsiteY14" fmla="*/ 533400 h 910519"/>
              <a:gd name="connsiteX15" fmla="*/ 504825 w 535233"/>
              <a:gd name="connsiteY15" fmla="*/ 409575 h 910519"/>
              <a:gd name="connsiteX16" fmla="*/ 514350 w 535233"/>
              <a:gd name="connsiteY16" fmla="*/ 276225 h 910519"/>
              <a:gd name="connsiteX17" fmla="*/ 533400 w 535233"/>
              <a:gd name="connsiteY17" fmla="*/ 190500 h 910519"/>
              <a:gd name="connsiteX18" fmla="*/ 533400 w 535233"/>
              <a:gd name="connsiteY18" fmla="*/ 95250 h 910519"/>
              <a:gd name="connsiteX19" fmla="*/ 523875 w 535233"/>
              <a:gd name="connsiteY19" fmla="*/ 19050 h 910519"/>
              <a:gd name="connsiteX20" fmla="*/ 523875 w 535233"/>
              <a:gd name="connsiteY20" fmla="*/ 0 h 910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35233" h="910519">
                <a:moveTo>
                  <a:pt x="0" y="47625"/>
                </a:moveTo>
                <a:cubicBezTo>
                  <a:pt x="14287" y="134937"/>
                  <a:pt x="28575" y="222250"/>
                  <a:pt x="38100" y="266700"/>
                </a:cubicBezTo>
                <a:cubicBezTo>
                  <a:pt x="47625" y="311150"/>
                  <a:pt x="52388" y="292100"/>
                  <a:pt x="57150" y="314325"/>
                </a:cubicBezTo>
                <a:cubicBezTo>
                  <a:pt x="61913" y="336550"/>
                  <a:pt x="61913" y="360363"/>
                  <a:pt x="66675" y="400050"/>
                </a:cubicBezTo>
                <a:cubicBezTo>
                  <a:pt x="71438" y="439738"/>
                  <a:pt x="77788" y="509588"/>
                  <a:pt x="85725" y="552450"/>
                </a:cubicBezTo>
                <a:cubicBezTo>
                  <a:pt x="93662" y="595312"/>
                  <a:pt x="107950" y="628650"/>
                  <a:pt x="114300" y="657225"/>
                </a:cubicBezTo>
                <a:cubicBezTo>
                  <a:pt x="120650" y="685800"/>
                  <a:pt x="122238" y="703263"/>
                  <a:pt x="123825" y="723900"/>
                </a:cubicBezTo>
                <a:cubicBezTo>
                  <a:pt x="125412" y="744537"/>
                  <a:pt x="114300" y="754063"/>
                  <a:pt x="123825" y="781050"/>
                </a:cubicBezTo>
                <a:cubicBezTo>
                  <a:pt x="133350" y="808037"/>
                  <a:pt x="161925" y="865188"/>
                  <a:pt x="180975" y="885825"/>
                </a:cubicBezTo>
                <a:cubicBezTo>
                  <a:pt x="200025" y="906462"/>
                  <a:pt x="220663" y="901700"/>
                  <a:pt x="238125" y="904875"/>
                </a:cubicBezTo>
                <a:cubicBezTo>
                  <a:pt x="255588" y="908050"/>
                  <a:pt x="285750" y="904875"/>
                  <a:pt x="285750" y="904875"/>
                </a:cubicBezTo>
                <a:cubicBezTo>
                  <a:pt x="303212" y="904875"/>
                  <a:pt x="315913" y="917575"/>
                  <a:pt x="342900" y="904875"/>
                </a:cubicBezTo>
                <a:cubicBezTo>
                  <a:pt x="369887" y="892175"/>
                  <a:pt x="425450" y="866775"/>
                  <a:pt x="447675" y="828675"/>
                </a:cubicBezTo>
                <a:cubicBezTo>
                  <a:pt x="469900" y="790575"/>
                  <a:pt x="469900" y="725488"/>
                  <a:pt x="476250" y="676275"/>
                </a:cubicBezTo>
                <a:cubicBezTo>
                  <a:pt x="482600" y="627062"/>
                  <a:pt x="481013" y="577850"/>
                  <a:pt x="485775" y="533400"/>
                </a:cubicBezTo>
                <a:cubicBezTo>
                  <a:pt x="490538" y="488950"/>
                  <a:pt x="500063" y="452438"/>
                  <a:pt x="504825" y="409575"/>
                </a:cubicBezTo>
                <a:cubicBezTo>
                  <a:pt x="509588" y="366713"/>
                  <a:pt x="509588" y="312738"/>
                  <a:pt x="514350" y="276225"/>
                </a:cubicBezTo>
                <a:cubicBezTo>
                  <a:pt x="519113" y="239713"/>
                  <a:pt x="530225" y="220663"/>
                  <a:pt x="533400" y="190500"/>
                </a:cubicBezTo>
                <a:cubicBezTo>
                  <a:pt x="536575" y="160337"/>
                  <a:pt x="534988" y="123825"/>
                  <a:pt x="533400" y="95250"/>
                </a:cubicBezTo>
                <a:cubicBezTo>
                  <a:pt x="531813" y="66675"/>
                  <a:pt x="525463" y="34925"/>
                  <a:pt x="523875" y="19050"/>
                </a:cubicBezTo>
                <a:cubicBezTo>
                  <a:pt x="522288" y="3175"/>
                  <a:pt x="523081" y="1587"/>
                  <a:pt x="523875"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Freeform 132"/>
          <p:cNvSpPr/>
          <p:nvPr/>
        </p:nvSpPr>
        <p:spPr>
          <a:xfrm>
            <a:off x="7456847" y="1399930"/>
            <a:ext cx="477661" cy="1124069"/>
          </a:xfrm>
          <a:custGeom>
            <a:avLst/>
            <a:gdLst>
              <a:gd name="connsiteX0" fmla="*/ 0 w 477661"/>
              <a:gd name="connsiteY0" fmla="*/ 28575 h 1124069"/>
              <a:gd name="connsiteX1" fmla="*/ 28575 w 477661"/>
              <a:gd name="connsiteY1" fmla="*/ 200025 h 1124069"/>
              <a:gd name="connsiteX2" fmla="*/ 66675 w 477661"/>
              <a:gd name="connsiteY2" fmla="*/ 476250 h 1124069"/>
              <a:gd name="connsiteX3" fmla="*/ 142875 w 477661"/>
              <a:gd name="connsiteY3" fmla="*/ 790575 h 1124069"/>
              <a:gd name="connsiteX4" fmla="*/ 190500 w 477661"/>
              <a:gd name="connsiteY4" fmla="*/ 923925 h 1124069"/>
              <a:gd name="connsiteX5" fmla="*/ 228600 w 477661"/>
              <a:gd name="connsiteY5" fmla="*/ 971550 h 1124069"/>
              <a:gd name="connsiteX6" fmla="*/ 304800 w 477661"/>
              <a:gd name="connsiteY6" fmla="*/ 1085850 h 1124069"/>
              <a:gd name="connsiteX7" fmla="*/ 390525 w 477661"/>
              <a:gd name="connsiteY7" fmla="*/ 1123950 h 1124069"/>
              <a:gd name="connsiteX8" fmla="*/ 428625 w 477661"/>
              <a:gd name="connsiteY8" fmla="*/ 1076325 h 1124069"/>
              <a:gd name="connsiteX9" fmla="*/ 457200 w 477661"/>
              <a:gd name="connsiteY9" fmla="*/ 942975 h 1124069"/>
              <a:gd name="connsiteX10" fmla="*/ 457200 w 477661"/>
              <a:gd name="connsiteY10" fmla="*/ 781050 h 1124069"/>
              <a:gd name="connsiteX11" fmla="*/ 476250 w 477661"/>
              <a:gd name="connsiteY11" fmla="*/ 657225 h 1124069"/>
              <a:gd name="connsiteX12" fmla="*/ 476250 w 477661"/>
              <a:gd name="connsiteY12" fmla="*/ 495300 h 1124069"/>
              <a:gd name="connsiteX13" fmla="*/ 476250 w 477661"/>
              <a:gd name="connsiteY13" fmla="*/ 381000 h 1124069"/>
              <a:gd name="connsiteX14" fmla="*/ 476250 w 477661"/>
              <a:gd name="connsiteY14" fmla="*/ 228600 h 1124069"/>
              <a:gd name="connsiteX15" fmla="*/ 457200 w 477661"/>
              <a:gd name="connsiteY15" fmla="*/ 114300 h 1124069"/>
              <a:gd name="connsiteX16" fmla="*/ 457200 w 477661"/>
              <a:gd name="connsiteY16" fmla="*/ 0 h 1124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7661" h="1124069">
                <a:moveTo>
                  <a:pt x="0" y="28575"/>
                </a:moveTo>
                <a:cubicBezTo>
                  <a:pt x="8731" y="76994"/>
                  <a:pt x="17463" y="125413"/>
                  <a:pt x="28575" y="200025"/>
                </a:cubicBezTo>
                <a:cubicBezTo>
                  <a:pt x="39687" y="274637"/>
                  <a:pt x="47625" y="377825"/>
                  <a:pt x="66675" y="476250"/>
                </a:cubicBezTo>
                <a:cubicBezTo>
                  <a:pt x="85725" y="574675"/>
                  <a:pt x="122237" y="715962"/>
                  <a:pt x="142875" y="790575"/>
                </a:cubicBezTo>
                <a:cubicBezTo>
                  <a:pt x="163513" y="865188"/>
                  <a:pt x="176213" y="893763"/>
                  <a:pt x="190500" y="923925"/>
                </a:cubicBezTo>
                <a:cubicBezTo>
                  <a:pt x="204787" y="954087"/>
                  <a:pt x="209550" y="944563"/>
                  <a:pt x="228600" y="971550"/>
                </a:cubicBezTo>
                <a:cubicBezTo>
                  <a:pt x="247650" y="998537"/>
                  <a:pt x="277813" y="1060450"/>
                  <a:pt x="304800" y="1085850"/>
                </a:cubicBezTo>
                <a:cubicBezTo>
                  <a:pt x="331788" y="1111250"/>
                  <a:pt x="369888" y="1125537"/>
                  <a:pt x="390525" y="1123950"/>
                </a:cubicBezTo>
                <a:cubicBezTo>
                  <a:pt x="411162" y="1122363"/>
                  <a:pt x="417513" y="1106487"/>
                  <a:pt x="428625" y="1076325"/>
                </a:cubicBezTo>
                <a:cubicBezTo>
                  <a:pt x="439737" y="1046163"/>
                  <a:pt x="452438" y="992188"/>
                  <a:pt x="457200" y="942975"/>
                </a:cubicBezTo>
                <a:cubicBezTo>
                  <a:pt x="461963" y="893763"/>
                  <a:pt x="454025" y="828675"/>
                  <a:pt x="457200" y="781050"/>
                </a:cubicBezTo>
                <a:cubicBezTo>
                  <a:pt x="460375" y="733425"/>
                  <a:pt x="473075" y="704850"/>
                  <a:pt x="476250" y="657225"/>
                </a:cubicBezTo>
                <a:cubicBezTo>
                  <a:pt x="479425" y="609600"/>
                  <a:pt x="476250" y="495300"/>
                  <a:pt x="476250" y="495300"/>
                </a:cubicBezTo>
                <a:lnTo>
                  <a:pt x="476250" y="381000"/>
                </a:lnTo>
                <a:cubicBezTo>
                  <a:pt x="476250" y="336550"/>
                  <a:pt x="479425" y="273050"/>
                  <a:pt x="476250" y="228600"/>
                </a:cubicBezTo>
                <a:cubicBezTo>
                  <a:pt x="473075" y="184150"/>
                  <a:pt x="460375" y="152400"/>
                  <a:pt x="457200" y="114300"/>
                </a:cubicBezTo>
                <a:cubicBezTo>
                  <a:pt x="454025" y="76200"/>
                  <a:pt x="455612" y="38100"/>
                  <a:pt x="457200"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Freeform 133"/>
          <p:cNvSpPr/>
          <p:nvPr/>
        </p:nvSpPr>
        <p:spPr>
          <a:xfrm>
            <a:off x="7769535" y="1331784"/>
            <a:ext cx="668579" cy="1147282"/>
          </a:xfrm>
          <a:custGeom>
            <a:avLst/>
            <a:gdLst>
              <a:gd name="connsiteX0" fmla="*/ 0 w 668579"/>
              <a:gd name="connsiteY0" fmla="*/ 47625 h 1147282"/>
              <a:gd name="connsiteX1" fmla="*/ 76200 w 668579"/>
              <a:gd name="connsiteY1" fmla="*/ 295275 h 1147282"/>
              <a:gd name="connsiteX2" fmla="*/ 171450 w 668579"/>
              <a:gd name="connsiteY2" fmla="*/ 571500 h 1147282"/>
              <a:gd name="connsiteX3" fmla="*/ 266700 w 668579"/>
              <a:gd name="connsiteY3" fmla="*/ 781050 h 1147282"/>
              <a:gd name="connsiteX4" fmla="*/ 361950 w 668579"/>
              <a:gd name="connsiteY4" fmla="*/ 1009650 h 1147282"/>
              <a:gd name="connsiteX5" fmla="*/ 457200 w 668579"/>
              <a:gd name="connsiteY5" fmla="*/ 1114425 h 1147282"/>
              <a:gd name="connsiteX6" fmla="*/ 581025 w 668579"/>
              <a:gd name="connsiteY6" fmla="*/ 1133475 h 1147282"/>
              <a:gd name="connsiteX7" fmla="*/ 647700 w 668579"/>
              <a:gd name="connsiteY7" fmla="*/ 923925 h 1147282"/>
              <a:gd name="connsiteX8" fmla="*/ 666750 w 668579"/>
              <a:gd name="connsiteY8" fmla="*/ 600075 h 1147282"/>
              <a:gd name="connsiteX9" fmla="*/ 609600 w 668579"/>
              <a:gd name="connsiteY9" fmla="*/ 295275 h 1147282"/>
              <a:gd name="connsiteX10" fmla="*/ 590550 w 668579"/>
              <a:gd name="connsiteY10" fmla="*/ 57150 h 1147282"/>
              <a:gd name="connsiteX11" fmla="*/ 571500 w 668579"/>
              <a:gd name="connsiteY11" fmla="*/ 0 h 1147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8579" h="1147282">
                <a:moveTo>
                  <a:pt x="0" y="47625"/>
                </a:moveTo>
                <a:cubicBezTo>
                  <a:pt x="23812" y="127794"/>
                  <a:pt x="47625" y="207963"/>
                  <a:pt x="76200" y="295275"/>
                </a:cubicBezTo>
                <a:cubicBezTo>
                  <a:pt x="104775" y="382587"/>
                  <a:pt x="139700" y="490538"/>
                  <a:pt x="171450" y="571500"/>
                </a:cubicBezTo>
                <a:cubicBezTo>
                  <a:pt x="203200" y="652463"/>
                  <a:pt x="234950" y="708025"/>
                  <a:pt x="266700" y="781050"/>
                </a:cubicBezTo>
                <a:cubicBezTo>
                  <a:pt x="298450" y="854075"/>
                  <a:pt x="330200" y="954088"/>
                  <a:pt x="361950" y="1009650"/>
                </a:cubicBezTo>
                <a:cubicBezTo>
                  <a:pt x="393700" y="1065212"/>
                  <a:pt x="420688" y="1093788"/>
                  <a:pt x="457200" y="1114425"/>
                </a:cubicBezTo>
                <a:cubicBezTo>
                  <a:pt x="493713" y="1135063"/>
                  <a:pt x="549275" y="1165225"/>
                  <a:pt x="581025" y="1133475"/>
                </a:cubicBezTo>
                <a:cubicBezTo>
                  <a:pt x="612775" y="1101725"/>
                  <a:pt x="633412" y="1012825"/>
                  <a:pt x="647700" y="923925"/>
                </a:cubicBezTo>
                <a:cubicBezTo>
                  <a:pt x="661988" y="835025"/>
                  <a:pt x="673100" y="704850"/>
                  <a:pt x="666750" y="600075"/>
                </a:cubicBezTo>
                <a:cubicBezTo>
                  <a:pt x="660400" y="495300"/>
                  <a:pt x="622300" y="385762"/>
                  <a:pt x="609600" y="295275"/>
                </a:cubicBezTo>
                <a:cubicBezTo>
                  <a:pt x="596900" y="204788"/>
                  <a:pt x="596900" y="106363"/>
                  <a:pt x="590550" y="57150"/>
                </a:cubicBezTo>
                <a:cubicBezTo>
                  <a:pt x="584200" y="7937"/>
                  <a:pt x="577850" y="3968"/>
                  <a:pt x="571500"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Freeform 134"/>
          <p:cNvSpPr/>
          <p:nvPr/>
        </p:nvSpPr>
        <p:spPr>
          <a:xfrm>
            <a:off x="8293298" y="1438296"/>
            <a:ext cx="714942" cy="1052180"/>
          </a:xfrm>
          <a:custGeom>
            <a:avLst/>
            <a:gdLst>
              <a:gd name="connsiteX0" fmla="*/ 0 w 714942"/>
              <a:gd name="connsiteY0" fmla="*/ 0 h 1052180"/>
              <a:gd name="connsiteX1" fmla="*/ 95250 w 714942"/>
              <a:gd name="connsiteY1" fmla="*/ 247650 h 1052180"/>
              <a:gd name="connsiteX2" fmla="*/ 161925 w 714942"/>
              <a:gd name="connsiteY2" fmla="*/ 504825 h 1052180"/>
              <a:gd name="connsiteX3" fmla="*/ 266700 w 714942"/>
              <a:gd name="connsiteY3" fmla="*/ 781050 h 1052180"/>
              <a:gd name="connsiteX4" fmla="*/ 409575 w 714942"/>
              <a:gd name="connsiteY4" fmla="*/ 990600 h 1052180"/>
              <a:gd name="connsiteX5" fmla="*/ 609600 w 714942"/>
              <a:gd name="connsiteY5" fmla="*/ 1047750 h 1052180"/>
              <a:gd name="connsiteX6" fmla="*/ 685800 w 714942"/>
              <a:gd name="connsiteY6" fmla="*/ 895350 h 1052180"/>
              <a:gd name="connsiteX7" fmla="*/ 714375 w 714942"/>
              <a:gd name="connsiteY7" fmla="*/ 695325 h 1052180"/>
              <a:gd name="connsiteX8" fmla="*/ 704850 w 714942"/>
              <a:gd name="connsiteY8" fmla="*/ 485775 h 1052180"/>
              <a:gd name="connsiteX9" fmla="*/ 704850 w 714942"/>
              <a:gd name="connsiteY9" fmla="*/ 304800 h 1052180"/>
              <a:gd name="connsiteX10" fmla="*/ 704850 w 714942"/>
              <a:gd name="connsiteY10" fmla="*/ 180975 h 1052180"/>
              <a:gd name="connsiteX11" fmla="*/ 704850 w 714942"/>
              <a:gd name="connsiteY11" fmla="*/ 142875 h 1052180"/>
              <a:gd name="connsiteX12" fmla="*/ 704850 w 714942"/>
              <a:gd name="connsiteY12" fmla="*/ 123825 h 105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4942" h="1052180">
                <a:moveTo>
                  <a:pt x="0" y="0"/>
                </a:moveTo>
                <a:cubicBezTo>
                  <a:pt x="34131" y="81756"/>
                  <a:pt x="68263" y="163513"/>
                  <a:pt x="95250" y="247650"/>
                </a:cubicBezTo>
                <a:cubicBezTo>
                  <a:pt x="122237" y="331787"/>
                  <a:pt x="133350" y="415925"/>
                  <a:pt x="161925" y="504825"/>
                </a:cubicBezTo>
                <a:cubicBezTo>
                  <a:pt x="190500" y="593725"/>
                  <a:pt x="225425" y="700087"/>
                  <a:pt x="266700" y="781050"/>
                </a:cubicBezTo>
                <a:cubicBezTo>
                  <a:pt x="307975" y="862013"/>
                  <a:pt x="352425" y="946150"/>
                  <a:pt x="409575" y="990600"/>
                </a:cubicBezTo>
                <a:cubicBezTo>
                  <a:pt x="466725" y="1035050"/>
                  <a:pt x="563563" y="1063625"/>
                  <a:pt x="609600" y="1047750"/>
                </a:cubicBezTo>
                <a:cubicBezTo>
                  <a:pt x="655638" y="1031875"/>
                  <a:pt x="668338" y="954087"/>
                  <a:pt x="685800" y="895350"/>
                </a:cubicBezTo>
                <a:cubicBezTo>
                  <a:pt x="703262" y="836613"/>
                  <a:pt x="711200" y="763587"/>
                  <a:pt x="714375" y="695325"/>
                </a:cubicBezTo>
                <a:cubicBezTo>
                  <a:pt x="717550" y="627063"/>
                  <a:pt x="706437" y="550862"/>
                  <a:pt x="704850" y="485775"/>
                </a:cubicBezTo>
                <a:cubicBezTo>
                  <a:pt x="703263" y="420688"/>
                  <a:pt x="704850" y="304800"/>
                  <a:pt x="704850" y="304800"/>
                </a:cubicBezTo>
                <a:lnTo>
                  <a:pt x="704850" y="180975"/>
                </a:lnTo>
                <a:lnTo>
                  <a:pt x="704850" y="142875"/>
                </a:lnTo>
                <a:lnTo>
                  <a:pt x="704850" y="123825"/>
                </a:ln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p:nvSpPr>
        <p:spPr>
          <a:xfrm rot="21217179">
            <a:off x="8599256" y="1428771"/>
            <a:ext cx="952852" cy="1234603"/>
          </a:xfrm>
          <a:custGeom>
            <a:avLst/>
            <a:gdLst>
              <a:gd name="connsiteX0" fmla="*/ 0 w 952852"/>
              <a:gd name="connsiteY0" fmla="*/ 0 h 1234603"/>
              <a:gd name="connsiteX1" fmla="*/ 152400 w 952852"/>
              <a:gd name="connsiteY1" fmla="*/ 85725 h 1234603"/>
              <a:gd name="connsiteX2" fmla="*/ 285750 w 952852"/>
              <a:gd name="connsiteY2" fmla="*/ 228600 h 1234603"/>
              <a:gd name="connsiteX3" fmla="*/ 419100 w 952852"/>
              <a:gd name="connsiteY3" fmla="*/ 428625 h 1234603"/>
              <a:gd name="connsiteX4" fmla="*/ 485775 w 952852"/>
              <a:gd name="connsiteY4" fmla="*/ 561975 h 1234603"/>
              <a:gd name="connsiteX5" fmla="*/ 561975 w 952852"/>
              <a:gd name="connsiteY5" fmla="*/ 723900 h 1234603"/>
              <a:gd name="connsiteX6" fmla="*/ 600075 w 952852"/>
              <a:gd name="connsiteY6" fmla="*/ 847725 h 1234603"/>
              <a:gd name="connsiteX7" fmla="*/ 600075 w 952852"/>
              <a:gd name="connsiteY7" fmla="*/ 1009650 h 1234603"/>
              <a:gd name="connsiteX8" fmla="*/ 647700 w 952852"/>
              <a:gd name="connsiteY8" fmla="*/ 1190625 h 1234603"/>
              <a:gd name="connsiteX9" fmla="*/ 876300 w 952852"/>
              <a:gd name="connsiteY9" fmla="*/ 1228725 h 1234603"/>
              <a:gd name="connsiteX10" fmla="*/ 942975 w 952852"/>
              <a:gd name="connsiteY10" fmla="*/ 1095375 h 1234603"/>
              <a:gd name="connsiteX11" fmla="*/ 952500 w 952852"/>
              <a:gd name="connsiteY11" fmla="*/ 866775 h 1234603"/>
              <a:gd name="connsiteX12" fmla="*/ 942975 w 952852"/>
              <a:gd name="connsiteY12" fmla="*/ 647700 h 1234603"/>
              <a:gd name="connsiteX13" fmla="*/ 942975 w 952852"/>
              <a:gd name="connsiteY13" fmla="*/ 409575 h 1234603"/>
              <a:gd name="connsiteX14" fmla="*/ 923925 w 952852"/>
              <a:gd name="connsiteY14" fmla="*/ 228600 h 1234603"/>
              <a:gd name="connsiteX15" fmla="*/ 923925 w 952852"/>
              <a:gd name="connsiteY15" fmla="*/ 114300 h 1234603"/>
              <a:gd name="connsiteX16" fmla="*/ 923925 w 952852"/>
              <a:gd name="connsiteY16" fmla="*/ 76200 h 123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52852" h="1234603">
                <a:moveTo>
                  <a:pt x="0" y="0"/>
                </a:moveTo>
                <a:cubicBezTo>
                  <a:pt x="52387" y="23812"/>
                  <a:pt x="104775" y="47625"/>
                  <a:pt x="152400" y="85725"/>
                </a:cubicBezTo>
                <a:cubicBezTo>
                  <a:pt x="200025" y="123825"/>
                  <a:pt x="241300" y="171450"/>
                  <a:pt x="285750" y="228600"/>
                </a:cubicBezTo>
                <a:cubicBezTo>
                  <a:pt x="330200" y="285750"/>
                  <a:pt x="385763" y="373063"/>
                  <a:pt x="419100" y="428625"/>
                </a:cubicBezTo>
                <a:cubicBezTo>
                  <a:pt x="452438" y="484188"/>
                  <a:pt x="461963" y="512763"/>
                  <a:pt x="485775" y="561975"/>
                </a:cubicBezTo>
                <a:cubicBezTo>
                  <a:pt x="509588" y="611188"/>
                  <a:pt x="542925" y="676275"/>
                  <a:pt x="561975" y="723900"/>
                </a:cubicBezTo>
                <a:cubicBezTo>
                  <a:pt x="581025" y="771525"/>
                  <a:pt x="593725" y="800100"/>
                  <a:pt x="600075" y="847725"/>
                </a:cubicBezTo>
                <a:cubicBezTo>
                  <a:pt x="606425" y="895350"/>
                  <a:pt x="592138" y="952500"/>
                  <a:pt x="600075" y="1009650"/>
                </a:cubicBezTo>
                <a:cubicBezTo>
                  <a:pt x="608012" y="1066800"/>
                  <a:pt x="601663" y="1154113"/>
                  <a:pt x="647700" y="1190625"/>
                </a:cubicBezTo>
                <a:cubicBezTo>
                  <a:pt x="693737" y="1227137"/>
                  <a:pt x="827088" y="1244600"/>
                  <a:pt x="876300" y="1228725"/>
                </a:cubicBezTo>
                <a:cubicBezTo>
                  <a:pt x="925512" y="1212850"/>
                  <a:pt x="930275" y="1155700"/>
                  <a:pt x="942975" y="1095375"/>
                </a:cubicBezTo>
                <a:cubicBezTo>
                  <a:pt x="955675" y="1035050"/>
                  <a:pt x="952500" y="941387"/>
                  <a:pt x="952500" y="866775"/>
                </a:cubicBezTo>
                <a:cubicBezTo>
                  <a:pt x="952500" y="792163"/>
                  <a:pt x="944562" y="723900"/>
                  <a:pt x="942975" y="647700"/>
                </a:cubicBezTo>
                <a:cubicBezTo>
                  <a:pt x="941388" y="571500"/>
                  <a:pt x="946150" y="479425"/>
                  <a:pt x="942975" y="409575"/>
                </a:cubicBezTo>
                <a:cubicBezTo>
                  <a:pt x="939800" y="339725"/>
                  <a:pt x="927100" y="277812"/>
                  <a:pt x="923925" y="228600"/>
                </a:cubicBezTo>
                <a:cubicBezTo>
                  <a:pt x="920750" y="179388"/>
                  <a:pt x="923925" y="114300"/>
                  <a:pt x="923925" y="114300"/>
                </a:cubicBezTo>
                <a:lnTo>
                  <a:pt x="923925" y="76200"/>
                </a:lnTo>
              </a:path>
            </a:pathLst>
          </a:custGeom>
          <a:gradFill>
            <a:gsLst>
              <a:gs pos="74000">
                <a:srgbClr val="D2804F"/>
              </a:gs>
              <a:gs pos="20000">
                <a:srgbClr val="EBD3CD"/>
              </a:gs>
              <a:gs pos="100000">
                <a:srgbClr val="CC7038"/>
              </a:gs>
              <a:gs pos="44000">
                <a:srgbClr val="E0A784"/>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Freeform 135"/>
          <p:cNvSpPr/>
          <p:nvPr/>
        </p:nvSpPr>
        <p:spPr>
          <a:xfrm>
            <a:off x="9475556" y="1419246"/>
            <a:ext cx="773442" cy="1136003"/>
          </a:xfrm>
          <a:custGeom>
            <a:avLst/>
            <a:gdLst>
              <a:gd name="connsiteX0" fmla="*/ 0 w 773442"/>
              <a:gd name="connsiteY0" fmla="*/ 57150 h 1136003"/>
              <a:gd name="connsiteX1" fmla="*/ 190500 w 773442"/>
              <a:gd name="connsiteY1" fmla="*/ 428625 h 1136003"/>
              <a:gd name="connsiteX2" fmla="*/ 200025 w 773442"/>
              <a:gd name="connsiteY2" fmla="*/ 742950 h 1136003"/>
              <a:gd name="connsiteX3" fmla="*/ 314325 w 773442"/>
              <a:gd name="connsiteY3" fmla="*/ 971550 h 1136003"/>
              <a:gd name="connsiteX4" fmla="*/ 485775 w 773442"/>
              <a:gd name="connsiteY4" fmla="*/ 1114425 h 1136003"/>
              <a:gd name="connsiteX5" fmla="*/ 685800 w 773442"/>
              <a:gd name="connsiteY5" fmla="*/ 1114425 h 1136003"/>
              <a:gd name="connsiteX6" fmla="*/ 771525 w 773442"/>
              <a:gd name="connsiteY6" fmla="*/ 914400 h 1136003"/>
              <a:gd name="connsiteX7" fmla="*/ 742950 w 773442"/>
              <a:gd name="connsiteY7" fmla="*/ 733425 h 1136003"/>
              <a:gd name="connsiteX8" fmla="*/ 714375 w 773442"/>
              <a:gd name="connsiteY8" fmla="*/ 571500 h 1136003"/>
              <a:gd name="connsiteX9" fmla="*/ 657225 w 773442"/>
              <a:gd name="connsiteY9" fmla="*/ 295275 h 1136003"/>
              <a:gd name="connsiteX10" fmla="*/ 647700 w 773442"/>
              <a:gd name="connsiteY10" fmla="*/ 180975 h 1136003"/>
              <a:gd name="connsiteX11" fmla="*/ 685800 w 773442"/>
              <a:gd name="connsiteY11" fmla="*/ 38100 h 1136003"/>
              <a:gd name="connsiteX12" fmla="*/ 685800 w 773442"/>
              <a:gd name="connsiteY12" fmla="*/ 0 h 113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3442" h="1136003">
                <a:moveTo>
                  <a:pt x="0" y="57150"/>
                </a:moveTo>
                <a:cubicBezTo>
                  <a:pt x="78581" y="185737"/>
                  <a:pt x="157163" y="314325"/>
                  <a:pt x="190500" y="428625"/>
                </a:cubicBezTo>
                <a:cubicBezTo>
                  <a:pt x="223838" y="542925"/>
                  <a:pt x="179388" y="652463"/>
                  <a:pt x="200025" y="742950"/>
                </a:cubicBezTo>
                <a:cubicBezTo>
                  <a:pt x="220663" y="833438"/>
                  <a:pt x="266700" y="909637"/>
                  <a:pt x="314325" y="971550"/>
                </a:cubicBezTo>
                <a:cubicBezTo>
                  <a:pt x="361950" y="1033463"/>
                  <a:pt x="423863" y="1090613"/>
                  <a:pt x="485775" y="1114425"/>
                </a:cubicBezTo>
                <a:cubicBezTo>
                  <a:pt x="547687" y="1138237"/>
                  <a:pt x="638175" y="1147763"/>
                  <a:pt x="685800" y="1114425"/>
                </a:cubicBezTo>
                <a:cubicBezTo>
                  <a:pt x="733425" y="1081088"/>
                  <a:pt x="762000" y="977900"/>
                  <a:pt x="771525" y="914400"/>
                </a:cubicBezTo>
                <a:cubicBezTo>
                  <a:pt x="781050" y="850900"/>
                  <a:pt x="752475" y="790575"/>
                  <a:pt x="742950" y="733425"/>
                </a:cubicBezTo>
                <a:cubicBezTo>
                  <a:pt x="733425" y="676275"/>
                  <a:pt x="728662" y="644525"/>
                  <a:pt x="714375" y="571500"/>
                </a:cubicBezTo>
                <a:cubicBezTo>
                  <a:pt x="700088" y="498475"/>
                  <a:pt x="668338" y="360363"/>
                  <a:pt x="657225" y="295275"/>
                </a:cubicBezTo>
                <a:cubicBezTo>
                  <a:pt x="646112" y="230187"/>
                  <a:pt x="642938" y="223838"/>
                  <a:pt x="647700" y="180975"/>
                </a:cubicBezTo>
                <a:cubicBezTo>
                  <a:pt x="652463" y="138113"/>
                  <a:pt x="679450" y="68262"/>
                  <a:pt x="685800" y="38100"/>
                </a:cubicBezTo>
                <a:cubicBezTo>
                  <a:pt x="692150" y="7938"/>
                  <a:pt x="688975" y="3969"/>
                  <a:pt x="685800" y="0"/>
                </a:cubicBezTo>
              </a:path>
            </a:pathLst>
          </a:custGeom>
          <a:gradFill flip="none" rotWithShape="1">
            <a:gsLst>
              <a:gs pos="74000">
                <a:srgbClr val="D2804F"/>
              </a:gs>
              <a:gs pos="20000">
                <a:srgbClr val="EBD3CD"/>
              </a:gs>
              <a:gs pos="100000">
                <a:srgbClr val="CC7038"/>
              </a:gs>
              <a:gs pos="44000">
                <a:srgbClr val="E0A78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Freeform 136"/>
          <p:cNvSpPr/>
          <p:nvPr/>
        </p:nvSpPr>
        <p:spPr>
          <a:xfrm>
            <a:off x="10140473" y="1266846"/>
            <a:ext cx="432154" cy="1630007"/>
          </a:xfrm>
          <a:custGeom>
            <a:avLst/>
            <a:gdLst>
              <a:gd name="connsiteX0" fmla="*/ 1833 w 432154"/>
              <a:gd name="connsiteY0" fmla="*/ 0 h 1630007"/>
              <a:gd name="connsiteX1" fmla="*/ 1833 w 432154"/>
              <a:gd name="connsiteY1" fmla="*/ 123825 h 1630007"/>
              <a:gd name="connsiteX2" fmla="*/ 20883 w 432154"/>
              <a:gd name="connsiteY2" fmla="*/ 276225 h 1630007"/>
              <a:gd name="connsiteX3" fmla="*/ 68508 w 432154"/>
              <a:gd name="connsiteY3" fmla="*/ 447675 h 1630007"/>
              <a:gd name="connsiteX4" fmla="*/ 144708 w 432154"/>
              <a:gd name="connsiteY4" fmla="*/ 704850 h 1630007"/>
              <a:gd name="connsiteX5" fmla="*/ 173283 w 432154"/>
              <a:gd name="connsiteY5" fmla="*/ 847725 h 1630007"/>
              <a:gd name="connsiteX6" fmla="*/ 220908 w 432154"/>
              <a:gd name="connsiteY6" fmla="*/ 1047750 h 1630007"/>
              <a:gd name="connsiteX7" fmla="*/ 249483 w 432154"/>
              <a:gd name="connsiteY7" fmla="*/ 1209675 h 1630007"/>
              <a:gd name="connsiteX8" fmla="*/ 297108 w 432154"/>
              <a:gd name="connsiteY8" fmla="*/ 1409700 h 1630007"/>
              <a:gd name="connsiteX9" fmla="*/ 306633 w 432154"/>
              <a:gd name="connsiteY9" fmla="*/ 1495425 h 1630007"/>
              <a:gd name="connsiteX10" fmla="*/ 363783 w 432154"/>
              <a:gd name="connsiteY10" fmla="*/ 1628775 h 1630007"/>
              <a:gd name="connsiteX11" fmla="*/ 430458 w 432154"/>
              <a:gd name="connsiteY11" fmla="*/ 1552575 h 1630007"/>
              <a:gd name="connsiteX12" fmla="*/ 411408 w 432154"/>
              <a:gd name="connsiteY12" fmla="*/ 1400175 h 1630007"/>
              <a:gd name="connsiteX13" fmla="*/ 401883 w 432154"/>
              <a:gd name="connsiteY13" fmla="*/ 1247775 h 1630007"/>
              <a:gd name="connsiteX14" fmla="*/ 382833 w 432154"/>
              <a:gd name="connsiteY14" fmla="*/ 1095375 h 1630007"/>
              <a:gd name="connsiteX15" fmla="*/ 363783 w 432154"/>
              <a:gd name="connsiteY15" fmla="*/ 857250 h 1630007"/>
              <a:gd name="connsiteX16" fmla="*/ 354258 w 432154"/>
              <a:gd name="connsiteY16" fmla="*/ 723900 h 1630007"/>
              <a:gd name="connsiteX17" fmla="*/ 344733 w 432154"/>
              <a:gd name="connsiteY17" fmla="*/ 552450 h 1630007"/>
              <a:gd name="connsiteX18" fmla="*/ 354258 w 432154"/>
              <a:gd name="connsiteY18" fmla="*/ 352425 h 1630007"/>
              <a:gd name="connsiteX19" fmla="*/ 354258 w 432154"/>
              <a:gd name="connsiteY19" fmla="*/ 85725 h 1630007"/>
              <a:gd name="connsiteX20" fmla="*/ 354258 w 432154"/>
              <a:gd name="connsiteY20" fmla="*/ 9525 h 163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2154" h="1630007">
                <a:moveTo>
                  <a:pt x="1833" y="0"/>
                </a:moveTo>
                <a:cubicBezTo>
                  <a:pt x="245" y="38894"/>
                  <a:pt x="-1342" y="77788"/>
                  <a:pt x="1833" y="123825"/>
                </a:cubicBezTo>
                <a:cubicBezTo>
                  <a:pt x="5008" y="169862"/>
                  <a:pt x="9771" y="222250"/>
                  <a:pt x="20883" y="276225"/>
                </a:cubicBezTo>
                <a:cubicBezTo>
                  <a:pt x="31995" y="330200"/>
                  <a:pt x="47871" y="376238"/>
                  <a:pt x="68508" y="447675"/>
                </a:cubicBezTo>
                <a:cubicBezTo>
                  <a:pt x="89145" y="519112"/>
                  <a:pt x="127246" y="638175"/>
                  <a:pt x="144708" y="704850"/>
                </a:cubicBezTo>
                <a:cubicBezTo>
                  <a:pt x="162170" y="771525"/>
                  <a:pt x="160583" y="790575"/>
                  <a:pt x="173283" y="847725"/>
                </a:cubicBezTo>
                <a:cubicBezTo>
                  <a:pt x="185983" y="904875"/>
                  <a:pt x="208208" y="987425"/>
                  <a:pt x="220908" y="1047750"/>
                </a:cubicBezTo>
                <a:cubicBezTo>
                  <a:pt x="233608" y="1108075"/>
                  <a:pt x="236783" y="1149350"/>
                  <a:pt x="249483" y="1209675"/>
                </a:cubicBezTo>
                <a:cubicBezTo>
                  <a:pt x="262183" y="1270000"/>
                  <a:pt x="287583" y="1362075"/>
                  <a:pt x="297108" y="1409700"/>
                </a:cubicBezTo>
                <a:cubicBezTo>
                  <a:pt x="306633" y="1457325"/>
                  <a:pt x="295521" y="1458913"/>
                  <a:pt x="306633" y="1495425"/>
                </a:cubicBezTo>
                <a:cubicBezTo>
                  <a:pt x="317745" y="1531937"/>
                  <a:pt x="343146" y="1619250"/>
                  <a:pt x="363783" y="1628775"/>
                </a:cubicBezTo>
                <a:cubicBezTo>
                  <a:pt x="384420" y="1638300"/>
                  <a:pt x="422521" y="1590675"/>
                  <a:pt x="430458" y="1552575"/>
                </a:cubicBezTo>
                <a:cubicBezTo>
                  <a:pt x="438395" y="1514475"/>
                  <a:pt x="416170" y="1450975"/>
                  <a:pt x="411408" y="1400175"/>
                </a:cubicBezTo>
                <a:cubicBezTo>
                  <a:pt x="406646" y="1349375"/>
                  <a:pt x="406645" y="1298575"/>
                  <a:pt x="401883" y="1247775"/>
                </a:cubicBezTo>
                <a:cubicBezTo>
                  <a:pt x="397121" y="1196975"/>
                  <a:pt x="389183" y="1160462"/>
                  <a:pt x="382833" y="1095375"/>
                </a:cubicBezTo>
                <a:cubicBezTo>
                  <a:pt x="376483" y="1030288"/>
                  <a:pt x="368546" y="919163"/>
                  <a:pt x="363783" y="857250"/>
                </a:cubicBezTo>
                <a:cubicBezTo>
                  <a:pt x="359021" y="795338"/>
                  <a:pt x="357433" y="774700"/>
                  <a:pt x="354258" y="723900"/>
                </a:cubicBezTo>
                <a:cubicBezTo>
                  <a:pt x="351083" y="673100"/>
                  <a:pt x="344733" y="614362"/>
                  <a:pt x="344733" y="552450"/>
                </a:cubicBezTo>
                <a:cubicBezTo>
                  <a:pt x="344733" y="490538"/>
                  <a:pt x="352671" y="430212"/>
                  <a:pt x="354258" y="352425"/>
                </a:cubicBezTo>
                <a:cubicBezTo>
                  <a:pt x="355845" y="274638"/>
                  <a:pt x="354258" y="85725"/>
                  <a:pt x="354258" y="85725"/>
                </a:cubicBezTo>
                <a:lnTo>
                  <a:pt x="354258" y="9525"/>
                </a:lnTo>
              </a:path>
            </a:pathLst>
          </a:custGeom>
          <a:gradFill flip="none" rotWithShape="1">
            <a:gsLst>
              <a:gs pos="74000">
                <a:srgbClr val="D2804F"/>
              </a:gs>
              <a:gs pos="20000">
                <a:srgbClr val="EBD3CD"/>
              </a:gs>
              <a:gs pos="100000">
                <a:srgbClr val="CC7038"/>
              </a:gs>
              <a:gs pos="44000">
                <a:srgbClr val="E0A78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137"/>
          <p:cNvSpPr/>
          <p:nvPr/>
        </p:nvSpPr>
        <p:spPr>
          <a:xfrm>
            <a:off x="10485206" y="1447821"/>
            <a:ext cx="715786" cy="1370378"/>
          </a:xfrm>
          <a:custGeom>
            <a:avLst/>
            <a:gdLst>
              <a:gd name="connsiteX0" fmla="*/ 0 w 715786"/>
              <a:gd name="connsiteY0" fmla="*/ 38100 h 1370378"/>
              <a:gd name="connsiteX1" fmla="*/ 95250 w 715786"/>
              <a:gd name="connsiteY1" fmla="*/ 333375 h 1370378"/>
              <a:gd name="connsiteX2" fmla="*/ 133350 w 715786"/>
              <a:gd name="connsiteY2" fmla="*/ 695325 h 1370378"/>
              <a:gd name="connsiteX3" fmla="*/ 200025 w 715786"/>
              <a:gd name="connsiteY3" fmla="*/ 942975 h 1370378"/>
              <a:gd name="connsiteX4" fmla="*/ 304800 w 715786"/>
              <a:gd name="connsiteY4" fmla="*/ 1257300 h 1370378"/>
              <a:gd name="connsiteX5" fmla="*/ 438150 w 715786"/>
              <a:gd name="connsiteY5" fmla="*/ 1343025 h 1370378"/>
              <a:gd name="connsiteX6" fmla="*/ 590550 w 715786"/>
              <a:gd name="connsiteY6" fmla="*/ 1362075 h 1370378"/>
              <a:gd name="connsiteX7" fmla="*/ 676275 w 715786"/>
              <a:gd name="connsiteY7" fmla="*/ 1219200 h 1370378"/>
              <a:gd name="connsiteX8" fmla="*/ 695325 w 715786"/>
              <a:gd name="connsiteY8" fmla="*/ 1076325 h 1370378"/>
              <a:gd name="connsiteX9" fmla="*/ 695325 w 715786"/>
              <a:gd name="connsiteY9" fmla="*/ 904875 h 1370378"/>
              <a:gd name="connsiteX10" fmla="*/ 695325 w 715786"/>
              <a:gd name="connsiteY10" fmla="*/ 514350 h 1370378"/>
              <a:gd name="connsiteX11" fmla="*/ 695325 w 715786"/>
              <a:gd name="connsiteY11" fmla="*/ 390525 h 1370378"/>
              <a:gd name="connsiteX12" fmla="*/ 714375 w 715786"/>
              <a:gd name="connsiteY12" fmla="*/ 219075 h 1370378"/>
              <a:gd name="connsiteX13" fmla="*/ 714375 w 715786"/>
              <a:gd name="connsiteY13" fmla="*/ 161925 h 1370378"/>
              <a:gd name="connsiteX14" fmla="*/ 714375 w 715786"/>
              <a:gd name="connsiteY14" fmla="*/ 66675 h 1370378"/>
              <a:gd name="connsiteX15" fmla="*/ 704850 w 715786"/>
              <a:gd name="connsiteY15" fmla="*/ 0 h 137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5786" h="1370378">
                <a:moveTo>
                  <a:pt x="0" y="38100"/>
                </a:moveTo>
                <a:cubicBezTo>
                  <a:pt x="36512" y="130969"/>
                  <a:pt x="73025" y="223838"/>
                  <a:pt x="95250" y="333375"/>
                </a:cubicBezTo>
                <a:cubicBezTo>
                  <a:pt x="117475" y="442912"/>
                  <a:pt x="115888" y="593725"/>
                  <a:pt x="133350" y="695325"/>
                </a:cubicBezTo>
                <a:cubicBezTo>
                  <a:pt x="150812" y="796925"/>
                  <a:pt x="171450" y="849313"/>
                  <a:pt x="200025" y="942975"/>
                </a:cubicBezTo>
                <a:cubicBezTo>
                  <a:pt x="228600" y="1036638"/>
                  <a:pt x="265113" y="1190625"/>
                  <a:pt x="304800" y="1257300"/>
                </a:cubicBezTo>
                <a:cubicBezTo>
                  <a:pt x="344487" y="1323975"/>
                  <a:pt x="390525" y="1325563"/>
                  <a:pt x="438150" y="1343025"/>
                </a:cubicBezTo>
                <a:cubicBezTo>
                  <a:pt x="485775" y="1360488"/>
                  <a:pt x="550863" y="1382713"/>
                  <a:pt x="590550" y="1362075"/>
                </a:cubicBezTo>
                <a:cubicBezTo>
                  <a:pt x="630238" y="1341438"/>
                  <a:pt x="658813" y="1266825"/>
                  <a:pt x="676275" y="1219200"/>
                </a:cubicBezTo>
                <a:cubicBezTo>
                  <a:pt x="693738" y="1171575"/>
                  <a:pt x="692150" y="1128712"/>
                  <a:pt x="695325" y="1076325"/>
                </a:cubicBezTo>
                <a:cubicBezTo>
                  <a:pt x="698500" y="1023938"/>
                  <a:pt x="695325" y="904875"/>
                  <a:pt x="695325" y="904875"/>
                </a:cubicBezTo>
                <a:lnTo>
                  <a:pt x="695325" y="514350"/>
                </a:lnTo>
                <a:cubicBezTo>
                  <a:pt x="695325" y="428625"/>
                  <a:pt x="692150" y="439737"/>
                  <a:pt x="695325" y="390525"/>
                </a:cubicBezTo>
                <a:cubicBezTo>
                  <a:pt x="698500" y="341313"/>
                  <a:pt x="711200" y="257175"/>
                  <a:pt x="714375" y="219075"/>
                </a:cubicBezTo>
                <a:cubicBezTo>
                  <a:pt x="717550" y="180975"/>
                  <a:pt x="714375" y="161925"/>
                  <a:pt x="714375" y="161925"/>
                </a:cubicBezTo>
                <a:cubicBezTo>
                  <a:pt x="714375" y="136525"/>
                  <a:pt x="715962" y="93662"/>
                  <a:pt x="714375" y="66675"/>
                </a:cubicBezTo>
                <a:cubicBezTo>
                  <a:pt x="712788" y="39688"/>
                  <a:pt x="708819" y="19844"/>
                  <a:pt x="704850" y="0"/>
                </a:cubicBezTo>
              </a:path>
            </a:pathLst>
          </a:custGeom>
          <a:gradFill flip="none" rotWithShape="1">
            <a:gsLst>
              <a:gs pos="74000">
                <a:srgbClr val="D2804F"/>
              </a:gs>
              <a:gs pos="20000">
                <a:srgbClr val="EBD3CD"/>
              </a:gs>
              <a:gs pos="100000">
                <a:srgbClr val="CC7038"/>
              </a:gs>
              <a:gs pos="44000">
                <a:srgbClr val="E0A784"/>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a:off x="11191466" y="1438275"/>
            <a:ext cx="648814" cy="1182630"/>
          </a:xfrm>
          <a:custGeom>
            <a:avLst/>
            <a:gdLst>
              <a:gd name="connsiteX0" fmla="*/ 409 w 648814"/>
              <a:gd name="connsiteY0" fmla="*/ 38100 h 1182630"/>
              <a:gd name="connsiteX1" fmla="*/ 9934 w 648814"/>
              <a:gd name="connsiteY1" fmla="*/ 114300 h 1182630"/>
              <a:gd name="connsiteX2" fmla="*/ 67084 w 648814"/>
              <a:gd name="connsiteY2" fmla="*/ 314325 h 1182630"/>
              <a:gd name="connsiteX3" fmla="*/ 105184 w 648814"/>
              <a:gd name="connsiteY3" fmla="*/ 457200 h 1182630"/>
              <a:gd name="connsiteX4" fmla="*/ 133759 w 648814"/>
              <a:gd name="connsiteY4" fmla="*/ 571500 h 1182630"/>
              <a:gd name="connsiteX5" fmla="*/ 171859 w 648814"/>
              <a:gd name="connsiteY5" fmla="*/ 742950 h 1182630"/>
              <a:gd name="connsiteX6" fmla="*/ 248059 w 648814"/>
              <a:gd name="connsiteY6" fmla="*/ 962025 h 1182630"/>
              <a:gd name="connsiteX7" fmla="*/ 305209 w 648814"/>
              <a:gd name="connsiteY7" fmla="*/ 1076325 h 1182630"/>
              <a:gd name="connsiteX8" fmla="*/ 381409 w 648814"/>
              <a:gd name="connsiteY8" fmla="*/ 1162050 h 1182630"/>
              <a:gd name="connsiteX9" fmla="*/ 448084 w 648814"/>
              <a:gd name="connsiteY9" fmla="*/ 1181100 h 1182630"/>
              <a:gd name="connsiteX10" fmla="*/ 533809 w 648814"/>
              <a:gd name="connsiteY10" fmla="*/ 1133475 h 1182630"/>
              <a:gd name="connsiteX11" fmla="*/ 581434 w 648814"/>
              <a:gd name="connsiteY11" fmla="*/ 990600 h 1182630"/>
              <a:gd name="connsiteX12" fmla="*/ 619534 w 648814"/>
              <a:gd name="connsiteY12" fmla="*/ 752475 h 1182630"/>
              <a:gd name="connsiteX13" fmla="*/ 638584 w 648814"/>
              <a:gd name="connsiteY13" fmla="*/ 609600 h 1182630"/>
              <a:gd name="connsiteX14" fmla="*/ 648109 w 648814"/>
              <a:gd name="connsiteY14" fmla="*/ 428625 h 1182630"/>
              <a:gd name="connsiteX15" fmla="*/ 648109 w 648814"/>
              <a:gd name="connsiteY15" fmla="*/ 314325 h 1182630"/>
              <a:gd name="connsiteX16" fmla="*/ 648109 w 648814"/>
              <a:gd name="connsiteY16" fmla="*/ 123825 h 1182630"/>
              <a:gd name="connsiteX17" fmla="*/ 638584 w 648814"/>
              <a:gd name="connsiteY17" fmla="*/ 57150 h 1182630"/>
              <a:gd name="connsiteX18" fmla="*/ 629059 w 648814"/>
              <a:gd name="connsiteY18" fmla="*/ 0 h 1182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8814" h="1182630">
                <a:moveTo>
                  <a:pt x="409" y="38100"/>
                </a:moveTo>
                <a:cubicBezTo>
                  <a:pt x="-385" y="53181"/>
                  <a:pt x="-1178" y="68263"/>
                  <a:pt x="9934" y="114300"/>
                </a:cubicBezTo>
                <a:cubicBezTo>
                  <a:pt x="21046" y="160337"/>
                  <a:pt x="51209" y="257175"/>
                  <a:pt x="67084" y="314325"/>
                </a:cubicBezTo>
                <a:cubicBezTo>
                  <a:pt x="82959" y="371475"/>
                  <a:pt x="94072" y="414338"/>
                  <a:pt x="105184" y="457200"/>
                </a:cubicBezTo>
                <a:cubicBezTo>
                  <a:pt x="116296" y="500062"/>
                  <a:pt x="122647" y="523875"/>
                  <a:pt x="133759" y="571500"/>
                </a:cubicBezTo>
                <a:cubicBezTo>
                  <a:pt x="144871" y="619125"/>
                  <a:pt x="152809" y="677862"/>
                  <a:pt x="171859" y="742950"/>
                </a:cubicBezTo>
                <a:cubicBezTo>
                  <a:pt x="190909" y="808038"/>
                  <a:pt x="225834" y="906463"/>
                  <a:pt x="248059" y="962025"/>
                </a:cubicBezTo>
                <a:cubicBezTo>
                  <a:pt x="270284" y="1017587"/>
                  <a:pt x="282984" y="1042988"/>
                  <a:pt x="305209" y="1076325"/>
                </a:cubicBezTo>
                <a:cubicBezTo>
                  <a:pt x="327434" y="1109662"/>
                  <a:pt x="357597" y="1144588"/>
                  <a:pt x="381409" y="1162050"/>
                </a:cubicBezTo>
                <a:cubicBezTo>
                  <a:pt x="405221" y="1179512"/>
                  <a:pt x="422684" y="1185862"/>
                  <a:pt x="448084" y="1181100"/>
                </a:cubicBezTo>
                <a:cubicBezTo>
                  <a:pt x="473484" y="1176338"/>
                  <a:pt x="511584" y="1165225"/>
                  <a:pt x="533809" y="1133475"/>
                </a:cubicBezTo>
                <a:cubicBezTo>
                  <a:pt x="556034" y="1101725"/>
                  <a:pt x="567147" y="1054100"/>
                  <a:pt x="581434" y="990600"/>
                </a:cubicBezTo>
                <a:cubicBezTo>
                  <a:pt x="595722" y="927100"/>
                  <a:pt x="610009" y="815975"/>
                  <a:pt x="619534" y="752475"/>
                </a:cubicBezTo>
                <a:cubicBezTo>
                  <a:pt x="629059" y="688975"/>
                  <a:pt x="633821" y="663575"/>
                  <a:pt x="638584" y="609600"/>
                </a:cubicBezTo>
                <a:cubicBezTo>
                  <a:pt x="643347" y="555625"/>
                  <a:pt x="646522" y="477837"/>
                  <a:pt x="648109" y="428625"/>
                </a:cubicBezTo>
                <a:cubicBezTo>
                  <a:pt x="649696" y="379413"/>
                  <a:pt x="648109" y="314325"/>
                  <a:pt x="648109" y="314325"/>
                </a:cubicBezTo>
                <a:cubicBezTo>
                  <a:pt x="648109" y="263525"/>
                  <a:pt x="649696" y="166687"/>
                  <a:pt x="648109" y="123825"/>
                </a:cubicBezTo>
                <a:cubicBezTo>
                  <a:pt x="646522" y="80963"/>
                  <a:pt x="641759" y="77788"/>
                  <a:pt x="638584" y="57150"/>
                </a:cubicBezTo>
                <a:cubicBezTo>
                  <a:pt x="635409" y="36512"/>
                  <a:pt x="632234" y="18256"/>
                  <a:pt x="629059"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p:cNvSpPr/>
          <p:nvPr/>
        </p:nvSpPr>
        <p:spPr>
          <a:xfrm>
            <a:off x="11832243" y="1476375"/>
            <a:ext cx="417102" cy="739147"/>
          </a:xfrm>
          <a:custGeom>
            <a:avLst/>
            <a:gdLst>
              <a:gd name="connsiteX0" fmla="*/ 7332 w 417102"/>
              <a:gd name="connsiteY0" fmla="*/ 0 h 739147"/>
              <a:gd name="connsiteX1" fmla="*/ 7332 w 417102"/>
              <a:gd name="connsiteY1" fmla="*/ 180975 h 739147"/>
              <a:gd name="connsiteX2" fmla="*/ 83532 w 417102"/>
              <a:gd name="connsiteY2" fmla="*/ 466725 h 739147"/>
              <a:gd name="connsiteX3" fmla="*/ 178782 w 417102"/>
              <a:gd name="connsiteY3" fmla="*/ 666750 h 739147"/>
              <a:gd name="connsiteX4" fmla="*/ 283557 w 417102"/>
              <a:gd name="connsiteY4" fmla="*/ 733425 h 739147"/>
              <a:gd name="connsiteX5" fmla="*/ 331182 w 417102"/>
              <a:gd name="connsiteY5" fmla="*/ 733425 h 739147"/>
              <a:gd name="connsiteX6" fmla="*/ 359757 w 417102"/>
              <a:gd name="connsiteY6" fmla="*/ 714375 h 739147"/>
              <a:gd name="connsiteX7" fmla="*/ 416907 w 417102"/>
              <a:gd name="connsiteY7" fmla="*/ 561975 h 739147"/>
              <a:gd name="connsiteX8" fmla="*/ 378807 w 417102"/>
              <a:gd name="connsiteY8" fmla="*/ 266700 h 739147"/>
              <a:gd name="connsiteX9" fmla="*/ 388332 w 417102"/>
              <a:gd name="connsiteY9" fmla="*/ 85725 h 739147"/>
              <a:gd name="connsiteX10" fmla="*/ 388332 w 417102"/>
              <a:gd name="connsiteY10" fmla="*/ 0 h 739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7102" h="739147">
                <a:moveTo>
                  <a:pt x="7332" y="0"/>
                </a:moveTo>
                <a:cubicBezTo>
                  <a:pt x="982" y="51594"/>
                  <a:pt x="-5368" y="103188"/>
                  <a:pt x="7332" y="180975"/>
                </a:cubicBezTo>
                <a:cubicBezTo>
                  <a:pt x="20032" y="258763"/>
                  <a:pt x="54957" y="385763"/>
                  <a:pt x="83532" y="466725"/>
                </a:cubicBezTo>
                <a:cubicBezTo>
                  <a:pt x="112107" y="547688"/>
                  <a:pt x="145445" y="622300"/>
                  <a:pt x="178782" y="666750"/>
                </a:cubicBezTo>
                <a:cubicBezTo>
                  <a:pt x="212119" y="711200"/>
                  <a:pt x="258157" y="722313"/>
                  <a:pt x="283557" y="733425"/>
                </a:cubicBezTo>
                <a:cubicBezTo>
                  <a:pt x="308957" y="744537"/>
                  <a:pt x="318482" y="736600"/>
                  <a:pt x="331182" y="733425"/>
                </a:cubicBezTo>
                <a:cubicBezTo>
                  <a:pt x="343882" y="730250"/>
                  <a:pt x="345470" y="742950"/>
                  <a:pt x="359757" y="714375"/>
                </a:cubicBezTo>
                <a:cubicBezTo>
                  <a:pt x="374044" y="685800"/>
                  <a:pt x="413732" y="636587"/>
                  <a:pt x="416907" y="561975"/>
                </a:cubicBezTo>
                <a:cubicBezTo>
                  <a:pt x="420082" y="487363"/>
                  <a:pt x="383569" y="346075"/>
                  <a:pt x="378807" y="266700"/>
                </a:cubicBezTo>
                <a:cubicBezTo>
                  <a:pt x="374045" y="187325"/>
                  <a:pt x="386745" y="130175"/>
                  <a:pt x="388332" y="85725"/>
                </a:cubicBezTo>
                <a:cubicBezTo>
                  <a:pt x="389920" y="41275"/>
                  <a:pt x="389126" y="20637"/>
                  <a:pt x="388332"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p:nvSpPr>
        <p:spPr>
          <a:xfrm rot="21217179">
            <a:off x="8572500" y="1428750"/>
            <a:ext cx="952852" cy="1234603"/>
          </a:xfrm>
          <a:custGeom>
            <a:avLst/>
            <a:gdLst>
              <a:gd name="connsiteX0" fmla="*/ 0 w 952852"/>
              <a:gd name="connsiteY0" fmla="*/ 0 h 1234603"/>
              <a:gd name="connsiteX1" fmla="*/ 152400 w 952852"/>
              <a:gd name="connsiteY1" fmla="*/ 85725 h 1234603"/>
              <a:gd name="connsiteX2" fmla="*/ 285750 w 952852"/>
              <a:gd name="connsiteY2" fmla="*/ 228600 h 1234603"/>
              <a:gd name="connsiteX3" fmla="*/ 419100 w 952852"/>
              <a:gd name="connsiteY3" fmla="*/ 428625 h 1234603"/>
              <a:gd name="connsiteX4" fmla="*/ 485775 w 952852"/>
              <a:gd name="connsiteY4" fmla="*/ 561975 h 1234603"/>
              <a:gd name="connsiteX5" fmla="*/ 561975 w 952852"/>
              <a:gd name="connsiteY5" fmla="*/ 723900 h 1234603"/>
              <a:gd name="connsiteX6" fmla="*/ 600075 w 952852"/>
              <a:gd name="connsiteY6" fmla="*/ 847725 h 1234603"/>
              <a:gd name="connsiteX7" fmla="*/ 600075 w 952852"/>
              <a:gd name="connsiteY7" fmla="*/ 1009650 h 1234603"/>
              <a:gd name="connsiteX8" fmla="*/ 647700 w 952852"/>
              <a:gd name="connsiteY8" fmla="*/ 1190625 h 1234603"/>
              <a:gd name="connsiteX9" fmla="*/ 876300 w 952852"/>
              <a:gd name="connsiteY9" fmla="*/ 1228725 h 1234603"/>
              <a:gd name="connsiteX10" fmla="*/ 942975 w 952852"/>
              <a:gd name="connsiteY10" fmla="*/ 1095375 h 1234603"/>
              <a:gd name="connsiteX11" fmla="*/ 952500 w 952852"/>
              <a:gd name="connsiteY11" fmla="*/ 866775 h 1234603"/>
              <a:gd name="connsiteX12" fmla="*/ 942975 w 952852"/>
              <a:gd name="connsiteY12" fmla="*/ 647700 h 1234603"/>
              <a:gd name="connsiteX13" fmla="*/ 942975 w 952852"/>
              <a:gd name="connsiteY13" fmla="*/ 409575 h 1234603"/>
              <a:gd name="connsiteX14" fmla="*/ 923925 w 952852"/>
              <a:gd name="connsiteY14" fmla="*/ 228600 h 1234603"/>
              <a:gd name="connsiteX15" fmla="*/ 923925 w 952852"/>
              <a:gd name="connsiteY15" fmla="*/ 114300 h 1234603"/>
              <a:gd name="connsiteX16" fmla="*/ 923925 w 952852"/>
              <a:gd name="connsiteY16" fmla="*/ 76200 h 123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52852" h="1234603">
                <a:moveTo>
                  <a:pt x="0" y="0"/>
                </a:moveTo>
                <a:cubicBezTo>
                  <a:pt x="52387" y="23812"/>
                  <a:pt x="104775" y="47625"/>
                  <a:pt x="152400" y="85725"/>
                </a:cubicBezTo>
                <a:cubicBezTo>
                  <a:pt x="200025" y="123825"/>
                  <a:pt x="241300" y="171450"/>
                  <a:pt x="285750" y="228600"/>
                </a:cubicBezTo>
                <a:cubicBezTo>
                  <a:pt x="330200" y="285750"/>
                  <a:pt x="385763" y="373063"/>
                  <a:pt x="419100" y="428625"/>
                </a:cubicBezTo>
                <a:cubicBezTo>
                  <a:pt x="452438" y="484188"/>
                  <a:pt x="461963" y="512763"/>
                  <a:pt x="485775" y="561975"/>
                </a:cubicBezTo>
                <a:cubicBezTo>
                  <a:pt x="509588" y="611188"/>
                  <a:pt x="542925" y="676275"/>
                  <a:pt x="561975" y="723900"/>
                </a:cubicBezTo>
                <a:cubicBezTo>
                  <a:pt x="581025" y="771525"/>
                  <a:pt x="593725" y="800100"/>
                  <a:pt x="600075" y="847725"/>
                </a:cubicBezTo>
                <a:cubicBezTo>
                  <a:pt x="606425" y="895350"/>
                  <a:pt x="592138" y="952500"/>
                  <a:pt x="600075" y="1009650"/>
                </a:cubicBezTo>
                <a:cubicBezTo>
                  <a:pt x="608012" y="1066800"/>
                  <a:pt x="601663" y="1154113"/>
                  <a:pt x="647700" y="1190625"/>
                </a:cubicBezTo>
                <a:cubicBezTo>
                  <a:pt x="693737" y="1227137"/>
                  <a:pt x="827088" y="1244600"/>
                  <a:pt x="876300" y="1228725"/>
                </a:cubicBezTo>
                <a:cubicBezTo>
                  <a:pt x="925512" y="1212850"/>
                  <a:pt x="930275" y="1155700"/>
                  <a:pt x="942975" y="1095375"/>
                </a:cubicBezTo>
                <a:cubicBezTo>
                  <a:pt x="955675" y="1035050"/>
                  <a:pt x="952500" y="941387"/>
                  <a:pt x="952500" y="866775"/>
                </a:cubicBezTo>
                <a:cubicBezTo>
                  <a:pt x="952500" y="792163"/>
                  <a:pt x="944562" y="723900"/>
                  <a:pt x="942975" y="647700"/>
                </a:cubicBezTo>
                <a:cubicBezTo>
                  <a:pt x="941388" y="571500"/>
                  <a:pt x="946150" y="479425"/>
                  <a:pt x="942975" y="409575"/>
                </a:cubicBezTo>
                <a:cubicBezTo>
                  <a:pt x="939800" y="339725"/>
                  <a:pt x="927100" y="277812"/>
                  <a:pt x="923925" y="228600"/>
                </a:cubicBezTo>
                <a:cubicBezTo>
                  <a:pt x="920750" y="179388"/>
                  <a:pt x="923925" y="114300"/>
                  <a:pt x="923925" y="114300"/>
                </a:cubicBezTo>
                <a:lnTo>
                  <a:pt x="923925" y="76200"/>
                </a:ln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17950" y="-29975"/>
            <a:ext cx="12221413" cy="1512430"/>
          </a:xfrm>
          <a:prstGeom prst="rect">
            <a:avLst/>
          </a:pr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4815191" y="603114"/>
            <a:ext cx="1857983" cy="707886"/>
          </a:xfrm>
          <a:prstGeom prst="rect">
            <a:avLst/>
          </a:prstGeom>
          <a:noFill/>
        </p:spPr>
        <p:txBody>
          <a:bodyPr wrap="square" rtlCol="0">
            <a:spAutoFit/>
          </a:bodyPr>
          <a:lstStyle/>
          <a:p>
            <a:pPr algn="ctr"/>
            <a:r>
              <a:rPr lang="en-US" sz="4000" b="1" dirty="0" smtClean="0">
                <a:latin typeface="David" panose="020E0502060401010101" pitchFamily="34" charset="-79"/>
                <a:cs typeface="David" panose="020E0502060401010101" pitchFamily="34" charset="-79"/>
              </a:rPr>
              <a:t>cake</a:t>
            </a:r>
            <a:endParaRPr lang="en-US" sz="4000" b="1" dirty="0">
              <a:latin typeface="David" panose="020E0502060401010101" pitchFamily="34" charset="-79"/>
              <a:cs typeface="David" panose="020E0502060401010101" pitchFamily="34" charset="-79"/>
            </a:endParaRPr>
          </a:p>
        </p:txBody>
      </p:sp>
      <p:sp>
        <p:nvSpPr>
          <p:cNvPr id="27" name="Oval 26"/>
          <p:cNvSpPr/>
          <p:nvPr/>
        </p:nvSpPr>
        <p:spPr>
          <a:xfrm>
            <a:off x="914401" y="321013"/>
            <a:ext cx="136186" cy="97276"/>
          </a:xfrm>
          <a:prstGeom prst="ellipse">
            <a:avLst/>
          </a:prstGeom>
          <a:solidFill>
            <a:schemeClr val="accent6">
              <a:lumMod val="40000"/>
              <a:lumOff val="60000"/>
            </a:schemeClr>
          </a:solidFill>
          <a:ln>
            <a:noFill/>
          </a:ln>
          <a:effectLst>
            <a:glow rad="101600">
              <a:schemeClr val="accent6">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28" name="5-Point Star 27"/>
          <p:cNvSpPr/>
          <p:nvPr/>
        </p:nvSpPr>
        <p:spPr>
          <a:xfrm>
            <a:off x="518318" y="757143"/>
            <a:ext cx="220984" cy="150772"/>
          </a:xfrm>
          <a:prstGeom prst="star5">
            <a:avLst/>
          </a:prstGeom>
          <a:solidFill>
            <a:srgbClr val="B3EB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Heart 28"/>
          <p:cNvSpPr/>
          <p:nvPr/>
        </p:nvSpPr>
        <p:spPr>
          <a:xfrm>
            <a:off x="319391" y="290211"/>
            <a:ext cx="136188" cy="155644"/>
          </a:xfrm>
          <a:prstGeom prst="heart">
            <a:avLst/>
          </a:prstGeom>
          <a:solidFill>
            <a:srgbClr val="E363B5"/>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Cloud 29"/>
          <p:cNvSpPr/>
          <p:nvPr/>
        </p:nvSpPr>
        <p:spPr>
          <a:xfrm>
            <a:off x="1669424" y="223735"/>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p:cNvCxnSpPr/>
          <p:nvPr/>
        </p:nvCxnSpPr>
        <p:spPr>
          <a:xfrm>
            <a:off x="1010057" y="826550"/>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34" name="5-Point Star 33"/>
          <p:cNvSpPr/>
          <p:nvPr/>
        </p:nvSpPr>
        <p:spPr>
          <a:xfrm>
            <a:off x="2807070" y="1083827"/>
            <a:ext cx="194552" cy="136186"/>
          </a:xfrm>
          <a:prstGeom prst="star5">
            <a:avLst/>
          </a:prstGeom>
          <a:solidFill>
            <a:srgbClr val="F6D4ED"/>
          </a:solidFill>
          <a:ln>
            <a:no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5-Point Star 34"/>
          <p:cNvSpPr/>
          <p:nvPr/>
        </p:nvSpPr>
        <p:spPr>
          <a:xfrm>
            <a:off x="7558392" y="1228928"/>
            <a:ext cx="194552" cy="136186"/>
          </a:xfrm>
          <a:prstGeom prst="star5">
            <a:avLst/>
          </a:prstGeom>
          <a:solidFill>
            <a:srgbClr val="7DC7FF"/>
          </a:solidFill>
          <a:ln>
            <a:noFill/>
          </a:ln>
          <a:effectLst>
            <a:glow rad="63500">
              <a:srgbClr val="F6D4ED">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5-Point Star 35"/>
          <p:cNvSpPr/>
          <p:nvPr/>
        </p:nvSpPr>
        <p:spPr>
          <a:xfrm>
            <a:off x="9429348" y="252920"/>
            <a:ext cx="194552" cy="136186"/>
          </a:xfrm>
          <a:prstGeom prst="star5">
            <a:avLst/>
          </a:prstGeom>
          <a:solidFill>
            <a:srgbClr val="9FFFCA"/>
          </a:solidFill>
          <a:ln>
            <a:noFill/>
          </a:ln>
          <a:effectLst>
            <a:glow rad="63500">
              <a:srgbClr val="92D05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p:cNvCxnSpPr/>
          <p:nvPr/>
        </p:nvCxnSpPr>
        <p:spPr>
          <a:xfrm>
            <a:off x="10181053" y="282511"/>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774332" y="330748"/>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331397" y="214009"/>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42" name="Cloud 41"/>
          <p:cNvSpPr/>
          <p:nvPr/>
        </p:nvSpPr>
        <p:spPr>
          <a:xfrm>
            <a:off x="4344189" y="229914"/>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Cloud 43"/>
          <p:cNvSpPr/>
          <p:nvPr/>
        </p:nvSpPr>
        <p:spPr>
          <a:xfrm>
            <a:off x="6723017" y="544103"/>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loud 44"/>
          <p:cNvSpPr/>
          <p:nvPr/>
        </p:nvSpPr>
        <p:spPr>
          <a:xfrm>
            <a:off x="8601511" y="207529"/>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Heart 46"/>
          <p:cNvSpPr/>
          <p:nvPr/>
        </p:nvSpPr>
        <p:spPr>
          <a:xfrm>
            <a:off x="8458837" y="882293"/>
            <a:ext cx="136188" cy="155644"/>
          </a:xfrm>
          <a:prstGeom prst="heart">
            <a:avLst/>
          </a:prstGeom>
          <a:solidFill>
            <a:srgbClr val="E363B5"/>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Heart 48"/>
          <p:cNvSpPr/>
          <p:nvPr/>
        </p:nvSpPr>
        <p:spPr>
          <a:xfrm>
            <a:off x="2797342" y="126867"/>
            <a:ext cx="136188" cy="155644"/>
          </a:xfrm>
          <a:prstGeom prst="heart">
            <a:avLst/>
          </a:prstGeom>
          <a:solidFill>
            <a:srgbClr val="7DC7FF"/>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Heart 49"/>
          <p:cNvSpPr/>
          <p:nvPr/>
        </p:nvSpPr>
        <p:spPr>
          <a:xfrm>
            <a:off x="7356861" y="172663"/>
            <a:ext cx="136188" cy="155644"/>
          </a:xfrm>
          <a:prstGeom prst="heart">
            <a:avLst/>
          </a:prstGeom>
          <a:solidFill>
            <a:srgbClr val="FF99CC"/>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10843099" y="192935"/>
            <a:ext cx="136186" cy="97276"/>
          </a:xfrm>
          <a:prstGeom prst="ellipse">
            <a:avLst/>
          </a:prstGeom>
          <a:solidFill>
            <a:schemeClr val="accent4">
              <a:lumMod val="20000"/>
              <a:lumOff val="80000"/>
            </a:schemeClr>
          </a:solidFill>
          <a:ln>
            <a:noFill/>
          </a:ln>
          <a:effectLst>
            <a:glow rad="101600">
              <a:schemeClr val="accent4">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55" name="Oval 54"/>
          <p:cNvSpPr/>
          <p:nvPr/>
        </p:nvSpPr>
        <p:spPr>
          <a:xfrm>
            <a:off x="6092757" y="201847"/>
            <a:ext cx="136186" cy="97276"/>
          </a:xfrm>
          <a:prstGeom prst="ellipse">
            <a:avLst/>
          </a:prstGeom>
          <a:solidFill>
            <a:srgbClr val="9FFFCA"/>
          </a:solidFill>
          <a:ln>
            <a:noFill/>
          </a:ln>
          <a:effectLst>
            <a:glow rad="101600">
              <a:schemeClr val="accent6">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58" name="Oval 57"/>
          <p:cNvSpPr/>
          <p:nvPr/>
        </p:nvSpPr>
        <p:spPr>
          <a:xfrm>
            <a:off x="3450078" y="87550"/>
            <a:ext cx="136186" cy="97276"/>
          </a:xfrm>
          <a:prstGeom prst="ellipse">
            <a:avLst/>
          </a:prstGeom>
          <a:solidFill>
            <a:srgbClr val="A77D8C"/>
          </a:solidFill>
          <a:ln>
            <a:noFill/>
          </a:ln>
          <a:effectLst>
            <a:glow rad="101600">
              <a:srgbClr val="A77D8C">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cxnSp>
        <p:nvCxnSpPr>
          <p:cNvPr id="60" name="Straight Connector 59"/>
          <p:cNvCxnSpPr/>
          <p:nvPr/>
        </p:nvCxnSpPr>
        <p:spPr>
          <a:xfrm>
            <a:off x="3440350" y="1547024"/>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634262" y="241738"/>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9070552" y="674863"/>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203109" y="253577"/>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66" name="5-Point Star 65"/>
          <p:cNvSpPr/>
          <p:nvPr/>
        </p:nvSpPr>
        <p:spPr>
          <a:xfrm>
            <a:off x="1840639" y="862118"/>
            <a:ext cx="194552" cy="136186"/>
          </a:xfrm>
          <a:prstGeom prst="star5">
            <a:avLst/>
          </a:prstGeom>
          <a:solidFill>
            <a:srgbClr val="9FFFCA"/>
          </a:solidFill>
          <a:ln>
            <a:noFill/>
          </a:ln>
          <a:effectLst>
            <a:glow rad="63500">
              <a:srgbClr val="92D05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5-Point Star 66"/>
          <p:cNvSpPr/>
          <p:nvPr/>
        </p:nvSpPr>
        <p:spPr>
          <a:xfrm>
            <a:off x="4866827" y="596394"/>
            <a:ext cx="220984" cy="150772"/>
          </a:xfrm>
          <a:prstGeom prst="star5">
            <a:avLst/>
          </a:prstGeom>
          <a:solidFill>
            <a:srgbClr val="B3EB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Cloud 69"/>
          <p:cNvSpPr/>
          <p:nvPr/>
        </p:nvSpPr>
        <p:spPr>
          <a:xfrm>
            <a:off x="2500008" y="713361"/>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art 70"/>
          <p:cNvSpPr/>
          <p:nvPr/>
        </p:nvSpPr>
        <p:spPr>
          <a:xfrm>
            <a:off x="3185828" y="550419"/>
            <a:ext cx="136188" cy="155644"/>
          </a:xfrm>
          <a:prstGeom prst="heart">
            <a:avLst/>
          </a:prstGeom>
          <a:solidFill>
            <a:srgbClr val="9FFFCA"/>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p:cNvCxnSpPr/>
          <p:nvPr/>
        </p:nvCxnSpPr>
        <p:spPr>
          <a:xfrm>
            <a:off x="4091119" y="1175426"/>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74" name="Cloud 73"/>
          <p:cNvSpPr/>
          <p:nvPr/>
        </p:nvSpPr>
        <p:spPr>
          <a:xfrm>
            <a:off x="5358751" y="-97277"/>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Cloud 76"/>
          <p:cNvSpPr/>
          <p:nvPr/>
        </p:nvSpPr>
        <p:spPr>
          <a:xfrm>
            <a:off x="-6486" y="47019"/>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Heart 77"/>
          <p:cNvSpPr/>
          <p:nvPr/>
        </p:nvSpPr>
        <p:spPr>
          <a:xfrm>
            <a:off x="9788286" y="-106599"/>
            <a:ext cx="136188" cy="155644"/>
          </a:xfrm>
          <a:prstGeom prst="heart">
            <a:avLst/>
          </a:prstGeom>
          <a:solidFill>
            <a:srgbClr val="E363B5"/>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Heart 79"/>
          <p:cNvSpPr/>
          <p:nvPr/>
        </p:nvSpPr>
        <p:spPr>
          <a:xfrm>
            <a:off x="11854775" y="180368"/>
            <a:ext cx="136188" cy="155644"/>
          </a:xfrm>
          <a:prstGeom prst="heart">
            <a:avLst/>
          </a:prstGeom>
          <a:solidFill>
            <a:srgbClr val="E363B5"/>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7752944" y="812257"/>
            <a:ext cx="136186" cy="97276"/>
          </a:xfrm>
          <a:prstGeom prst="ellipse">
            <a:avLst/>
          </a:prstGeom>
          <a:solidFill>
            <a:schemeClr val="accent4">
              <a:lumMod val="20000"/>
              <a:lumOff val="80000"/>
            </a:schemeClr>
          </a:solidFill>
          <a:ln>
            <a:noFill/>
          </a:ln>
          <a:effectLst>
            <a:glow rad="101600">
              <a:schemeClr val="accent4">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82" name="Oval 81"/>
          <p:cNvSpPr/>
          <p:nvPr/>
        </p:nvSpPr>
        <p:spPr>
          <a:xfrm>
            <a:off x="4797190" y="1294267"/>
            <a:ext cx="136186" cy="97276"/>
          </a:xfrm>
          <a:prstGeom prst="ellipse">
            <a:avLst/>
          </a:prstGeom>
          <a:solidFill>
            <a:schemeClr val="accent4">
              <a:lumMod val="20000"/>
              <a:lumOff val="80000"/>
            </a:schemeClr>
          </a:solidFill>
          <a:ln>
            <a:noFill/>
          </a:ln>
          <a:effectLst>
            <a:glow rad="101600">
              <a:schemeClr val="accent4">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83" name="Oval 82"/>
          <p:cNvSpPr/>
          <p:nvPr/>
        </p:nvSpPr>
        <p:spPr>
          <a:xfrm>
            <a:off x="12077493" y="850363"/>
            <a:ext cx="136186" cy="97276"/>
          </a:xfrm>
          <a:prstGeom prst="ellipse">
            <a:avLst/>
          </a:prstGeom>
          <a:solidFill>
            <a:schemeClr val="accent4">
              <a:lumMod val="20000"/>
              <a:lumOff val="80000"/>
            </a:schemeClr>
          </a:solidFill>
          <a:ln>
            <a:noFill/>
          </a:ln>
          <a:effectLst>
            <a:glow rad="101600">
              <a:schemeClr val="accent4">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84" name="5-Point Star 83"/>
          <p:cNvSpPr/>
          <p:nvPr/>
        </p:nvSpPr>
        <p:spPr>
          <a:xfrm>
            <a:off x="11347880" y="214009"/>
            <a:ext cx="220984" cy="150772"/>
          </a:xfrm>
          <a:prstGeom prst="star5">
            <a:avLst/>
          </a:prstGeom>
          <a:solidFill>
            <a:srgbClr val="B3EB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Heart 85"/>
          <p:cNvSpPr/>
          <p:nvPr/>
        </p:nvSpPr>
        <p:spPr>
          <a:xfrm>
            <a:off x="10605600" y="850363"/>
            <a:ext cx="136188" cy="155644"/>
          </a:xfrm>
          <a:prstGeom prst="heart">
            <a:avLst/>
          </a:prstGeom>
          <a:solidFill>
            <a:srgbClr val="E363B5"/>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5-Point Star 87"/>
          <p:cNvSpPr/>
          <p:nvPr/>
        </p:nvSpPr>
        <p:spPr>
          <a:xfrm>
            <a:off x="6199106" y="545312"/>
            <a:ext cx="194552" cy="136186"/>
          </a:xfrm>
          <a:prstGeom prst="star5">
            <a:avLst/>
          </a:prstGeom>
          <a:solidFill>
            <a:srgbClr val="F6D4ED"/>
          </a:solidFill>
          <a:ln>
            <a:no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Connector 88"/>
          <p:cNvCxnSpPr/>
          <p:nvPr/>
        </p:nvCxnSpPr>
        <p:spPr>
          <a:xfrm>
            <a:off x="6393658" y="1094683"/>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90" name="Oval 89"/>
          <p:cNvSpPr/>
          <p:nvPr/>
        </p:nvSpPr>
        <p:spPr>
          <a:xfrm>
            <a:off x="4236223" y="810639"/>
            <a:ext cx="136186" cy="97276"/>
          </a:xfrm>
          <a:prstGeom prst="ellipse">
            <a:avLst/>
          </a:prstGeom>
          <a:solidFill>
            <a:srgbClr val="9FFFCA"/>
          </a:solidFill>
          <a:ln>
            <a:noFill/>
          </a:ln>
          <a:effectLst>
            <a:glow rad="101600">
              <a:schemeClr val="accent6">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91" name="Oval 90"/>
          <p:cNvSpPr/>
          <p:nvPr/>
        </p:nvSpPr>
        <p:spPr>
          <a:xfrm>
            <a:off x="3531388" y="735263"/>
            <a:ext cx="136186" cy="97276"/>
          </a:xfrm>
          <a:prstGeom prst="ellipse">
            <a:avLst/>
          </a:prstGeom>
          <a:solidFill>
            <a:schemeClr val="accent6">
              <a:lumMod val="40000"/>
              <a:lumOff val="60000"/>
            </a:schemeClr>
          </a:solidFill>
          <a:ln>
            <a:noFill/>
          </a:ln>
          <a:effectLst>
            <a:glow rad="101600">
              <a:schemeClr val="accent6">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92" name="Heart 91"/>
          <p:cNvSpPr/>
          <p:nvPr/>
        </p:nvSpPr>
        <p:spPr>
          <a:xfrm>
            <a:off x="7196750" y="896892"/>
            <a:ext cx="136188" cy="155644"/>
          </a:xfrm>
          <a:prstGeom prst="heart">
            <a:avLst/>
          </a:prstGeom>
          <a:solidFill>
            <a:srgbClr val="A77D8C"/>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5-Point Star 92"/>
          <p:cNvSpPr/>
          <p:nvPr/>
        </p:nvSpPr>
        <p:spPr>
          <a:xfrm>
            <a:off x="7888961" y="154034"/>
            <a:ext cx="220984" cy="150772"/>
          </a:xfrm>
          <a:prstGeom prst="star5">
            <a:avLst/>
          </a:prstGeom>
          <a:solidFill>
            <a:srgbClr val="B3EB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p:cNvSpPr/>
          <p:nvPr/>
        </p:nvSpPr>
        <p:spPr>
          <a:xfrm>
            <a:off x="10028237" y="895351"/>
            <a:ext cx="136186" cy="97276"/>
          </a:xfrm>
          <a:prstGeom prst="ellipse">
            <a:avLst/>
          </a:prstGeom>
          <a:solidFill>
            <a:srgbClr val="9FFFCA"/>
          </a:solidFill>
          <a:ln>
            <a:noFill/>
          </a:ln>
          <a:effectLst>
            <a:glow rad="101600">
              <a:schemeClr val="accent6">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2" name="Freeform 1"/>
          <p:cNvSpPr/>
          <p:nvPr/>
        </p:nvSpPr>
        <p:spPr>
          <a:xfrm rot="21145607">
            <a:off x="41187" y="1389833"/>
            <a:ext cx="590550" cy="781468"/>
          </a:xfrm>
          <a:custGeom>
            <a:avLst/>
            <a:gdLst>
              <a:gd name="connsiteX0" fmla="*/ 0 w 590550"/>
              <a:gd name="connsiteY0" fmla="*/ 0 h 781468"/>
              <a:gd name="connsiteX1" fmla="*/ 95250 w 590550"/>
              <a:gd name="connsiteY1" fmla="*/ 723900 h 781468"/>
              <a:gd name="connsiteX2" fmla="*/ 409575 w 590550"/>
              <a:gd name="connsiteY2" fmla="*/ 666750 h 781468"/>
              <a:gd name="connsiteX3" fmla="*/ 571500 w 590550"/>
              <a:gd name="connsiteY3" fmla="*/ 114300 h 781468"/>
              <a:gd name="connsiteX4" fmla="*/ 581025 w 590550"/>
              <a:gd name="connsiteY4" fmla="*/ 85725 h 781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0550" h="781468">
                <a:moveTo>
                  <a:pt x="0" y="0"/>
                </a:moveTo>
                <a:cubicBezTo>
                  <a:pt x="13494" y="306387"/>
                  <a:pt x="26988" y="612775"/>
                  <a:pt x="95250" y="723900"/>
                </a:cubicBezTo>
                <a:cubicBezTo>
                  <a:pt x="163512" y="835025"/>
                  <a:pt x="330200" y="768350"/>
                  <a:pt x="409575" y="666750"/>
                </a:cubicBezTo>
                <a:cubicBezTo>
                  <a:pt x="488950" y="565150"/>
                  <a:pt x="542925" y="211137"/>
                  <a:pt x="571500" y="114300"/>
                </a:cubicBezTo>
                <a:cubicBezTo>
                  <a:pt x="600075" y="17463"/>
                  <a:pt x="590550" y="51594"/>
                  <a:pt x="581025" y="85725"/>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p:cNvSpPr/>
          <p:nvPr/>
        </p:nvSpPr>
        <p:spPr>
          <a:xfrm>
            <a:off x="283084" y="1480388"/>
            <a:ext cx="136186" cy="97276"/>
          </a:xfrm>
          <a:prstGeom prst="ellipse">
            <a:avLst/>
          </a:prstGeom>
          <a:solidFill>
            <a:srgbClr val="B3EBFF"/>
          </a:solidFill>
          <a:ln>
            <a:noFill/>
          </a:ln>
          <a:effectLst>
            <a:glow rad="101600">
              <a:schemeClr val="accent6">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73" name="Cloud 72"/>
          <p:cNvSpPr/>
          <p:nvPr/>
        </p:nvSpPr>
        <p:spPr>
          <a:xfrm>
            <a:off x="-76466" y="1309502"/>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Cloud 40"/>
          <p:cNvSpPr/>
          <p:nvPr/>
        </p:nvSpPr>
        <p:spPr>
          <a:xfrm>
            <a:off x="1854739" y="1845821"/>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1897641" y="2463546"/>
            <a:ext cx="136186" cy="97276"/>
          </a:xfrm>
          <a:prstGeom prst="ellipse">
            <a:avLst/>
          </a:prstGeom>
          <a:solidFill>
            <a:srgbClr val="E363B5"/>
          </a:solidFill>
          <a:ln>
            <a:solidFill>
              <a:srgbClr val="FF99CC"/>
            </a:solidFill>
          </a:ln>
          <a:effectLst>
            <a:glow rad="101600">
              <a:srgbClr val="FF99CC">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cxnSp>
        <p:nvCxnSpPr>
          <p:cNvPr id="37" name="Straight Connector 36"/>
          <p:cNvCxnSpPr/>
          <p:nvPr/>
        </p:nvCxnSpPr>
        <p:spPr>
          <a:xfrm>
            <a:off x="2777888" y="1895274"/>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10" name="Freeform 9"/>
          <p:cNvSpPr/>
          <p:nvPr/>
        </p:nvSpPr>
        <p:spPr>
          <a:xfrm>
            <a:off x="3105150" y="1400175"/>
            <a:ext cx="649816" cy="1009650"/>
          </a:xfrm>
          <a:custGeom>
            <a:avLst/>
            <a:gdLst>
              <a:gd name="connsiteX0" fmla="*/ 0 w 649816"/>
              <a:gd name="connsiteY0" fmla="*/ 47625 h 1009650"/>
              <a:gd name="connsiteX1" fmla="*/ 152400 w 649816"/>
              <a:gd name="connsiteY1" fmla="*/ 685800 h 1009650"/>
              <a:gd name="connsiteX2" fmla="*/ 219075 w 649816"/>
              <a:gd name="connsiteY2" fmla="*/ 904875 h 1009650"/>
              <a:gd name="connsiteX3" fmla="*/ 381000 w 649816"/>
              <a:gd name="connsiteY3" fmla="*/ 1009650 h 1009650"/>
              <a:gd name="connsiteX4" fmla="*/ 533400 w 649816"/>
              <a:gd name="connsiteY4" fmla="*/ 904875 h 1009650"/>
              <a:gd name="connsiteX5" fmla="*/ 561975 w 649816"/>
              <a:gd name="connsiteY5" fmla="*/ 790575 h 1009650"/>
              <a:gd name="connsiteX6" fmla="*/ 609600 w 649816"/>
              <a:gd name="connsiteY6" fmla="*/ 638175 h 1009650"/>
              <a:gd name="connsiteX7" fmla="*/ 619125 w 649816"/>
              <a:gd name="connsiteY7" fmla="*/ 552450 h 1009650"/>
              <a:gd name="connsiteX8" fmla="*/ 619125 w 649816"/>
              <a:gd name="connsiteY8" fmla="*/ 419100 h 1009650"/>
              <a:gd name="connsiteX9" fmla="*/ 647700 w 649816"/>
              <a:gd name="connsiteY9" fmla="*/ 333375 h 1009650"/>
              <a:gd name="connsiteX10" fmla="*/ 647700 w 649816"/>
              <a:gd name="connsiteY10" fmla="*/ 228600 h 1009650"/>
              <a:gd name="connsiteX11" fmla="*/ 647700 w 649816"/>
              <a:gd name="connsiteY11" fmla="*/ 123825 h 1009650"/>
              <a:gd name="connsiteX12" fmla="*/ 647700 w 649816"/>
              <a:gd name="connsiteY12" fmla="*/ 38100 h 1009650"/>
              <a:gd name="connsiteX13" fmla="*/ 647700 w 649816"/>
              <a:gd name="connsiteY13" fmla="*/ 0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9816" h="1009650">
                <a:moveTo>
                  <a:pt x="0" y="47625"/>
                </a:moveTo>
                <a:cubicBezTo>
                  <a:pt x="57944" y="295275"/>
                  <a:pt x="115888" y="542925"/>
                  <a:pt x="152400" y="685800"/>
                </a:cubicBezTo>
                <a:cubicBezTo>
                  <a:pt x="188912" y="828675"/>
                  <a:pt x="180975" y="850900"/>
                  <a:pt x="219075" y="904875"/>
                </a:cubicBezTo>
                <a:cubicBezTo>
                  <a:pt x="257175" y="958850"/>
                  <a:pt x="328613" y="1009650"/>
                  <a:pt x="381000" y="1009650"/>
                </a:cubicBezTo>
                <a:cubicBezTo>
                  <a:pt x="433387" y="1009650"/>
                  <a:pt x="503237" y="941388"/>
                  <a:pt x="533400" y="904875"/>
                </a:cubicBezTo>
                <a:cubicBezTo>
                  <a:pt x="563563" y="868362"/>
                  <a:pt x="549275" y="835025"/>
                  <a:pt x="561975" y="790575"/>
                </a:cubicBezTo>
                <a:cubicBezTo>
                  <a:pt x="574675" y="746125"/>
                  <a:pt x="600075" y="677863"/>
                  <a:pt x="609600" y="638175"/>
                </a:cubicBezTo>
                <a:cubicBezTo>
                  <a:pt x="619125" y="598488"/>
                  <a:pt x="617538" y="588962"/>
                  <a:pt x="619125" y="552450"/>
                </a:cubicBezTo>
                <a:cubicBezTo>
                  <a:pt x="620712" y="515938"/>
                  <a:pt x="614363" y="455613"/>
                  <a:pt x="619125" y="419100"/>
                </a:cubicBezTo>
                <a:cubicBezTo>
                  <a:pt x="623888" y="382588"/>
                  <a:pt x="642938" y="365125"/>
                  <a:pt x="647700" y="333375"/>
                </a:cubicBezTo>
                <a:cubicBezTo>
                  <a:pt x="652462" y="301625"/>
                  <a:pt x="647700" y="228600"/>
                  <a:pt x="647700" y="228600"/>
                </a:cubicBezTo>
                <a:lnTo>
                  <a:pt x="647700" y="123825"/>
                </a:lnTo>
                <a:lnTo>
                  <a:pt x="647700" y="38100"/>
                </a:lnTo>
                <a:lnTo>
                  <a:pt x="647700" y="0"/>
                </a:ln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loud 42"/>
          <p:cNvSpPr/>
          <p:nvPr/>
        </p:nvSpPr>
        <p:spPr>
          <a:xfrm>
            <a:off x="4066622" y="1489459"/>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art 50"/>
          <p:cNvSpPr/>
          <p:nvPr/>
        </p:nvSpPr>
        <p:spPr>
          <a:xfrm>
            <a:off x="4158691" y="2058423"/>
            <a:ext cx="136188" cy="155644"/>
          </a:xfrm>
          <a:prstGeom prst="heart">
            <a:avLst/>
          </a:prstGeom>
          <a:solidFill>
            <a:srgbClr val="9FFFCA"/>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6024664" y="1880071"/>
            <a:ext cx="136186" cy="97276"/>
          </a:xfrm>
          <a:prstGeom prst="ellipse">
            <a:avLst/>
          </a:prstGeom>
          <a:solidFill>
            <a:srgbClr val="FF99CC"/>
          </a:solidFill>
          <a:ln>
            <a:noFill/>
          </a:ln>
          <a:effectLst>
            <a:glow rad="101600">
              <a:srgbClr val="F6D4ED">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76" name="Cloud 75"/>
          <p:cNvSpPr/>
          <p:nvPr/>
        </p:nvSpPr>
        <p:spPr>
          <a:xfrm>
            <a:off x="5868116" y="1424419"/>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Connector 61"/>
          <p:cNvCxnSpPr/>
          <p:nvPr/>
        </p:nvCxnSpPr>
        <p:spPr>
          <a:xfrm>
            <a:off x="7201219" y="1889596"/>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79" name="Heart 78"/>
          <p:cNvSpPr/>
          <p:nvPr/>
        </p:nvSpPr>
        <p:spPr>
          <a:xfrm>
            <a:off x="6830476" y="1391946"/>
            <a:ext cx="136188" cy="155644"/>
          </a:xfrm>
          <a:prstGeom prst="heart">
            <a:avLst/>
          </a:prstGeom>
          <a:solidFill>
            <a:srgbClr val="E363B5"/>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8678270" y="1933372"/>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69" name="5-Point Star 68"/>
          <p:cNvSpPr/>
          <p:nvPr/>
        </p:nvSpPr>
        <p:spPr>
          <a:xfrm>
            <a:off x="8045982" y="1475040"/>
            <a:ext cx="194552" cy="136186"/>
          </a:xfrm>
          <a:prstGeom prst="star5">
            <a:avLst/>
          </a:prstGeom>
          <a:solidFill>
            <a:srgbClr val="9FFFCA"/>
          </a:solidFill>
          <a:ln>
            <a:noFill/>
          </a:ln>
          <a:effectLst>
            <a:glow rad="63500">
              <a:srgbClr val="92D05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Cloud 86"/>
          <p:cNvSpPr/>
          <p:nvPr/>
        </p:nvSpPr>
        <p:spPr>
          <a:xfrm>
            <a:off x="8863349" y="1198568"/>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art 51"/>
          <p:cNvSpPr/>
          <p:nvPr/>
        </p:nvSpPr>
        <p:spPr>
          <a:xfrm>
            <a:off x="9252217" y="1833679"/>
            <a:ext cx="136188" cy="155644"/>
          </a:xfrm>
          <a:prstGeom prst="heart">
            <a:avLst/>
          </a:prstGeom>
          <a:solidFill>
            <a:srgbClr val="A77D8C"/>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p:nvSpPr>
        <p:spPr>
          <a:xfrm>
            <a:off x="9448800" y="1419225"/>
            <a:ext cx="773442" cy="1136003"/>
          </a:xfrm>
          <a:custGeom>
            <a:avLst/>
            <a:gdLst>
              <a:gd name="connsiteX0" fmla="*/ 0 w 773442"/>
              <a:gd name="connsiteY0" fmla="*/ 57150 h 1136003"/>
              <a:gd name="connsiteX1" fmla="*/ 190500 w 773442"/>
              <a:gd name="connsiteY1" fmla="*/ 428625 h 1136003"/>
              <a:gd name="connsiteX2" fmla="*/ 200025 w 773442"/>
              <a:gd name="connsiteY2" fmla="*/ 742950 h 1136003"/>
              <a:gd name="connsiteX3" fmla="*/ 314325 w 773442"/>
              <a:gd name="connsiteY3" fmla="*/ 971550 h 1136003"/>
              <a:gd name="connsiteX4" fmla="*/ 485775 w 773442"/>
              <a:gd name="connsiteY4" fmla="*/ 1114425 h 1136003"/>
              <a:gd name="connsiteX5" fmla="*/ 685800 w 773442"/>
              <a:gd name="connsiteY5" fmla="*/ 1114425 h 1136003"/>
              <a:gd name="connsiteX6" fmla="*/ 771525 w 773442"/>
              <a:gd name="connsiteY6" fmla="*/ 914400 h 1136003"/>
              <a:gd name="connsiteX7" fmla="*/ 742950 w 773442"/>
              <a:gd name="connsiteY7" fmla="*/ 733425 h 1136003"/>
              <a:gd name="connsiteX8" fmla="*/ 714375 w 773442"/>
              <a:gd name="connsiteY8" fmla="*/ 571500 h 1136003"/>
              <a:gd name="connsiteX9" fmla="*/ 657225 w 773442"/>
              <a:gd name="connsiteY9" fmla="*/ 295275 h 1136003"/>
              <a:gd name="connsiteX10" fmla="*/ 647700 w 773442"/>
              <a:gd name="connsiteY10" fmla="*/ 180975 h 1136003"/>
              <a:gd name="connsiteX11" fmla="*/ 685800 w 773442"/>
              <a:gd name="connsiteY11" fmla="*/ 38100 h 1136003"/>
              <a:gd name="connsiteX12" fmla="*/ 685800 w 773442"/>
              <a:gd name="connsiteY12" fmla="*/ 0 h 1136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73442" h="1136003">
                <a:moveTo>
                  <a:pt x="0" y="57150"/>
                </a:moveTo>
                <a:cubicBezTo>
                  <a:pt x="78581" y="185737"/>
                  <a:pt x="157163" y="314325"/>
                  <a:pt x="190500" y="428625"/>
                </a:cubicBezTo>
                <a:cubicBezTo>
                  <a:pt x="223838" y="542925"/>
                  <a:pt x="179388" y="652463"/>
                  <a:pt x="200025" y="742950"/>
                </a:cubicBezTo>
                <a:cubicBezTo>
                  <a:pt x="220663" y="833438"/>
                  <a:pt x="266700" y="909637"/>
                  <a:pt x="314325" y="971550"/>
                </a:cubicBezTo>
                <a:cubicBezTo>
                  <a:pt x="361950" y="1033463"/>
                  <a:pt x="423863" y="1090613"/>
                  <a:pt x="485775" y="1114425"/>
                </a:cubicBezTo>
                <a:cubicBezTo>
                  <a:pt x="547687" y="1138237"/>
                  <a:pt x="638175" y="1147763"/>
                  <a:pt x="685800" y="1114425"/>
                </a:cubicBezTo>
                <a:cubicBezTo>
                  <a:pt x="733425" y="1081088"/>
                  <a:pt x="762000" y="977900"/>
                  <a:pt x="771525" y="914400"/>
                </a:cubicBezTo>
                <a:cubicBezTo>
                  <a:pt x="781050" y="850900"/>
                  <a:pt x="752475" y="790575"/>
                  <a:pt x="742950" y="733425"/>
                </a:cubicBezTo>
                <a:cubicBezTo>
                  <a:pt x="733425" y="676275"/>
                  <a:pt x="728662" y="644525"/>
                  <a:pt x="714375" y="571500"/>
                </a:cubicBezTo>
                <a:cubicBezTo>
                  <a:pt x="700088" y="498475"/>
                  <a:pt x="668338" y="360363"/>
                  <a:pt x="657225" y="295275"/>
                </a:cubicBezTo>
                <a:cubicBezTo>
                  <a:pt x="646112" y="230187"/>
                  <a:pt x="642938" y="223838"/>
                  <a:pt x="647700" y="180975"/>
                </a:cubicBezTo>
                <a:cubicBezTo>
                  <a:pt x="652463" y="138113"/>
                  <a:pt x="679450" y="68262"/>
                  <a:pt x="685800" y="38100"/>
                </a:cubicBezTo>
                <a:cubicBezTo>
                  <a:pt x="692150" y="7938"/>
                  <a:pt x="688975" y="3969"/>
                  <a:pt x="685800"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Cloud 45"/>
          <p:cNvSpPr/>
          <p:nvPr/>
        </p:nvSpPr>
        <p:spPr>
          <a:xfrm>
            <a:off x="9854002" y="1868422"/>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9951748" y="2312549"/>
            <a:ext cx="136186" cy="97276"/>
          </a:xfrm>
          <a:prstGeom prst="ellipse">
            <a:avLst/>
          </a:prstGeom>
          <a:solidFill>
            <a:srgbClr val="ECA8D4"/>
          </a:solidFill>
          <a:ln>
            <a:noFill/>
          </a:ln>
          <a:effectLst>
            <a:glow rad="101600">
              <a:srgbClr val="A8648E">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68" name="5-Point Star 67"/>
          <p:cNvSpPr/>
          <p:nvPr/>
        </p:nvSpPr>
        <p:spPr>
          <a:xfrm>
            <a:off x="9661828" y="1333582"/>
            <a:ext cx="194552" cy="136186"/>
          </a:xfrm>
          <a:prstGeom prst="star5">
            <a:avLst/>
          </a:prstGeom>
          <a:solidFill>
            <a:srgbClr val="F6D4ED"/>
          </a:solidFill>
          <a:ln>
            <a:no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Heart 47"/>
          <p:cNvSpPr/>
          <p:nvPr/>
        </p:nvSpPr>
        <p:spPr>
          <a:xfrm>
            <a:off x="1503564" y="1188398"/>
            <a:ext cx="136188" cy="155644"/>
          </a:xfrm>
          <a:prstGeom prst="heart">
            <a:avLst/>
          </a:prstGeom>
          <a:solidFill>
            <a:srgbClr val="ECA8D4"/>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reeform 97"/>
          <p:cNvSpPr/>
          <p:nvPr/>
        </p:nvSpPr>
        <p:spPr>
          <a:xfrm>
            <a:off x="10113717" y="1266825"/>
            <a:ext cx="432154" cy="1630007"/>
          </a:xfrm>
          <a:custGeom>
            <a:avLst/>
            <a:gdLst>
              <a:gd name="connsiteX0" fmla="*/ 1833 w 432154"/>
              <a:gd name="connsiteY0" fmla="*/ 0 h 1630007"/>
              <a:gd name="connsiteX1" fmla="*/ 1833 w 432154"/>
              <a:gd name="connsiteY1" fmla="*/ 123825 h 1630007"/>
              <a:gd name="connsiteX2" fmla="*/ 20883 w 432154"/>
              <a:gd name="connsiteY2" fmla="*/ 276225 h 1630007"/>
              <a:gd name="connsiteX3" fmla="*/ 68508 w 432154"/>
              <a:gd name="connsiteY3" fmla="*/ 447675 h 1630007"/>
              <a:gd name="connsiteX4" fmla="*/ 144708 w 432154"/>
              <a:gd name="connsiteY4" fmla="*/ 704850 h 1630007"/>
              <a:gd name="connsiteX5" fmla="*/ 173283 w 432154"/>
              <a:gd name="connsiteY5" fmla="*/ 847725 h 1630007"/>
              <a:gd name="connsiteX6" fmla="*/ 220908 w 432154"/>
              <a:gd name="connsiteY6" fmla="*/ 1047750 h 1630007"/>
              <a:gd name="connsiteX7" fmla="*/ 249483 w 432154"/>
              <a:gd name="connsiteY7" fmla="*/ 1209675 h 1630007"/>
              <a:gd name="connsiteX8" fmla="*/ 297108 w 432154"/>
              <a:gd name="connsiteY8" fmla="*/ 1409700 h 1630007"/>
              <a:gd name="connsiteX9" fmla="*/ 306633 w 432154"/>
              <a:gd name="connsiteY9" fmla="*/ 1495425 h 1630007"/>
              <a:gd name="connsiteX10" fmla="*/ 363783 w 432154"/>
              <a:gd name="connsiteY10" fmla="*/ 1628775 h 1630007"/>
              <a:gd name="connsiteX11" fmla="*/ 430458 w 432154"/>
              <a:gd name="connsiteY11" fmla="*/ 1552575 h 1630007"/>
              <a:gd name="connsiteX12" fmla="*/ 411408 w 432154"/>
              <a:gd name="connsiteY12" fmla="*/ 1400175 h 1630007"/>
              <a:gd name="connsiteX13" fmla="*/ 401883 w 432154"/>
              <a:gd name="connsiteY13" fmla="*/ 1247775 h 1630007"/>
              <a:gd name="connsiteX14" fmla="*/ 382833 w 432154"/>
              <a:gd name="connsiteY14" fmla="*/ 1095375 h 1630007"/>
              <a:gd name="connsiteX15" fmla="*/ 363783 w 432154"/>
              <a:gd name="connsiteY15" fmla="*/ 857250 h 1630007"/>
              <a:gd name="connsiteX16" fmla="*/ 354258 w 432154"/>
              <a:gd name="connsiteY16" fmla="*/ 723900 h 1630007"/>
              <a:gd name="connsiteX17" fmla="*/ 344733 w 432154"/>
              <a:gd name="connsiteY17" fmla="*/ 552450 h 1630007"/>
              <a:gd name="connsiteX18" fmla="*/ 354258 w 432154"/>
              <a:gd name="connsiteY18" fmla="*/ 352425 h 1630007"/>
              <a:gd name="connsiteX19" fmla="*/ 354258 w 432154"/>
              <a:gd name="connsiteY19" fmla="*/ 85725 h 1630007"/>
              <a:gd name="connsiteX20" fmla="*/ 354258 w 432154"/>
              <a:gd name="connsiteY20" fmla="*/ 9525 h 1630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32154" h="1630007">
                <a:moveTo>
                  <a:pt x="1833" y="0"/>
                </a:moveTo>
                <a:cubicBezTo>
                  <a:pt x="245" y="38894"/>
                  <a:pt x="-1342" y="77788"/>
                  <a:pt x="1833" y="123825"/>
                </a:cubicBezTo>
                <a:cubicBezTo>
                  <a:pt x="5008" y="169862"/>
                  <a:pt x="9771" y="222250"/>
                  <a:pt x="20883" y="276225"/>
                </a:cubicBezTo>
                <a:cubicBezTo>
                  <a:pt x="31995" y="330200"/>
                  <a:pt x="47871" y="376238"/>
                  <a:pt x="68508" y="447675"/>
                </a:cubicBezTo>
                <a:cubicBezTo>
                  <a:pt x="89145" y="519112"/>
                  <a:pt x="127246" y="638175"/>
                  <a:pt x="144708" y="704850"/>
                </a:cubicBezTo>
                <a:cubicBezTo>
                  <a:pt x="162170" y="771525"/>
                  <a:pt x="160583" y="790575"/>
                  <a:pt x="173283" y="847725"/>
                </a:cubicBezTo>
                <a:cubicBezTo>
                  <a:pt x="185983" y="904875"/>
                  <a:pt x="208208" y="987425"/>
                  <a:pt x="220908" y="1047750"/>
                </a:cubicBezTo>
                <a:cubicBezTo>
                  <a:pt x="233608" y="1108075"/>
                  <a:pt x="236783" y="1149350"/>
                  <a:pt x="249483" y="1209675"/>
                </a:cubicBezTo>
                <a:cubicBezTo>
                  <a:pt x="262183" y="1270000"/>
                  <a:pt x="287583" y="1362075"/>
                  <a:pt x="297108" y="1409700"/>
                </a:cubicBezTo>
                <a:cubicBezTo>
                  <a:pt x="306633" y="1457325"/>
                  <a:pt x="295521" y="1458913"/>
                  <a:pt x="306633" y="1495425"/>
                </a:cubicBezTo>
                <a:cubicBezTo>
                  <a:pt x="317745" y="1531937"/>
                  <a:pt x="343146" y="1619250"/>
                  <a:pt x="363783" y="1628775"/>
                </a:cubicBezTo>
                <a:cubicBezTo>
                  <a:pt x="384420" y="1638300"/>
                  <a:pt x="422521" y="1590675"/>
                  <a:pt x="430458" y="1552575"/>
                </a:cubicBezTo>
                <a:cubicBezTo>
                  <a:pt x="438395" y="1514475"/>
                  <a:pt x="416170" y="1450975"/>
                  <a:pt x="411408" y="1400175"/>
                </a:cubicBezTo>
                <a:cubicBezTo>
                  <a:pt x="406646" y="1349375"/>
                  <a:pt x="406645" y="1298575"/>
                  <a:pt x="401883" y="1247775"/>
                </a:cubicBezTo>
                <a:cubicBezTo>
                  <a:pt x="397121" y="1196975"/>
                  <a:pt x="389183" y="1160462"/>
                  <a:pt x="382833" y="1095375"/>
                </a:cubicBezTo>
                <a:cubicBezTo>
                  <a:pt x="376483" y="1030288"/>
                  <a:pt x="368546" y="919163"/>
                  <a:pt x="363783" y="857250"/>
                </a:cubicBezTo>
                <a:cubicBezTo>
                  <a:pt x="359021" y="795338"/>
                  <a:pt x="357433" y="774700"/>
                  <a:pt x="354258" y="723900"/>
                </a:cubicBezTo>
                <a:cubicBezTo>
                  <a:pt x="351083" y="673100"/>
                  <a:pt x="344733" y="614362"/>
                  <a:pt x="344733" y="552450"/>
                </a:cubicBezTo>
                <a:cubicBezTo>
                  <a:pt x="344733" y="490538"/>
                  <a:pt x="352671" y="430212"/>
                  <a:pt x="354258" y="352425"/>
                </a:cubicBezTo>
                <a:cubicBezTo>
                  <a:pt x="355845" y="274638"/>
                  <a:pt x="354258" y="85725"/>
                  <a:pt x="354258" y="85725"/>
                </a:cubicBezTo>
                <a:lnTo>
                  <a:pt x="354258" y="9525"/>
                </a:ln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a:off x="10458450" y="1447800"/>
            <a:ext cx="715786" cy="1370378"/>
          </a:xfrm>
          <a:custGeom>
            <a:avLst/>
            <a:gdLst>
              <a:gd name="connsiteX0" fmla="*/ 0 w 715786"/>
              <a:gd name="connsiteY0" fmla="*/ 38100 h 1370378"/>
              <a:gd name="connsiteX1" fmla="*/ 95250 w 715786"/>
              <a:gd name="connsiteY1" fmla="*/ 333375 h 1370378"/>
              <a:gd name="connsiteX2" fmla="*/ 133350 w 715786"/>
              <a:gd name="connsiteY2" fmla="*/ 695325 h 1370378"/>
              <a:gd name="connsiteX3" fmla="*/ 200025 w 715786"/>
              <a:gd name="connsiteY3" fmla="*/ 942975 h 1370378"/>
              <a:gd name="connsiteX4" fmla="*/ 304800 w 715786"/>
              <a:gd name="connsiteY4" fmla="*/ 1257300 h 1370378"/>
              <a:gd name="connsiteX5" fmla="*/ 438150 w 715786"/>
              <a:gd name="connsiteY5" fmla="*/ 1343025 h 1370378"/>
              <a:gd name="connsiteX6" fmla="*/ 590550 w 715786"/>
              <a:gd name="connsiteY6" fmla="*/ 1362075 h 1370378"/>
              <a:gd name="connsiteX7" fmla="*/ 676275 w 715786"/>
              <a:gd name="connsiteY7" fmla="*/ 1219200 h 1370378"/>
              <a:gd name="connsiteX8" fmla="*/ 695325 w 715786"/>
              <a:gd name="connsiteY8" fmla="*/ 1076325 h 1370378"/>
              <a:gd name="connsiteX9" fmla="*/ 695325 w 715786"/>
              <a:gd name="connsiteY9" fmla="*/ 904875 h 1370378"/>
              <a:gd name="connsiteX10" fmla="*/ 695325 w 715786"/>
              <a:gd name="connsiteY10" fmla="*/ 514350 h 1370378"/>
              <a:gd name="connsiteX11" fmla="*/ 695325 w 715786"/>
              <a:gd name="connsiteY11" fmla="*/ 390525 h 1370378"/>
              <a:gd name="connsiteX12" fmla="*/ 714375 w 715786"/>
              <a:gd name="connsiteY12" fmla="*/ 219075 h 1370378"/>
              <a:gd name="connsiteX13" fmla="*/ 714375 w 715786"/>
              <a:gd name="connsiteY13" fmla="*/ 161925 h 1370378"/>
              <a:gd name="connsiteX14" fmla="*/ 714375 w 715786"/>
              <a:gd name="connsiteY14" fmla="*/ 66675 h 1370378"/>
              <a:gd name="connsiteX15" fmla="*/ 704850 w 715786"/>
              <a:gd name="connsiteY15" fmla="*/ 0 h 137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5786" h="1370378">
                <a:moveTo>
                  <a:pt x="0" y="38100"/>
                </a:moveTo>
                <a:cubicBezTo>
                  <a:pt x="36512" y="130969"/>
                  <a:pt x="73025" y="223838"/>
                  <a:pt x="95250" y="333375"/>
                </a:cubicBezTo>
                <a:cubicBezTo>
                  <a:pt x="117475" y="442912"/>
                  <a:pt x="115888" y="593725"/>
                  <a:pt x="133350" y="695325"/>
                </a:cubicBezTo>
                <a:cubicBezTo>
                  <a:pt x="150812" y="796925"/>
                  <a:pt x="171450" y="849313"/>
                  <a:pt x="200025" y="942975"/>
                </a:cubicBezTo>
                <a:cubicBezTo>
                  <a:pt x="228600" y="1036638"/>
                  <a:pt x="265113" y="1190625"/>
                  <a:pt x="304800" y="1257300"/>
                </a:cubicBezTo>
                <a:cubicBezTo>
                  <a:pt x="344487" y="1323975"/>
                  <a:pt x="390525" y="1325563"/>
                  <a:pt x="438150" y="1343025"/>
                </a:cubicBezTo>
                <a:cubicBezTo>
                  <a:pt x="485775" y="1360488"/>
                  <a:pt x="550863" y="1382713"/>
                  <a:pt x="590550" y="1362075"/>
                </a:cubicBezTo>
                <a:cubicBezTo>
                  <a:pt x="630238" y="1341438"/>
                  <a:pt x="658813" y="1266825"/>
                  <a:pt x="676275" y="1219200"/>
                </a:cubicBezTo>
                <a:cubicBezTo>
                  <a:pt x="693738" y="1171575"/>
                  <a:pt x="692150" y="1128712"/>
                  <a:pt x="695325" y="1076325"/>
                </a:cubicBezTo>
                <a:cubicBezTo>
                  <a:pt x="698500" y="1023938"/>
                  <a:pt x="695325" y="904875"/>
                  <a:pt x="695325" y="904875"/>
                </a:cubicBezTo>
                <a:lnTo>
                  <a:pt x="695325" y="514350"/>
                </a:lnTo>
                <a:cubicBezTo>
                  <a:pt x="695325" y="428625"/>
                  <a:pt x="692150" y="439737"/>
                  <a:pt x="695325" y="390525"/>
                </a:cubicBezTo>
                <a:cubicBezTo>
                  <a:pt x="698500" y="341313"/>
                  <a:pt x="711200" y="257175"/>
                  <a:pt x="714375" y="219075"/>
                </a:cubicBezTo>
                <a:cubicBezTo>
                  <a:pt x="717550" y="180975"/>
                  <a:pt x="714375" y="161925"/>
                  <a:pt x="714375" y="161925"/>
                </a:cubicBezTo>
                <a:cubicBezTo>
                  <a:pt x="714375" y="136525"/>
                  <a:pt x="715962" y="93662"/>
                  <a:pt x="714375" y="66675"/>
                </a:cubicBezTo>
                <a:cubicBezTo>
                  <a:pt x="712788" y="39688"/>
                  <a:pt x="708819" y="19844"/>
                  <a:pt x="704850" y="0"/>
                </a:cubicBezTo>
              </a:path>
            </a:pathLst>
          </a:custGeom>
          <a:solidFill>
            <a:srgbClr val="E0A7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Cloud 74"/>
          <p:cNvSpPr/>
          <p:nvPr/>
        </p:nvSpPr>
        <p:spPr>
          <a:xfrm>
            <a:off x="10979285" y="1282429"/>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5-Point Star 84"/>
          <p:cNvSpPr/>
          <p:nvPr/>
        </p:nvSpPr>
        <p:spPr>
          <a:xfrm>
            <a:off x="11728317" y="1712474"/>
            <a:ext cx="194552" cy="136186"/>
          </a:xfrm>
          <a:prstGeom prst="star5">
            <a:avLst/>
          </a:prstGeom>
          <a:solidFill>
            <a:srgbClr val="9FFFCA"/>
          </a:solidFill>
          <a:ln>
            <a:noFill/>
          </a:ln>
          <a:effectLst>
            <a:glow rad="63500">
              <a:srgbClr val="92D05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5-Point Star 102"/>
          <p:cNvSpPr/>
          <p:nvPr/>
        </p:nvSpPr>
        <p:spPr>
          <a:xfrm>
            <a:off x="10737224" y="2189439"/>
            <a:ext cx="194552" cy="136186"/>
          </a:xfrm>
          <a:prstGeom prst="star5">
            <a:avLst/>
          </a:prstGeom>
          <a:solidFill>
            <a:srgbClr val="9FFFCA"/>
          </a:solidFill>
          <a:ln>
            <a:noFill/>
          </a:ln>
          <a:effectLst>
            <a:glow rad="63500">
              <a:srgbClr val="92D05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Cloud 103"/>
          <p:cNvSpPr/>
          <p:nvPr/>
        </p:nvSpPr>
        <p:spPr>
          <a:xfrm>
            <a:off x="11575348" y="2165963"/>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Heart 104"/>
          <p:cNvSpPr/>
          <p:nvPr/>
        </p:nvSpPr>
        <p:spPr>
          <a:xfrm>
            <a:off x="11976718" y="1536052"/>
            <a:ext cx="136188" cy="155644"/>
          </a:xfrm>
          <a:prstGeom prst="heart">
            <a:avLst/>
          </a:prstGeom>
          <a:solidFill>
            <a:srgbClr val="E363B5"/>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10264149" y="1379629"/>
            <a:ext cx="136186" cy="97276"/>
          </a:xfrm>
          <a:prstGeom prst="ellipse">
            <a:avLst/>
          </a:prstGeom>
          <a:solidFill>
            <a:schemeClr val="accent4">
              <a:lumMod val="20000"/>
              <a:lumOff val="80000"/>
            </a:schemeClr>
          </a:solidFill>
          <a:ln>
            <a:noFill/>
          </a:ln>
          <a:effectLst>
            <a:glow rad="101600">
              <a:schemeClr val="accent4">
                <a:lumMod val="20000"/>
                <a:lumOff val="80000"/>
                <a:alpha val="6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cxnSp>
        <p:nvCxnSpPr>
          <p:cNvPr id="107" name="Straight Connector 106"/>
          <p:cNvCxnSpPr/>
          <p:nvPr/>
        </p:nvCxnSpPr>
        <p:spPr>
          <a:xfrm>
            <a:off x="11399386" y="903555"/>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108" name="5-Point Star 107"/>
          <p:cNvSpPr/>
          <p:nvPr/>
        </p:nvSpPr>
        <p:spPr>
          <a:xfrm>
            <a:off x="9538120" y="661459"/>
            <a:ext cx="220984" cy="150772"/>
          </a:xfrm>
          <a:prstGeom prst="star5">
            <a:avLst/>
          </a:prstGeom>
          <a:solidFill>
            <a:srgbClr val="B3EBFF"/>
          </a:solidFill>
          <a:ln>
            <a:no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Heart 108"/>
          <p:cNvSpPr/>
          <p:nvPr/>
        </p:nvSpPr>
        <p:spPr>
          <a:xfrm>
            <a:off x="8699769" y="2050130"/>
            <a:ext cx="136188" cy="155644"/>
          </a:xfrm>
          <a:prstGeom prst="heart">
            <a:avLst/>
          </a:prstGeom>
          <a:solidFill>
            <a:srgbClr val="FF99CC"/>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Cloud 109"/>
          <p:cNvSpPr/>
          <p:nvPr/>
        </p:nvSpPr>
        <p:spPr>
          <a:xfrm>
            <a:off x="7993892" y="1087302"/>
            <a:ext cx="166352" cy="194554"/>
          </a:xfrm>
          <a:prstGeom prst="cloud">
            <a:avLst/>
          </a:prstGeom>
          <a:solidFill>
            <a:srgbClr val="A7E8FF"/>
          </a:solidFill>
          <a:effectLst>
            <a:glow rad="63500">
              <a:srgbClr val="00B0F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p:cNvSpPr/>
          <p:nvPr/>
        </p:nvSpPr>
        <p:spPr>
          <a:xfrm>
            <a:off x="3460277" y="2087607"/>
            <a:ext cx="136186" cy="97276"/>
          </a:xfrm>
          <a:prstGeom prst="ellipse">
            <a:avLst/>
          </a:prstGeom>
          <a:solidFill>
            <a:srgbClr val="A77D8C"/>
          </a:solidFill>
          <a:ln>
            <a:noFill/>
          </a:ln>
          <a:effectLst>
            <a:glow rad="101600">
              <a:srgbClr val="A77D8C">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101600">
                  <a:srgbClr val="FBBAB4">
                    <a:alpha val="60000"/>
                  </a:srgbClr>
                </a:glow>
              </a:effectLst>
            </a:endParaRPr>
          </a:p>
        </p:txBody>
      </p:sp>
      <p:sp>
        <p:nvSpPr>
          <p:cNvPr id="112" name="5-Point Star 111"/>
          <p:cNvSpPr/>
          <p:nvPr/>
        </p:nvSpPr>
        <p:spPr>
          <a:xfrm>
            <a:off x="2516925" y="1499314"/>
            <a:ext cx="194552" cy="136186"/>
          </a:xfrm>
          <a:prstGeom prst="star5">
            <a:avLst/>
          </a:prstGeom>
          <a:solidFill>
            <a:srgbClr val="9FFFCA"/>
          </a:solidFill>
          <a:ln>
            <a:noFill/>
          </a:ln>
          <a:effectLst>
            <a:glow rad="63500">
              <a:srgbClr val="92D05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3" name="Straight Connector 112"/>
          <p:cNvCxnSpPr/>
          <p:nvPr/>
        </p:nvCxnSpPr>
        <p:spPr>
          <a:xfrm>
            <a:off x="1192666" y="2237874"/>
            <a:ext cx="155642" cy="107003"/>
          </a:xfrm>
          <a:prstGeom prst="line">
            <a:avLst/>
          </a:prstGeom>
          <a:ln w="38100">
            <a:solidFill>
              <a:srgbClr val="A8648E"/>
            </a:solidFill>
          </a:ln>
          <a:effectLst>
            <a:glow rad="63500">
              <a:srgbClr val="A8648E">
                <a:alpha val="40000"/>
              </a:srgbClr>
            </a:glow>
          </a:effectLst>
        </p:spPr>
        <p:style>
          <a:lnRef idx="1">
            <a:schemeClr val="accent1"/>
          </a:lnRef>
          <a:fillRef idx="0">
            <a:schemeClr val="accent1"/>
          </a:fillRef>
          <a:effectRef idx="0">
            <a:schemeClr val="accent1"/>
          </a:effectRef>
          <a:fontRef idx="minor">
            <a:schemeClr val="tx1"/>
          </a:fontRef>
        </p:style>
      </p:cxnSp>
      <p:sp>
        <p:nvSpPr>
          <p:cNvPr id="114" name="Heart 113"/>
          <p:cNvSpPr/>
          <p:nvPr/>
        </p:nvSpPr>
        <p:spPr>
          <a:xfrm>
            <a:off x="651123" y="1985077"/>
            <a:ext cx="136188" cy="155644"/>
          </a:xfrm>
          <a:prstGeom prst="heart">
            <a:avLst/>
          </a:prstGeom>
          <a:solidFill>
            <a:srgbClr val="E363B5"/>
          </a:solidFill>
          <a:ln>
            <a:noFill/>
          </a:ln>
          <a:effectLst>
            <a:glow rad="101600">
              <a:srgbClr val="E363B5">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85310" y="2855492"/>
            <a:ext cx="11945566" cy="3803515"/>
          </a:xfrm>
          <a:prstGeom prst="rect">
            <a:avLst/>
          </a:prstGeom>
          <a:noFill/>
        </p:spPr>
        <p:txBody>
          <a:bodyPr wrap="square" rtlCol="0">
            <a:spAutoFit/>
          </a:bodyPr>
          <a:lstStyle/>
          <a:p>
            <a:r>
              <a:rPr lang="en-US" dirty="0"/>
              <a:t>Cake is a flour confection made from flour, sugar, and other ingredients, and is usually baked. In their oldest forms, cakes were modifications of bread, but cakes now cover a wide range of preparations that can be simple or elaborate, and which share features with desserts such as pastries, meringues, custards, and pies.</a:t>
            </a:r>
          </a:p>
          <a:p>
            <a:r>
              <a:rPr lang="en-US" dirty="0"/>
              <a:t>The most common ingredients include flour, sugar, eggs, fat (such as butter, oil or margarine), a liquid, and a leavening agent, such as baking soda or baking powder. Common additional ingredients include dried, candied, or fresh fruit, nuts, cocoa, and extracts such as vanilla, with numerous substitutions for the primary ingredients. Cakes can also be filled with fruit preserves, nuts or dessert sauces (like custard, jelly, cooked fruit, whipped cream or syrups),[1] iced with buttercream or other icings, and decorated with marzipan, piped borders, or candied fruit.</a:t>
            </a:r>
          </a:p>
          <a:p>
            <a:r>
              <a:rPr lang="en-US" dirty="0"/>
              <a:t>Cake is often served as a celebratory dish on ceremonial occasions, such as weddings, anniversaries, and birthdays. There are countless cake recipes; some are bread-like, some are rich and elaborate, and many are centuries old. Cake making is no longer a complicated procedure; while at one time considerable labor went into cake making (particularly the whisking of egg foams), baking equipment and directions have been simplified so that even the most amateur of cooks may bake a cake.</a:t>
            </a:r>
          </a:p>
          <a:p>
            <a:endParaRPr lang="en-US" dirty="0"/>
          </a:p>
        </p:txBody>
      </p:sp>
      <p:sp>
        <p:nvSpPr>
          <p:cNvPr id="3" name="TextBox 2"/>
          <p:cNvSpPr txBox="1"/>
          <p:nvPr/>
        </p:nvSpPr>
        <p:spPr>
          <a:xfrm>
            <a:off x="85310" y="2918152"/>
            <a:ext cx="11905653" cy="3477875"/>
          </a:xfrm>
          <a:prstGeom prst="rect">
            <a:avLst/>
          </a:prstGeom>
          <a:noFill/>
        </p:spPr>
        <p:txBody>
          <a:bodyPr wrap="square" rtlCol="0">
            <a:spAutoFit/>
          </a:bodyPr>
          <a:lstStyle/>
          <a:p>
            <a:pPr algn="just" rtl="1"/>
            <a:r>
              <a:rPr lang="fa-IR" sz="2000" b="1" dirty="0">
                <a:cs typeface="B Koodak" panose="00000700000000000000" pitchFamily="2" charset="-78"/>
              </a:rPr>
              <a:t>کیک</a:t>
            </a:r>
            <a:r>
              <a:rPr lang="fa-IR" sz="2000" dirty="0">
                <a:cs typeface="B Koodak" panose="00000700000000000000" pitchFamily="2" charset="-78"/>
              </a:rPr>
              <a:t> (انگلیسی: </a:t>
            </a:r>
            <a:r>
              <a:rPr lang="en-US" sz="2000" i="1" dirty="0">
                <a:cs typeface="B Koodak" panose="00000700000000000000" pitchFamily="2" charset="-78"/>
              </a:rPr>
              <a:t>cake</a:t>
            </a:r>
            <a:r>
              <a:rPr lang="en-US" sz="2000" dirty="0">
                <a:cs typeface="B Koodak" panose="00000700000000000000" pitchFamily="2" charset="-78"/>
              </a:rPr>
              <a:t>) </a:t>
            </a:r>
            <a:r>
              <a:rPr lang="fa-IR" sz="2000" dirty="0">
                <a:cs typeface="B Koodak" panose="00000700000000000000" pitchFamily="2" charset="-78"/>
              </a:rPr>
              <a:t>یا </a:t>
            </a:r>
            <a:r>
              <a:rPr lang="fa-IR" sz="2000" b="1" dirty="0">
                <a:cs typeface="B Koodak" panose="00000700000000000000" pitchFamily="2" charset="-78"/>
              </a:rPr>
              <a:t>گتو</a:t>
            </a:r>
            <a:r>
              <a:rPr lang="fa-IR" sz="2000" dirty="0">
                <a:cs typeface="B Koodak" panose="00000700000000000000" pitchFamily="2" charset="-78"/>
              </a:rPr>
              <a:t> (</a:t>
            </a:r>
            <a:r>
              <a:rPr lang="fa-IR" sz="2000" dirty="0" smtClean="0">
                <a:cs typeface="B Koodak" panose="00000700000000000000" pitchFamily="2" charset="-78"/>
              </a:rPr>
              <a:t>فرانسوی</a:t>
            </a:r>
            <a:r>
              <a:rPr lang="fa-IR" sz="2000" dirty="0">
                <a:cs typeface="B Koodak" panose="00000700000000000000" pitchFamily="2" charset="-78"/>
              </a:rPr>
              <a:t>. </a:t>
            </a:r>
            <a:r>
              <a:rPr lang="en-US" sz="2000" i="1" dirty="0" err="1">
                <a:cs typeface="B Koodak" panose="00000700000000000000" pitchFamily="2" charset="-78"/>
              </a:rPr>
              <a:t>gâteau</a:t>
            </a:r>
            <a:r>
              <a:rPr lang="en-US" sz="2000" dirty="0">
                <a:cs typeface="B Koodak" panose="00000700000000000000" pitchFamily="2" charset="-78"/>
              </a:rPr>
              <a:t>) </a:t>
            </a:r>
            <a:r>
              <a:rPr lang="fa-IR" sz="2000" dirty="0">
                <a:cs typeface="B Koodak" panose="00000700000000000000" pitchFamily="2" charset="-78"/>
              </a:rPr>
              <a:t>گونه‌ای شیرینی است که خاستگاه اروپایی دارد. اگرچه به باور باستان‌شناسان این خوراک از زمان‌های باستان وجود داشته‌است، اما تصوری که از کیک امروزی وجود دارد و سه ویژگیِ شیرین بودن، سبکی و بافت اسفنجی را در ذهن مجسم می‌کند، نوعی شیرینی است که از میانهٔ سدهٔ هجدهم به وجود آمده‌است. آرد، شکر، تخم </a:t>
            </a:r>
            <a:r>
              <a:rPr lang="fa-IR" sz="2000" dirty="0" smtClean="0">
                <a:cs typeface="B Koodak" panose="00000700000000000000" pitchFamily="2" charset="-78"/>
              </a:rPr>
              <a:t>مرغ</a:t>
            </a:r>
            <a:r>
              <a:rPr lang="fa-IR" sz="2000" dirty="0">
                <a:cs typeface="B Koodak" panose="00000700000000000000" pitchFamily="2" charset="-78"/>
              </a:rPr>
              <a:t> </a:t>
            </a:r>
            <a:r>
              <a:rPr lang="fa-IR" sz="2000" dirty="0" smtClean="0">
                <a:cs typeface="B Koodak" panose="00000700000000000000" pitchFamily="2" charset="-78"/>
              </a:rPr>
              <a:t>و</a:t>
            </a:r>
            <a:r>
              <a:rPr lang="fa-IR" sz="2000" dirty="0">
                <a:cs typeface="B Koodak" panose="00000700000000000000" pitchFamily="2" charset="-78"/>
              </a:rPr>
              <a:t> </a:t>
            </a:r>
            <a:r>
              <a:rPr lang="fa-IR" sz="2000" dirty="0" smtClean="0">
                <a:cs typeface="B Koodak" panose="00000700000000000000" pitchFamily="2" charset="-78"/>
              </a:rPr>
              <a:t>کره</a:t>
            </a:r>
            <a:r>
              <a:rPr lang="fa-IR" sz="2000" dirty="0">
                <a:cs typeface="B Koodak" panose="00000700000000000000" pitchFamily="2" charset="-78"/>
              </a:rPr>
              <a:t> </a:t>
            </a:r>
            <a:r>
              <a:rPr lang="fa-IR" sz="2000" dirty="0" smtClean="0">
                <a:cs typeface="B Koodak" panose="00000700000000000000" pitchFamily="2" charset="-78"/>
              </a:rPr>
              <a:t>چهار </a:t>
            </a:r>
            <a:r>
              <a:rPr lang="fa-IR" sz="2000" dirty="0">
                <a:cs typeface="B Koodak" panose="00000700000000000000" pitchFamily="2" charset="-78"/>
              </a:rPr>
              <a:t>ماده‌ای هستند که بیش از مواد دیگر در کیک به کار برده می‌شوند. کیک‌ها به‌طور کلی به دو گروه بزرگ غیرچرب یا کیک‌های </a:t>
            </a:r>
            <a:r>
              <a:rPr lang="fa-IR" sz="2000" dirty="0" smtClean="0">
                <a:cs typeface="B Koodak" panose="00000700000000000000" pitchFamily="2" charset="-78"/>
              </a:rPr>
              <a:t>اسفنجی</a:t>
            </a:r>
            <a:r>
              <a:rPr lang="fa-IR" sz="2000" dirty="0">
                <a:cs typeface="B Koodak" panose="00000700000000000000" pitchFamily="2" charset="-78"/>
              </a:rPr>
              <a:t> </a:t>
            </a:r>
            <a:r>
              <a:rPr lang="fa-IR" sz="2000" dirty="0" smtClean="0">
                <a:cs typeface="B Koodak" panose="00000700000000000000" pitchFamily="2" charset="-78"/>
              </a:rPr>
              <a:t>و </a:t>
            </a:r>
            <a:r>
              <a:rPr lang="fa-IR" sz="2000" dirty="0">
                <a:cs typeface="B Koodak" panose="00000700000000000000" pitchFamily="2" charset="-78"/>
              </a:rPr>
              <a:t>چرب یا کیک‌های </a:t>
            </a:r>
            <a:r>
              <a:rPr lang="fa-IR" sz="2000" dirty="0" smtClean="0">
                <a:cs typeface="B Koodak" panose="00000700000000000000" pitchFamily="2" charset="-78"/>
              </a:rPr>
              <a:t>کره‌ای</a:t>
            </a:r>
            <a:r>
              <a:rPr lang="fa-IR" sz="2000" dirty="0">
                <a:cs typeface="B Koodak" panose="00000700000000000000" pitchFamily="2" charset="-78"/>
              </a:rPr>
              <a:t> تقسیم می‌شوند. تفاوت کیک‌های کره‌ای با کیک‌های اسفنجی در اینست که برخلاف کیک‌های اسفنجی حباب داخل این نوع کیک در اثر وارد کردن هوا توسط به‌هم‌زدن شکر و تخم مرغ به وجود نیامده‌است بلکه عامل اصلی در به وجود آمدن حباب در این نوع کیک‌ها، ایجاد گاز در داخل کیک، بخاطر استفاده از یک عامل ورآورنده نظیر بیکینگ پودر است. همچنین کیک کره‌ای از نظر وزنی سنگین است درصورتی‌که سبک بودن، از ویژگی‌های یک کیک اسفنجی است. کیک از موادی است که در اثر تماس با هوا خشک می‌شود و به همین علت در روش‌های تزیینی معمول است که سطح کیک به‌طور کامل با مواد پوشانده شود. بدین وسیله سدی در برابر عبور هوا به وجود آمده و باعث دوام بیشتر کیک خواهد شد. کیک‌ها ممکن است با توجه مناسبتی که برای آن‌ها در نظر گرفته شده طبقه‌بندی شود. به عنوان مثال، کیک </a:t>
            </a:r>
            <a:r>
              <a:rPr lang="fa-IR" sz="2000" dirty="0" smtClean="0">
                <a:cs typeface="B Koodak" panose="00000700000000000000" pitchFamily="2" charset="-78"/>
              </a:rPr>
              <a:t>عروسی</a:t>
            </a:r>
            <a:r>
              <a:rPr lang="fa-IR" sz="2000" dirty="0">
                <a:cs typeface="B Koodak" panose="00000700000000000000" pitchFamily="2" charset="-78"/>
              </a:rPr>
              <a:t> </a:t>
            </a:r>
            <a:r>
              <a:rPr lang="fa-IR" sz="2000" dirty="0" smtClean="0">
                <a:cs typeface="B Koodak" panose="00000700000000000000" pitchFamily="2" charset="-78"/>
              </a:rPr>
              <a:t>و</a:t>
            </a:r>
            <a:r>
              <a:rPr lang="fa-IR" sz="2000" dirty="0">
                <a:cs typeface="B Koodak" panose="00000700000000000000" pitchFamily="2" charset="-78"/>
              </a:rPr>
              <a:t> کیک تولد از جمله کیک‌هایی هستند که در درجه اول با توجه به جشنی که برای آن‌ها در نظر گرفته شده، شناخته می‌شوند.</a:t>
            </a:r>
            <a:endParaRPr lang="en-US" sz="2000" dirty="0">
              <a:cs typeface="B Koodak" panose="00000700000000000000" pitchFamily="2" charset="-78"/>
            </a:endParaRPr>
          </a:p>
        </p:txBody>
      </p:sp>
    </p:spTree>
    <p:extLst>
      <p:ext uri="{BB962C8B-B14F-4D97-AF65-F5344CB8AC3E}">
        <p14:creationId xmlns:p14="http://schemas.microsoft.com/office/powerpoint/2010/main" val="1875044903"/>
      </p:ext>
    </p:extLst>
  </p:cSld>
  <p:clrMapOvr>
    <a:masterClrMapping/>
  </p:clrMapOvr>
  <mc:AlternateContent xmlns:mc="http://schemas.openxmlformats.org/markup-compatibility/2006" xmlns:p14="http://schemas.microsoft.com/office/powerpoint/2010/main">
    <mc:Choice Requires="p14">
      <p:transition spd="slow" p14:dur="1500" advTm="30000">
        <p14:window dir="vert"/>
      </p:transition>
    </mc:Choice>
    <mc:Fallback xmlns="">
      <p:transition spd="slow"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2500"/>
                                        <p:tgtEl>
                                          <p:spTgt spid="4"/>
                                        </p:tgtEl>
                                      </p:cBhvr>
                                    </p:animEffect>
                                  </p:childTnLst>
                                </p:cTn>
                              </p:par>
                              <p:par>
                                <p:cTn id="8" presetID="22" presetClass="entr" presetSubtype="1" fill="hold" grpId="0" nodeType="withEffect">
                                  <p:stCondLst>
                                    <p:cond delay="200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2500"/>
                                        <p:tgtEl>
                                          <p:spTgt spid="2"/>
                                        </p:tgtEl>
                                      </p:cBhvr>
                                    </p:animEffect>
                                  </p:childTnLst>
                                </p:cTn>
                              </p:par>
                              <p:par>
                                <p:cTn id="11" presetID="22" presetClass="entr" presetSubtype="1" fill="hold" grpId="0" nodeType="withEffect">
                                  <p:stCondLst>
                                    <p:cond delay="2000"/>
                                  </p:stCondLst>
                                  <p:childTnLst>
                                    <p:set>
                                      <p:cBhvr>
                                        <p:cTn id="12" dur="1" fill="hold">
                                          <p:stCondLst>
                                            <p:cond delay="0"/>
                                          </p:stCondLst>
                                        </p:cTn>
                                        <p:tgtEl>
                                          <p:spTgt spid="102"/>
                                        </p:tgtEl>
                                        <p:attrNameLst>
                                          <p:attrName>style.visibility</p:attrName>
                                        </p:attrNameLst>
                                      </p:cBhvr>
                                      <p:to>
                                        <p:strVal val="visible"/>
                                      </p:to>
                                    </p:set>
                                    <p:animEffect transition="in" filter="wipe(up)">
                                      <p:cBhvr>
                                        <p:cTn id="13" dur="2500"/>
                                        <p:tgtEl>
                                          <p:spTgt spid="102"/>
                                        </p:tgtEl>
                                      </p:cBhvr>
                                    </p:animEffect>
                                  </p:childTnLst>
                                </p:cTn>
                              </p:par>
                              <p:par>
                                <p:cTn id="14" presetID="22" presetClass="entr" presetSubtype="1" fill="hold" grpId="0" nodeType="withEffect">
                                  <p:stCondLst>
                                    <p:cond delay="200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2500"/>
                                        <p:tgtEl>
                                          <p:spTgt spid="5"/>
                                        </p:tgtEl>
                                      </p:cBhvr>
                                    </p:animEffect>
                                  </p:childTnLst>
                                </p:cTn>
                              </p:par>
                              <p:par>
                                <p:cTn id="17" presetID="22" presetClass="entr" presetSubtype="1" fill="hold" grpId="0" nodeType="withEffect">
                                  <p:stCondLst>
                                    <p:cond delay="2000"/>
                                  </p:stCondLst>
                                  <p:childTnLst>
                                    <p:set>
                                      <p:cBhvr>
                                        <p:cTn id="18" dur="1" fill="hold">
                                          <p:stCondLst>
                                            <p:cond delay="0"/>
                                          </p:stCondLst>
                                        </p:cTn>
                                        <p:tgtEl>
                                          <p:spTgt spid="100"/>
                                        </p:tgtEl>
                                        <p:attrNameLst>
                                          <p:attrName>style.visibility</p:attrName>
                                        </p:attrNameLst>
                                      </p:cBhvr>
                                      <p:to>
                                        <p:strVal val="visible"/>
                                      </p:to>
                                    </p:set>
                                    <p:animEffect transition="in" filter="wipe(up)">
                                      <p:cBhvr>
                                        <p:cTn id="19" dur="2500"/>
                                        <p:tgtEl>
                                          <p:spTgt spid="100"/>
                                        </p:tgtEl>
                                      </p:cBhvr>
                                    </p:animEffect>
                                  </p:childTnLst>
                                </p:cTn>
                              </p:par>
                              <p:par>
                                <p:cTn id="20" presetID="22" presetClass="entr" presetSubtype="1" fill="hold" grpId="0" nodeType="withEffect">
                                  <p:stCondLst>
                                    <p:cond delay="220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2500"/>
                                        <p:tgtEl>
                                          <p:spTgt spid="7"/>
                                        </p:tgtEl>
                                      </p:cBhvr>
                                    </p:animEffect>
                                  </p:childTnLst>
                                </p:cTn>
                              </p:par>
                              <p:par>
                                <p:cTn id="23" presetID="22" presetClass="entr" presetSubtype="1" fill="hold" grpId="0" nodeType="withEffect">
                                  <p:stCondLst>
                                    <p:cond delay="2200"/>
                                  </p:stCondLst>
                                  <p:childTnLst>
                                    <p:set>
                                      <p:cBhvr>
                                        <p:cTn id="24" dur="1" fill="hold">
                                          <p:stCondLst>
                                            <p:cond delay="0"/>
                                          </p:stCondLst>
                                        </p:cTn>
                                        <p:tgtEl>
                                          <p:spTgt spid="99"/>
                                        </p:tgtEl>
                                        <p:attrNameLst>
                                          <p:attrName>style.visibility</p:attrName>
                                        </p:attrNameLst>
                                      </p:cBhvr>
                                      <p:to>
                                        <p:strVal val="visible"/>
                                      </p:to>
                                    </p:set>
                                    <p:animEffect transition="in" filter="wipe(up)">
                                      <p:cBhvr>
                                        <p:cTn id="25" dur="2500"/>
                                        <p:tgtEl>
                                          <p:spTgt spid="99"/>
                                        </p:tgtEl>
                                      </p:cBhvr>
                                    </p:animEffect>
                                  </p:childTnLst>
                                </p:cTn>
                              </p:par>
                              <p:par>
                                <p:cTn id="26" presetID="22" presetClass="entr" presetSubtype="1" fill="hold" grpId="0" nodeType="withEffect">
                                  <p:stCondLst>
                                    <p:cond delay="2500"/>
                                  </p:stCondLst>
                                  <p:childTnLst>
                                    <p:set>
                                      <p:cBhvr>
                                        <p:cTn id="27" dur="1" fill="hold">
                                          <p:stCondLst>
                                            <p:cond delay="0"/>
                                          </p:stCondLst>
                                        </p:cTn>
                                        <p:tgtEl>
                                          <p:spTgt spid="8"/>
                                        </p:tgtEl>
                                        <p:attrNameLst>
                                          <p:attrName>style.visibility</p:attrName>
                                        </p:attrNameLst>
                                      </p:cBhvr>
                                      <p:to>
                                        <p:strVal val="visible"/>
                                      </p:to>
                                    </p:set>
                                    <p:animEffect transition="in" filter="wipe(up)">
                                      <p:cBhvr>
                                        <p:cTn id="28" dur="2500"/>
                                        <p:tgtEl>
                                          <p:spTgt spid="8"/>
                                        </p:tgtEl>
                                      </p:cBhvr>
                                    </p:animEffect>
                                  </p:childTnLst>
                                </p:cTn>
                              </p:par>
                              <p:par>
                                <p:cTn id="29" presetID="22" presetClass="entr" presetSubtype="1" fill="hold" grpId="0" nodeType="withEffect">
                                  <p:stCondLst>
                                    <p:cond delay="2500"/>
                                  </p:stCondLst>
                                  <p:childTnLst>
                                    <p:set>
                                      <p:cBhvr>
                                        <p:cTn id="30" dur="1" fill="hold">
                                          <p:stCondLst>
                                            <p:cond delay="0"/>
                                          </p:stCondLst>
                                        </p:cTn>
                                        <p:tgtEl>
                                          <p:spTgt spid="98"/>
                                        </p:tgtEl>
                                        <p:attrNameLst>
                                          <p:attrName>style.visibility</p:attrName>
                                        </p:attrNameLst>
                                      </p:cBhvr>
                                      <p:to>
                                        <p:strVal val="visible"/>
                                      </p:to>
                                    </p:set>
                                    <p:animEffect transition="in" filter="wipe(up)">
                                      <p:cBhvr>
                                        <p:cTn id="31" dur="2500"/>
                                        <p:tgtEl>
                                          <p:spTgt spid="98"/>
                                        </p:tgtEl>
                                      </p:cBhvr>
                                    </p:animEffect>
                                  </p:childTnLst>
                                </p:cTn>
                              </p:par>
                              <p:par>
                                <p:cTn id="32" presetID="22" presetClass="entr" presetSubtype="1" fill="hold" grpId="0" nodeType="withEffect">
                                  <p:stCondLst>
                                    <p:cond delay="2750"/>
                                  </p:stCondLst>
                                  <p:childTnLst>
                                    <p:set>
                                      <p:cBhvr>
                                        <p:cTn id="33" dur="1" fill="hold">
                                          <p:stCondLst>
                                            <p:cond delay="0"/>
                                          </p:stCondLst>
                                        </p:cTn>
                                        <p:tgtEl>
                                          <p:spTgt spid="9"/>
                                        </p:tgtEl>
                                        <p:attrNameLst>
                                          <p:attrName>style.visibility</p:attrName>
                                        </p:attrNameLst>
                                      </p:cBhvr>
                                      <p:to>
                                        <p:strVal val="visible"/>
                                      </p:to>
                                    </p:set>
                                    <p:animEffect transition="in" filter="wipe(up)">
                                      <p:cBhvr>
                                        <p:cTn id="34" dur="2500"/>
                                        <p:tgtEl>
                                          <p:spTgt spid="9"/>
                                        </p:tgtEl>
                                      </p:cBhvr>
                                    </p:animEffect>
                                  </p:childTnLst>
                                </p:cTn>
                              </p:par>
                              <p:par>
                                <p:cTn id="35" presetID="22" presetClass="entr" presetSubtype="1" fill="hold" grpId="0" nodeType="withEffect">
                                  <p:stCondLst>
                                    <p:cond delay="2750"/>
                                  </p:stCondLst>
                                  <p:childTnLst>
                                    <p:set>
                                      <p:cBhvr>
                                        <p:cTn id="36" dur="1" fill="hold">
                                          <p:stCondLst>
                                            <p:cond delay="0"/>
                                          </p:stCondLst>
                                        </p:cTn>
                                        <p:tgtEl>
                                          <p:spTgt spid="97"/>
                                        </p:tgtEl>
                                        <p:attrNameLst>
                                          <p:attrName>style.visibility</p:attrName>
                                        </p:attrNameLst>
                                      </p:cBhvr>
                                      <p:to>
                                        <p:strVal val="visible"/>
                                      </p:to>
                                    </p:set>
                                    <p:animEffect transition="in" filter="wipe(up)">
                                      <p:cBhvr>
                                        <p:cTn id="37" dur="2500"/>
                                        <p:tgtEl>
                                          <p:spTgt spid="97"/>
                                        </p:tgtEl>
                                      </p:cBhvr>
                                    </p:animEffect>
                                  </p:childTnLst>
                                </p:cTn>
                              </p:par>
                              <p:par>
                                <p:cTn id="38" presetID="22" presetClass="entr" presetSubtype="1" fill="hold" grpId="0" nodeType="withEffect">
                                  <p:stCondLst>
                                    <p:cond delay="3000"/>
                                  </p:stCondLst>
                                  <p:childTnLst>
                                    <p:set>
                                      <p:cBhvr>
                                        <p:cTn id="39" dur="1" fill="hold">
                                          <p:stCondLst>
                                            <p:cond delay="0"/>
                                          </p:stCondLst>
                                        </p:cTn>
                                        <p:tgtEl>
                                          <p:spTgt spid="10"/>
                                        </p:tgtEl>
                                        <p:attrNameLst>
                                          <p:attrName>style.visibility</p:attrName>
                                        </p:attrNameLst>
                                      </p:cBhvr>
                                      <p:to>
                                        <p:strVal val="visible"/>
                                      </p:to>
                                    </p:set>
                                    <p:animEffect transition="in" filter="wipe(up)">
                                      <p:cBhvr>
                                        <p:cTn id="40" dur="2500"/>
                                        <p:tgtEl>
                                          <p:spTgt spid="10"/>
                                        </p:tgtEl>
                                      </p:cBhvr>
                                    </p:animEffect>
                                  </p:childTnLst>
                                </p:cTn>
                              </p:par>
                              <p:par>
                                <p:cTn id="41" presetID="22" presetClass="entr" presetSubtype="1" fill="hold" grpId="0" nodeType="withEffect">
                                  <p:stCondLst>
                                    <p:cond delay="3000"/>
                                  </p:stCondLst>
                                  <p:childTnLst>
                                    <p:set>
                                      <p:cBhvr>
                                        <p:cTn id="42" dur="1" fill="hold">
                                          <p:stCondLst>
                                            <p:cond delay="0"/>
                                          </p:stCondLst>
                                        </p:cTn>
                                        <p:tgtEl>
                                          <p:spTgt spid="96"/>
                                        </p:tgtEl>
                                        <p:attrNameLst>
                                          <p:attrName>style.visibility</p:attrName>
                                        </p:attrNameLst>
                                      </p:cBhvr>
                                      <p:to>
                                        <p:strVal val="visible"/>
                                      </p:to>
                                    </p:set>
                                    <p:animEffect transition="in" filter="wipe(up)">
                                      <p:cBhvr>
                                        <p:cTn id="43" dur="2500"/>
                                        <p:tgtEl>
                                          <p:spTgt spid="96"/>
                                        </p:tgtEl>
                                      </p:cBhvr>
                                    </p:animEffect>
                                  </p:childTnLst>
                                </p:cTn>
                              </p:par>
                              <p:par>
                                <p:cTn id="44" presetID="22" presetClass="entr" presetSubtype="1" fill="hold" grpId="0" nodeType="withEffect">
                                  <p:stCondLst>
                                    <p:cond delay="3250"/>
                                  </p:stCondLst>
                                  <p:childTnLst>
                                    <p:set>
                                      <p:cBhvr>
                                        <p:cTn id="45" dur="1" fill="hold">
                                          <p:stCondLst>
                                            <p:cond delay="0"/>
                                          </p:stCondLst>
                                        </p:cTn>
                                        <p:tgtEl>
                                          <p:spTgt spid="11"/>
                                        </p:tgtEl>
                                        <p:attrNameLst>
                                          <p:attrName>style.visibility</p:attrName>
                                        </p:attrNameLst>
                                      </p:cBhvr>
                                      <p:to>
                                        <p:strVal val="visible"/>
                                      </p:to>
                                    </p:set>
                                    <p:animEffect transition="in" filter="wipe(up)">
                                      <p:cBhvr>
                                        <p:cTn id="46" dur="2500"/>
                                        <p:tgtEl>
                                          <p:spTgt spid="11"/>
                                        </p:tgtEl>
                                      </p:cBhvr>
                                    </p:animEffect>
                                  </p:childTnLst>
                                </p:cTn>
                              </p:par>
                              <p:par>
                                <p:cTn id="47" presetID="22" presetClass="entr" presetSubtype="1" fill="hold" grpId="0" nodeType="withEffect">
                                  <p:stCondLst>
                                    <p:cond delay="3250"/>
                                  </p:stCondLst>
                                  <p:childTnLst>
                                    <p:set>
                                      <p:cBhvr>
                                        <p:cTn id="48" dur="1" fill="hold">
                                          <p:stCondLst>
                                            <p:cond delay="0"/>
                                          </p:stCondLst>
                                        </p:cTn>
                                        <p:tgtEl>
                                          <p:spTgt spid="33"/>
                                        </p:tgtEl>
                                        <p:attrNameLst>
                                          <p:attrName>style.visibility</p:attrName>
                                        </p:attrNameLst>
                                      </p:cBhvr>
                                      <p:to>
                                        <p:strVal val="visible"/>
                                      </p:to>
                                    </p:set>
                                    <p:animEffect transition="in" filter="wipe(up)">
                                      <p:cBhvr>
                                        <p:cTn id="49" dur="2500"/>
                                        <p:tgtEl>
                                          <p:spTgt spid="33"/>
                                        </p:tgtEl>
                                      </p:cBhvr>
                                    </p:animEffect>
                                  </p:childTnLst>
                                </p:cTn>
                              </p:par>
                              <p:par>
                                <p:cTn id="50" presetID="22" presetClass="entr" presetSubtype="1" fill="hold" grpId="0" nodeType="withEffect">
                                  <p:stCondLst>
                                    <p:cond delay="3500"/>
                                  </p:stCondLst>
                                  <p:childTnLst>
                                    <p:set>
                                      <p:cBhvr>
                                        <p:cTn id="51" dur="1" fill="hold">
                                          <p:stCondLst>
                                            <p:cond delay="0"/>
                                          </p:stCondLst>
                                        </p:cTn>
                                        <p:tgtEl>
                                          <p:spTgt spid="12"/>
                                        </p:tgtEl>
                                        <p:attrNameLst>
                                          <p:attrName>style.visibility</p:attrName>
                                        </p:attrNameLst>
                                      </p:cBhvr>
                                      <p:to>
                                        <p:strVal val="visible"/>
                                      </p:to>
                                    </p:set>
                                    <p:animEffect transition="in" filter="wipe(up)">
                                      <p:cBhvr>
                                        <p:cTn id="52" dur="2500"/>
                                        <p:tgtEl>
                                          <p:spTgt spid="12"/>
                                        </p:tgtEl>
                                      </p:cBhvr>
                                    </p:animEffect>
                                  </p:childTnLst>
                                </p:cTn>
                              </p:par>
                              <p:par>
                                <p:cTn id="53" presetID="22" presetClass="entr" presetSubtype="1" fill="hold" grpId="0" nodeType="withEffect">
                                  <p:stCondLst>
                                    <p:cond delay="3500"/>
                                  </p:stCondLst>
                                  <p:childTnLst>
                                    <p:set>
                                      <p:cBhvr>
                                        <p:cTn id="54" dur="1" fill="hold">
                                          <p:stCondLst>
                                            <p:cond delay="0"/>
                                          </p:stCondLst>
                                        </p:cTn>
                                        <p:tgtEl>
                                          <p:spTgt spid="31"/>
                                        </p:tgtEl>
                                        <p:attrNameLst>
                                          <p:attrName>style.visibility</p:attrName>
                                        </p:attrNameLst>
                                      </p:cBhvr>
                                      <p:to>
                                        <p:strVal val="visible"/>
                                      </p:to>
                                    </p:set>
                                    <p:animEffect transition="in" filter="wipe(up)">
                                      <p:cBhvr>
                                        <p:cTn id="55" dur="2500"/>
                                        <p:tgtEl>
                                          <p:spTgt spid="31"/>
                                        </p:tgtEl>
                                      </p:cBhvr>
                                    </p:animEffect>
                                  </p:childTnLst>
                                </p:cTn>
                              </p:par>
                              <p:par>
                                <p:cTn id="56" presetID="22" presetClass="entr" presetSubtype="1" fill="hold" grpId="0" nodeType="withEffect">
                                  <p:stCondLst>
                                    <p:cond delay="3750"/>
                                  </p:stCondLst>
                                  <p:childTnLst>
                                    <p:set>
                                      <p:cBhvr>
                                        <p:cTn id="57" dur="1" fill="hold">
                                          <p:stCondLst>
                                            <p:cond delay="0"/>
                                          </p:stCondLst>
                                        </p:cTn>
                                        <p:tgtEl>
                                          <p:spTgt spid="13"/>
                                        </p:tgtEl>
                                        <p:attrNameLst>
                                          <p:attrName>style.visibility</p:attrName>
                                        </p:attrNameLst>
                                      </p:cBhvr>
                                      <p:to>
                                        <p:strVal val="visible"/>
                                      </p:to>
                                    </p:set>
                                    <p:animEffect transition="in" filter="wipe(up)">
                                      <p:cBhvr>
                                        <p:cTn id="58" dur="2500"/>
                                        <p:tgtEl>
                                          <p:spTgt spid="13"/>
                                        </p:tgtEl>
                                      </p:cBhvr>
                                    </p:animEffect>
                                  </p:childTnLst>
                                </p:cTn>
                              </p:par>
                              <p:par>
                                <p:cTn id="59" presetID="22" presetClass="entr" presetSubtype="1" fill="hold" grpId="0" nodeType="withEffect">
                                  <p:stCondLst>
                                    <p:cond delay="3750"/>
                                  </p:stCondLst>
                                  <p:childTnLst>
                                    <p:set>
                                      <p:cBhvr>
                                        <p:cTn id="60" dur="1" fill="hold">
                                          <p:stCondLst>
                                            <p:cond delay="0"/>
                                          </p:stCondLst>
                                        </p:cTn>
                                        <p:tgtEl>
                                          <p:spTgt spid="20"/>
                                        </p:tgtEl>
                                        <p:attrNameLst>
                                          <p:attrName>style.visibility</p:attrName>
                                        </p:attrNameLst>
                                      </p:cBhvr>
                                      <p:to>
                                        <p:strVal val="visible"/>
                                      </p:to>
                                    </p:set>
                                    <p:animEffect transition="in" filter="wipe(up)">
                                      <p:cBhvr>
                                        <p:cTn id="61" dur="2500"/>
                                        <p:tgtEl>
                                          <p:spTgt spid="20"/>
                                        </p:tgtEl>
                                      </p:cBhvr>
                                    </p:animEffect>
                                  </p:childTnLst>
                                </p:cTn>
                              </p:par>
                              <p:par>
                                <p:cTn id="62" presetID="22" presetClass="entr" presetSubtype="1" fill="hold" grpId="0" nodeType="withEffect">
                                  <p:stCondLst>
                                    <p:cond delay="4000"/>
                                  </p:stCondLst>
                                  <p:childTnLst>
                                    <p:set>
                                      <p:cBhvr>
                                        <p:cTn id="63" dur="1" fill="hold">
                                          <p:stCondLst>
                                            <p:cond delay="0"/>
                                          </p:stCondLst>
                                        </p:cTn>
                                        <p:tgtEl>
                                          <p:spTgt spid="15"/>
                                        </p:tgtEl>
                                        <p:attrNameLst>
                                          <p:attrName>style.visibility</p:attrName>
                                        </p:attrNameLst>
                                      </p:cBhvr>
                                      <p:to>
                                        <p:strVal val="visible"/>
                                      </p:to>
                                    </p:set>
                                    <p:animEffect transition="in" filter="wipe(up)">
                                      <p:cBhvr>
                                        <p:cTn id="64" dur="2500"/>
                                        <p:tgtEl>
                                          <p:spTgt spid="15"/>
                                        </p:tgtEl>
                                      </p:cBhvr>
                                    </p:animEffect>
                                  </p:childTnLst>
                                </p:cTn>
                              </p:par>
                              <p:par>
                                <p:cTn id="65" presetID="22" presetClass="entr" presetSubtype="1" fill="hold" grpId="0" nodeType="withEffect">
                                  <p:stCondLst>
                                    <p:cond delay="4000"/>
                                  </p:stCondLst>
                                  <p:childTnLst>
                                    <p:set>
                                      <p:cBhvr>
                                        <p:cTn id="66" dur="1" fill="hold">
                                          <p:stCondLst>
                                            <p:cond delay="0"/>
                                          </p:stCondLst>
                                        </p:cTn>
                                        <p:tgtEl>
                                          <p:spTgt spid="19"/>
                                        </p:tgtEl>
                                        <p:attrNameLst>
                                          <p:attrName>style.visibility</p:attrName>
                                        </p:attrNameLst>
                                      </p:cBhvr>
                                      <p:to>
                                        <p:strVal val="visible"/>
                                      </p:to>
                                    </p:set>
                                    <p:animEffect transition="in" filter="wipe(up)">
                                      <p:cBhvr>
                                        <p:cTn id="67" dur="2500"/>
                                        <p:tgtEl>
                                          <p:spTgt spid="19"/>
                                        </p:tgtEl>
                                      </p:cBhvr>
                                    </p:animEffect>
                                  </p:childTnLst>
                                </p:cTn>
                              </p:par>
                              <p:par>
                                <p:cTn id="68" presetID="22" presetClass="entr" presetSubtype="1" fill="hold" grpId="0" nodeType="withEffect">
                                  <p:stCondLst>
                                    <p:cond delay="4250"/>
                                  </p:stCondLst>
                                  <p:childTnLst>
                                    <p:set>
                                      <p:cBhvr>
                                        <p:cTn id="69" dur="1" fill="hold">
                                          <p:stCondLst>
                                            <p:cond delay="0"/>
                                          </p:stCondLst>
                                        </p:cTn>
                                        <p:tgtEl>
                                          <p:spTgt spid="16"/>
                                        </p:tgtEl>
                                        <p:attrNameLst>
                                          <p:attrName>style.visibility</p:attrName>
                                        </p:attrNameLst>
                                      </p:cBhvr>
                                      <p:to>
                                        <p:strVal val="visible"/>
                                      </p:to>
                                    </p:set>
                                    <p:animEffect transition="in" filter="wipe(up)">
                                      <p:cBhvr>
                                        <p:cTn id="70" dur="2500"/>
                                        <p:tgtEl>
                                          <p:spTgt spid="16"/>
                                        </p:tgtEl>
                                      </p:cBhvr>
                                    </p:animEffect>
                                  </p:childTnLst>
                                </p:cTn>
                              </p:par>
                              <p:par>
                                <p:cTn id="71" presetID="22" presetClass="entr" presetSubtype="1" fill="hold" grpId="0" nodeType="withEffect">
                                  <p:stCondLst>
                                    <p:cond delay="4250"/>
                                  </p:stCondLst>
                                  <p:childTnLst>
                                    <p:set>
                                      <p:cBhvr>
                                        <p:cTn id="72" dur="1" fill="hold">
                                          <p:stCondLst>
                                            <p:cond delay="0"/>
                                          </p:stCondLst>
                                        </p:cTn>
                                        <p:tgtEl>
                                          <p:spTgt spid="18"/>
                                        </p:tgtEl>
                                        <p:attrNameLst>
                                          <p:attrName>style.visibility</p:attrName>
                                        </p:attrNameLst>
                                      </p:cBhvr>
                                      <p:to>
                                        <p:strVal val="visible"/>
                                      </p:to>
                                    </p:set>
                                    <p:animEffect transition="in" filter="wipe(up)">
                                      <p:cBhvr>
                                        <p:cTn id="73" dur="2500"/>
                                        <p:tgtEl>
                                          <p:spTgt spid="18"/>
                                        </p:tgtEl>
                                      </p:cBhvr>
                                    </p:animEffect>
                                  </p:childTnLst>
                                </p:cTn>
                              </p:par>
                              <p:par>
                                <p:cTn id="74" presetID="22" presetClass="entr" presetSubtype="1" fill="hold" grpId="0" nodeType="withEffect">
                                  <p:stCondLst>
                                    <p:cond delay="4500"/>
                                  </p:stCondLst>
                                  <p:childTnLst>
                                    <p:set>
                                      <p:cBhvr>
                                        <p:cTn id="75" dur="1" fill="hold">
                                          <p:stCondLst>
                                            <p:cond delay="0"/>
                                          </p:stCondLst>
                                        </p:cTn>
                                        <p:tgtEl>
                                          <p:spTgt spid="17"/>
                                        </p:tgtEl>
                                        <p:attrNameLst>
                                          <p:attrName>style.visibility</p:attrName>
                                        </p:attrNameLst>
                                      </p:cBhvr>
                                      <p:to>
                                        <p:strVal val="visible"/>
                                      </p:to>
                                    </p:set>
                                    <p:animEffect transition="in" filter="wipe(up)">
                                      <p:cBhvr>
                                        <p:cTn id="76" dur="2500"/>
                                        <p:tgtEl>
                                          <p:spTgt spid="17"/>
                                        </p:tgtEl>
                                      </p:cBhvr>
                                    </p:animEffect>
                                  </p:childTnLst>
                                </p:cTn>
                              </p:par>
                              <p:par>
                                <p:cTn id="77" presetID="13" presetClass="entr" presetSubtype="16" fill="hold" grpId="0" nodeType="withEffect">
                                  <p:stCondLst>
                                    <p:cond delay="6500"/>
                                  </p:stCondLst>
                                  <p:childTnLst>
                                    <p:set>
                                      <p:cBhvr>
                                        <p:cTn id="78" dur="1" fill="hold">
                                          <p:stCondLst>
                                            <p:cond delay="0"/>
                                          </p:stCondLst>
                                        </p:cTn>
                                        <p:tgtEl>
                                          <p:spTgt spid="26"/>
                                        </p:tgtEl>
                                        <p:attrNameLst>
                                          <p:attrName>style.visibility</p:attrName>
                                        </p:attrNameLst>
                                      </p:cBhvr>
                                      <p:to>
                                        <p:strVal val="visible"/>
                                      </p:to>
                                    </p:set>
                                    <p:animEffect transition="in" filter="plus(in)">
                                      <p:cBhvr>
                                        <p:cTn id="79" dur="3000"/>
                                        <p:tgtEl>
                                          <p:spTgt spid="26"/>
                                        </p:tgtEl>
                                      </p:cBhvr>
                                    </p:animEffect>
                                  </p:childTnLst>
                                </p:cTn>
                              </p:par>
                              <p:par>
                                <p:cTn id="80" presetID="31" presetClass="entr" presetSubtype="0" fill="hold" grpId="0" nodeType="withEffect">
                                  <p:stCondLst>
                                    <p:cond delay="7500"/>
                                  </p:stCondLst>
                                  <p:childTnLst>
                                    <p:set>
                                      <p:cBhvr>
                                        <p:cTn id="81" dur="1" fill="hold">
                                          <p:stCondLst>
                                            <p:cond delay="0"/>
                                          </p:stCondLst>
                                        </p:cTn>
                                        <p:tgtEl>
                                          <p:spTgt spid="27"/>
                                        </p:tgtEl>
                                        <p:attrNameLst>
                                          <p:attrName>style.visibility</p:attrName>
                                        </p:attrNameLst>
                                      </p:cBhvr>
                                      <p:to>
                                        <p:strVal val="visible"/>
                                      </p:to>
                                    </p:set>
                                    <p:anim calcmode="lin" valueType="num">
                                      <p:cBhvr>
                                        <p:cTn id="82" dur="3000" fill="hold"/>
                                        <p:tgtEl>
                                          <p:spTgt spid="27"/>
                                        </p:tgtEl>
                                        <p:attrNameLst>
                                          <p:attrName>ppt_w</p:attrName>
                                        </p:attrNameLst>
                                      </p:cBhvr>
                                      <p:tavLst>
                                        <p:tav tm="0">
                                          <p:val>
                                            <p:fltVal val="0"/>
                                          </p:val>
                                        </p:tav>
                                        <p:tav tm="100000">
                                          <p:val>
                                            <p:strVal val="#ppt_w"/>
                                          </p:val>
                                        </p:tav>
                                      </p:tavLst>
                                    </p:anim>
                                    <p:anim calcmode="lin" valueType="num">
                                      <p:cBhvr>
                                        <p:cTn id="83" dur="3000" fill="hold"/>
                                        <p:tgtEl>
                                          <p:spTgt spid="27"/>
                                        </p:tgtEl>
                                        <p:attrNameLst>
                                          <p:attrName>ppt_h</p:attrName>
                                        </p:attrNameLst>
                                      </p:cBhvr>
                                      <p:tavLst>
                                        <p:tav tm="0">
                                          <p:val>
                                            <p:fltVal val="0"/>
                                          </p:val>
                                        </p:tav>
                                        <p:tav tm="100000">
                                          <p:val>
                                            <p:strVal val="#ppt_h"/>
                                          </p:val>
                                        </p:tav>
                                      </p:tavLst>
                                    </p:anim>
                                    <p:anim calcmode="lin" valueType="num">
                                      <p:cBhvr>
                                        <p:cTn id="84" dur="3000" fill="hold"/>
                                        <p:tgtEl>
                                          <p:spTgt spid="27"/>
                                        </p:tgtEl>
                                        <p:attrNameLst>
                                          <p:attrName>style.rotation</p:attrName>
                                        </p:attrNameLst>
                                      </p:cBhvr>
                                      <p:tavLst>
                                        <p:tav tm="0">
                                          <p:val>
                                            <p:fltVal val="90"/>
                                          </p:val>
                                        </p:tav>
                                        <p:tav tm="100000">
                                          <p:val>
                                            <p:fltVal val="0"/>
                                          </p:val>
                                        </p:tav>
                                      </p:tavLst>
                                    </p:anim>
                                    <p:animEffect transition="in" filter="fade">
                                      <p:cBhvr>
                                        <p:cTn id="85" dur="3000"/>
                                        <p:tgtEl>
                                          <p:spTgt spid="27"/>
                                        </p:tgtEl>
                                      </p:cBhvr>
                                    </p:animEffect>
                                  </p:childTnLst>
                                </p:cTn>
                              </p:par>
                              <p:par>
                                <p:cTn id="86" presetID="31" presetClass="entr" presetSubtype="0" fill="hold" grpId="0" nodeType="withEffect">
                                  <p:stCondLst>
                                    <p:cond delay="7500"/>
                                  </p:stCondLst>
                                  <p:childTnLst>
                                    <p:set>
                                      <p:cBhvr>
                                        <p:cTn id="87" dur="1" fill="hold">
                                          <p:stCondLst>
                                            <p:cond delay="0"/>
                                          </p:stCondLst>
                                        </p:cTn>
                                        <p:tgtEl>
                                          <p:spTgt spid="53"/>
                                        </p:tgtEl>
                                        <p:attrNameLst>
                                          <p:attrName>style.visibility</p:attrName>
                                        </p:attrNameLst>
                                      </p:cBhvr>
                                      <p:to>
                                        <p:strVal val="visible"/>
                                      </p:to>
                                    </p:set>
                                    <p:anim calcmode="lin" valueType="num">
                                      <p:cBhvr>
                                        <p:cTn id="88" dur="3000" fill="hold"/>
                                        <p:tgtEl>
                                          <p:spTgt spid="53"/>
                                        </p:tgtEl>
                                        <p:attrNameLst>
                                          <p:attrName>ppt_w</p:attrName>
                                        </p:attrNameLst>
                                      </p:cBhvr>
                                      <p:tavLst>
                                        <p:tav tm="0">
                                          <p:val>
                                            <p:fltVal val="0"/>
                                          </p:val>
                                        </p:tav>
                                        <p:tav tm="100000">
                                          <p:val>
                                            <p:strVal val="#ppt_w"/>
                                          </p:val>
                                        </p:tav>
                                      </p:tavLst>
                                    </p:anim>
                                    <p:anim calcmode="lin" valueType="num">
                                      <p:cBhvr>
                                        <p:cTn id="89" dur="3000" fill="hold"/>
                                        <p:tgtEl>
                                          <p:spTgt spid="53"/>
                                        </p:tgtEl>
                                        <p:attrNameLst>
                                          <p:attrName>ppt_h</p:attrName>
                                        </p:attrNameLst>
                                      </p:cBhvr>
                                      <p:tavLst>
                                        <p:tav tm="0">
                                          <p:val>
                                            <p:fltVal val="0"/>
                                          </p:val>
                                        </p:tav>
                                        <p:tav tm="100000">
                                          <p:val>
                                            <p:strVal val="#ppt_h"/>
                                          </p:val>
                                        </p:tav>
                                      </p:tavLst>
                                    </p:anim>
                                    <p:anim calcmode="lin" valueType="num">
                                      <p:cBhvr>
                                        <p:cTn id="90" dur="3000" fill="hold"/>
                                        <p:tgtEl>
                                          <p:spTgt spid="53"/>
                                        </p:tgtEl>
                                        <p:attrNameLst>
                                          <p:attrName>style.rotation</p:attrName>
                                        </p:attrNameLst>
                                      </p:cBhvr>
                                      <p:tavLst>
                                        <p:tav tm="0">
                                          <p:val>
                                            <p:fltVal val="90"/>
                                          </p:val>
                                        </p:tav>
                                        <p:tav tm="100000">
                                          <p:val>
                                            <p:fltVal val="0"/>
                                          </p:val>
                                        </p:tav>
                                      </p:tavLst>
                                    </p:anim>
                                    <p:animEffect transition="in" filter="fade">
                                      <p:cBhvr>
                                        <p:cTn id="91" dur="3000"/>
                                        <p:tgtEl>
                                          <p:spTgt spid="53"/>
                                        </p:tgtEl>
                                      </p:cBhvr>
                                    </p:animEffect>
                                  </p:childTnLst>
                                </p:cTn>
                              </p:par>
                              <p:par>
                                <p:cTn id="92" presetID="31" presetClass="entr" presetSubtype="0" fill="hold" grpId="0" nodeType="withEffect">
                                  <p:stCondLst>
                                    <p:cond delay="7500"/>
                                  </p:stCondLst>
                                  <p:childTnLst>
                                    <p:set>
                                      <p:cBhvr>
                                        <p:cTn id="93" dur="1" fill="hold">
                                          <p:stCondLst>
                                            <p:cond delay="0"/>
                                          </p:stCondLst>
                                        </p:cTn>
                                        <p:tgtEl>
                                          <p:spTgt spid="54"/>
                                        </p:tgtEl>
                                        <p:attrNameLst>
                                          <p:attrName>style.visibility</p:attrName>
                                        </p:attrNameLst>
                                      </p:cBhvr>
                                      <p:to>
                                        <p:strVal val="visible"/>
                                      </p:to>
                                    </p:set>
                                    <p:anim calcmode="lin" valueType="num">
                                      <p:cBhvr>
                                        <p:cTn id="94" dur="3000" fill="hold"/>
                                        <p:tgtEl>
                                          <p:spTgt spid="54"/>
                                        </p:tgtEl>
                                        <p:attrNameLst>
                                          <p:attrName>ppt_w</p:attrName>
                                        </p:attrNameLst>
                                      </p:cBhvr>
                                      <p:tavLst>
                                        <p:tav tm="0">
                                          <p:val>
                                            <p:fltVal val="0"/>
                                          </p:val>
                                        </p:tav>
                                        <p:tav tm="100000">
                                          <p:val>
                                            <p:strVal val="#ppt_w"/>
                                          </p:val>
                                        </p:tav>
                                      </p:tavLst>
                                    </p:anim>
                                    <p:anim calcmode="lin" valueType="num">
                                      <p:cBhvr>
                                        <p:cTn id="95" dur="3000" fill="hold"/>
                                        <p:tgtEl>
                                          <p:spTgt spid="54"/>
                                        </p:tgtEl>
                                        <p:attrNameLst>
                                          <p:attrName>ppt_h</p:attrName>
                                        </p:attrNameLst>
                                      </p:cBhvr>
                                      <p:tavLst>
                                        <p:tav tm="0">
                                          <p:val>
                                            <p:fltVal val="0"/>
                                          </p:val>
                                        </p:tav>
                                        <p:tav tm="100000">
                                          <p:val>
                                            <p:strVal val="#ppt_h"/>
                                          </p:val>
                                        </p:tav>
                                      </p:tavLst>
                                    </p:anim>
                                    <p:anim calcmode="lin" valueType="num">
                                      <p:cBhvr>
                                        <p:cTn id="96" dur="3000" fill="hold"/>
                                        <p:tgtEl>
                                          <p:spTgt spid="54"/>
                                        </p:tgtEl>
                                        <p:attrNameLst>
                                          <p:attrName>style.rotation</p:attrName>
                                        </p:attrNameLst>
                                      </p:cBhvr>
                                      <p:tavLst>
                                        <p:tav tm="0">
                                          <p:val>
                                            <p:fltVal val="90"/>
                                          </p:val>
                                        </p:tav>
                                        <p:tav tm="100000">
                                          <p:val>
                                            <p:fltVal val="0"/>
                                          </p:val>
                                        </p:tav>
                                      </p:tavLst>
                                    </p:anim>
                                    <p:animEffect transition="in" filter="fade">
                                      <p:cBhvr>
                                        <p:cTn id="97" dur="3000"/>
                                        <p:tgtEl>
                                          <p:spTgt spid="54"/>
                                        </p:tgtEl>
                                      </p:cBhvr>
                                    </p:animEffect>
                                  </p:childTnLst>
                                </p:cTn>
                              </p:par>
                              <p:par>
                                <p:cTn id="98" presetID="31" presetClass="entr" presetSubtype="0" fill="hold" grpId="0" nodeType="withEffect">
                                  <p:stCondLst>
                                    <p:cond delay="7500"/>
                                  </p:stCondLst>
                                  <p:childTnLst>
                                    <p:set>
                                      <p:cBhvr>
                                        <p:cTn id="99" dur="1" fill="hold">
                                          <p:stCondLst>
                                            <p:cond delay="0"/>
                                          </p:stCondLst>
                                        </p:cTn>
                                        <p:tgtEl>
                                          <p:spTgt spid="55"/>
                                        </p:tgtEl>
                                        <p:attrNameLst>
                                          <p:attrName>style.visibility</p:attrName>
                                        </p:attrNameLst>
                                      </p:cBhvr>
                                      <p:to>
                                        <p:strVal val="visible"/>
                                      </p:to>
                                    </p:set>
                                    <p:anim calcmode="lin" valueType="num">
                                      <p:cBhvr>
                                        <p:cTn id="100" dur="3000" fill="hold"/>
                                        <p:tgtEl>
                                          <p:spTgt spid="55"/>
                                        </p:tgtEl>
                                        <p:attrNameLst>
                                          <p:attrName>ppt_w</p:attrName>
                                        </p:attrNameLst>
                                      </p:cBhvr>
                                      <p:tavLst>
                                        <p:tav tm="0">
                                          <p:val>
                                            <p:fltVal val="0"/>
                                          </p:val>
                                        </p:tav>
                                        <p:tav tm="100000">
                                          <p:val>
                                            <p:strVal val="#ppt_w"/>
                                          </p:val>
                                        </p:tav>
                                      </p:tavLst>
                                    </p:anim>
                                    <p:anim calcmode="lin" valueType="num">
                                      <p:cBhvr>
                                        <p:cTn id="101" dur="3000" fill="hold"/>
                                        <p:tgtEl>
                                          <p:spTgt spid="55"/>
                                        </p:tgtEl>
                                        <p:attrNameLst>
                                          <p:attrName>ppt_h</p:attrName>
                                        </p:attrNameLst>
                                      </p:cBhvr>
                                      <p:tavLst>
                                        <p:tav tm="0">
                                          <p:val>
                                            <p:fltVal val="0"/>
                                          </p:val>
                                        </p:tav>
                                        <p:tav tm="100000">
                                          <p:val>
                                            <p:strVal val="#ppt_h"/>
                                          </p:val>
                                        </p:tav>
                                      </p:tavLst>
                                    </p:anim>
                                    <p:anim calcmode="lin" valueType="num">
                                      <p:cBhvr>
                                        <p:cTn id="102" dur="3000" fill="hold"/>
                                        <p:tgtEl>
                                          <p:spTgt spid="55"/>
                                        </p:tgtEl>
                                        <p:attrNameLst>
                                          <p:attrName>style.rotation</p:attrName>
                                        </p:attrNameLst>
                                      </p:cBhvr>
                                      <p:tavLst>
                                        <p:tav tm="0">
                                          <p:val>
                                            <p:fltVal val="90"/>
                                          </p:val>
                                        </p:tav>
                                        <p:tav tm="100000">
                                          <p:val>
                                            <p:fltVal val="0"/>
                                          </p:val>
                                        </p:tav>
                                      </p:tavLst>
                                    </p:anim>
                                    <p:animEffect transition="in" filter="fade">
                                      <p:cBhvr>
                                        <p:cTn id="103" dur="3000"/>
                                        <p:tgtEl>
                                          <p:spTgt spid="55"/>
                                        </p:tgtEl>
                                      </p:cBhvr>
                                    </p:animEffect>
                                  </p:childTnLst>
                                </p:cTn>
                              </p:par>
                              <p:par>
                                <p:cTn id="104" presetID="31" presetClass="entr" presetSubtype="0" fill="hold" grpId="0" nodeType="withEffect">
                                  <p:stCondLst>
                                    <p:cond delay="7500"/>
                                  </p:stCondLst>
                                  <p:childTnLst>
                                    <p:set>
                                      <p:cBhvr>
                                        <p:cTn id="105" dur="1" fill="hold">
                                          <p:stCondLst>
                                            <p:cond delay="0"/>
                                          </p:stCondLst>
                                        </p:cTn>
                                        <p:tgtEl>
                                          <p:spTgt spid="56"/>
                                        </p:tgtEl>
                                        <p:attrNameLst>
                                          <p:attrName>style.visibility</p:attrName>
                                        </p:attrNameLst>
                                      </p:cBhvr>
                                      <p:to>
                                        <p:strVal val="visible"/>
                                      </p:to>
                                    </p:set>
                                    <p:anim calcmode="lin" valueType="num">
                                      <p:cBhvr>
                                        <p:cTn id="106" dur="3000" fill="hold"/>
                                        <p:tgtEl>
                                          <p:spTgt spid="56"/>
                                        </p:tgtEl>
                                        <p:attrNameLst>
                                          <p:attrName>ppt_w</p:attrName>
                                        </p:attrNameLst>
                                      </p:cBhvr>
                                      <p:tavLst>
                                        <p:tav tm="0">
                                          <p:val>
                                            <p:fltVal val="0"/>
                                          </p:val>
                                        </p:tav>
                                        <p:tav tm="100000">
                                          <p:val>
                                            <p:strVal val="#ppt_w"/>
                                          </p:val>
                                        </p:tav>
                                      </p:tavLst>
                                    </p:anim>
                                    <p:anim calcmode="lin" valueType="num">
                                      <p:cBhvr>
                                        <p:cTn id="107" dur="3000" fill="hold"/>
                                        <p:tgtEl>
                                          <p:spTgt spid="56"/>
                                        </p:tgtEl>
                                        <p:attrNameLst>
                                          <p:attrName>ppt_h</p:attrName>
                                        </p:attrNameLst>
                                      </p:cBhvr>
                                      <p:tavLst>
                                        <p:tav tm="0">
                                          <p:val>
                                            <p:fltVal val="0"/>
                                          </p:val>
                                        </p:tav>
                                        <p:tav tm="100000">
                                          <p:val>
                                            <p:strVal val="#ppt_h"/>
                                          </p:val>
                                        </p:tav>
                                      </p:tavLst>
                                    </p:anim>
                                    <p:anim calcmode="lin" valueType="num">
                                      <p:cBhvr>
                                        <p:cTn id="108" dur="3000" fill="hold"/>
                                        <p:tgtEl>
                                          <p:spTgt spid="56"/>
                                        </p:tgtEl>
                                        <p:attrNameLst>
                                          <p:attrName>style.rotation</p:attrName>
                                        </p:attrNameLst>
                                      </p:cBhvr>
                                      <p:tavLst>
                                        <p:tav tm="0">
                                          <p:val>
                                            <p:fltVal val="90"/>
                                          </p:val>
                                        </p:tav>
                                        <p:tav tm="100000">
                                          <p:val>
                                            <p:fltVal val="0"/>
                                          </p:val>
                                        </p:tav>
                                      </p:tavLst>
                                    </p:anim>
                                    <p:animEffect transition="in" filter="fade">
                                      <p:cBhvr>
                                        <p:cTn id="109" dur="3000"/>
                                        <p:tgtEl>
                                          <p:spTgt spid="56"/>
                                        </p:tgtEl>
                                      </p:cBhvr>
                                    </p:animEffect>
                                  </p:childTnLst>
                                </p:cTn>
                              </p:par>
                              <p:par>
                                <p:cTn id="110" presetID="31" presetClass="entr" presetSubtype="0" fill="hold" grpId="0" nodeType="withEffect">
                                  <p:stCondLst>
                                    <p:cond delay="7500"/>
                                  </p:stCondLst>
                                  <p:childTnLst>
                                    <p:set>
                                      <p:cBhvr>
                                        <p:cTn id="111" dur="1" fill="hold">
                                          <p:stCondLst>
                                            <p:cond delay="0"/>
                                          </p:stCondLst>
                                        </p:cTn>
                                        <p:tgtEl>
                                          <p:spTgt spid="57"/>
                                        </p:tgtEl>
                                        <p:attrNameLst>
                                          <p:attrName>style.visibility</p:attrName>
                                        </p:attrNameLst>
                                      </p:cBhvr>
                                      <p:to>
                                        <p:strVal val="visible"/>
                                      </p:to>
                                    </p:set>
                                    <p:anim calcmode="lin" valueType="num">
                                      <p:cBhvr>
                                        <p:cTn id="112" dur="3000" fill="hold"/>
                                        <p:tgtEl>
                                          <p:spTgt spid="57"/>
                                        </p:tgtEl>
                                        <p:attrNameLst>
                                          <p:attrName>ppt_w</p:attrName>
                                        </p:attrNameLst>
                                      </p:cBhvr>
                                      <p:tavLst>
                                        <p:tav tm="0">
                                          <p:val>
                                            <p:fltVal val="0"/>
                                          </p:val>
                                        </p:tav>
                                        <p:tav tm="100000">
                                          <p:val>
                                            <p:strVal val="#ppt_w"/>
                                          </p:val>
                                        </p:tav>
                                      </p:tavLst>
                                    </p:anim>
                                    <p:anim calcmode="lin" valueType="num">
                                      <p:cBhvr>
                                        <p:cTn id="113" dur="3000" fill="hold"/>
                                        <p:tgtEl>
                                          <p:spTgt spid="57"/>
                                        </p:tgtEl>
                                        <p:attrNameLst>
                                          <p:attrName>ppt_h</p:attrName>
                                        </p:attrNameLst>
                                      </p:cBhvr>
                                      <p:tavLst>
                                        <p:tav tm="0">
                                          <p:val>
                                            <p:fltVal val="0"/>
                                          </p:val>
                                        </p:tav>
                                        <p:tav tm="100000">
                                          <p:val>
                                            <p:strVal val="#ppt_h"/>
                                          </p:val>
                                        </p:tav>
                                      </p:tavLst>
                                    </p:anim>
                                    <p:anim calcmode="lin" valueType="num">
                                      <p:cBhvr>
                                        <p:cTn id="114" dur="3000" fill="hold"/>
                                        <p:tgtEl>
                                          <p:spTgt spid="57"/>
                                        </p:tgtEl>
                                        <p:attrNameLst>
                                          <p:attrName>style.rotation</p:attrName>
                                        </p:attrNameLst>
                                      </p:cBhvr>
                                      <p:tavLst>
                                        <p:tav tm="0">
                                          <p:val>
                                            <p:fltVal val="90"/>
                                          </p:val>
                                        </p:tav>
                                        <p:tav tm="100000">
                                          <p:val>
                                            <p:fltVal val="0"/>
                                          </p:val>
                                        </p:tav>
                                      </p:tavLst>
                                    </p:anim>
                                    <p:animEffect transition="in" filter="fade">
                                      <p:cBhvr>
                                        <p:cTn id="115" dur="3000"/>
                                        <p:tgtEl>
                                          <p:spTgt spid="57"/>
                                        </p:tgtEl>
                                      </p:cBhvr>
                                    </p:animEffect>
                                  </p:childTnLst>
                                </p:cTn>
                              </p:par>
                              <p:par>
                                <p:cTn id="116" presetID="31" presetClass="entr" presetSubtype="0" fill="hold" grpId="0" nodeType="withEffect">
                                  <p:stCondLst>
                                    <p:cond delay="7500"/>
                                  </p:stCondLst>
                                  <p:childTnLst>
                                    <p:set>
                                      <p:cBhvr>
                                        <p:cTn id="117" dur="1" fill="hold">
                                          <p:stCondLst>
                                            <p:cond delay="0"/>
                                          </p:stCondLst>
                                        </p:cTn>
                                        <p:tgtEl>
                                          <p:spTgt spid="58"/>
                                        </p:tgtEl>
                                        <p:attrNameLst>
                                          <p:attrName>style.visibility</p:attrName>
                                        </p:attrNameLst>
                                      </p:cBhvr>
                                      <p:to>
                                        <p:strVal val="visible"/>
                                      </p:to>
                                    </p:set>
                                    <p:anim calcmode="lin" valueType="num">
                                      <p:cBhvr>
                                        <p:cTn id="118" dur="3000" fill="hold"/>
                                        <p:tgtEl>
                                          <p:spTgt spid="58"/>
                                        </p:tgtEl>
                                        <p:attrNameLst>
                                          <p:attrName>ppt_w</p:attrName>
                                        </p:attrNameLst>
                                      </p:cBhvr>
                                      <p:tavLst>
                                        <p:tav tm="0">
                                          <p:val>
                                            <p:fltVal val="0"/>
                                          </p:val>
                                        </p:tav>
                                        <p:tav tm="100000">
                                          <p:val>
                                            <p:strVal val="#ppt_w"/>
                                          </p:val>
                                        </p:tav>
                                      </p:tavLst>
                                    </p:anim>
                                    <p:anim calcmode="lin" valueType="num">
                                      <p:cBhvr>
                                        <p:cTn id="119" dur="3000" fill="hold"/>
                                        <p:tgtEl>
                                          <p:spTgt spid="58"/>
                                        </p:tgtEl>
                                        <p:attrNameLst>
                                          <p:attrName>ppt_h</p:attrName>
                                        </p:attrNameLst>
                                      </p:cBhvr>
                                      <p:tavLst>
                                        <p:tav tm="0">
                                          <p:val>
                                            <p:fltVal val="0"/>
                                          </p:val>
                                        </p:tav>
                                        <p:tav tm="100000">
                                          <p:val>
                                            <p:strVal val="#ppt_h"/>
                                          </p:val>
                                        </p:tav>
                                      </p:tavLst>
                                    </p:anim>
                                    <p:anim calcmode="lin" valueType="num">
                                      <p:cBhvr>
                                        <p:cTn id="120" dur="3000" fill="hold"/>
                                        <p:tgtEl>
                                          <p:spTgt spid="58"/>
                                        </p:tgtEl>
                                        <p:attrNameLst>
                                          <p:attrName>style.rotation</p:attrName>
                                        </p:attrNameLst>
                                      </p:cBhvr>
                                      <p:tavLst>
                                        <p:tav tm="0">
                                          <p:val>
                                            <p:fltVal val="90"/>
                                          </p:val>
                                        </p:tav>
                                        <p:tav tm="100000">
                                          <p:val>
                                            <p:fltVal val="0"/>
                                          </p:val>
                                        </p:tav>
                                      </p:tavLst>
                                    </p:anim>
                                    <p:animEffect transition="in" filter="fade">
                                      <p:cBhvr>
                                        <p:cTn id="121" dur="3000"/>
                                        <p:tgtEl>
                                          <p:spTgt spid="58"/>
                                        </p:tgtEl>
                                      </p:cBhvr>
                                    </p:animEffect>
                                  </p:childTnLst>
                                </p:cTn>
                              </p:par>
                              <p:par>
                                <p:cTn id="122" presetID="31" presetClass="entr" presetSubtype="0" fill="hold" grpId="0" nodeType="withEffect">
                                  <p:stCondLst>
                                    <p:cond delay="7500"/>
                                  </p:stCondLst>
                                  <p:childTnLst>
                                    <p:set>
                                      <p:cBhvr>
                                        <p:cTn id="123" dur="1" fill="hold">
                                          <p:stCondLst>
                                            <p:cond delay="0"/>
                                          </p:stCondLst>
                                        </p:cTn>
                                        <p:tgtEl>
                                          <p:spTgt spid="59"/>
                                        </p:tgtEl>
                                        <p:attrNameLst>
                                          <p:attrName>style.visibility</p:attrName>
                                        </p:attrNameLst>
                                      </p:cBhvr>
                                      <p:to>
                                        <p:strVal val="visible"/>
                                      </p:to>
                                    </p:set>
                                    <p:anim calcmode="lin" valueType="num">
                                      <p:cBhvr>
                                        <p:cTn id="124" dur="3000" fill="hold"/>
                                        <p:tgtEl>
                                          <p:spTgt spid="59"/>
                                        </p:tgtEl>
                                        <p:attrNameLst>
                                          <p:attrName>ppt_w</p:attrName>
                                        </p:attrNameLst>
                                      </p:cBhvr>
                                      <p:tavLst>
                                        <p:tav tm="0">
                                          <p:val>
                                            <p:fltVal val="0"/>
                                          </p:val>
                                        </p:tav>
                                        <p:tav tm="100000">
                                          <p:val>
                                            <p:strVal val="#ppt_w"/>
                                          </p:val>
                                        </p:tav>
                                      </p:tavLst>
                                    </p:anim>
                                    <p:anim calcmode="lin" valueType="num">
                                      <p:cBhvr>
                                        <p:cTn id="125" dur="3000" fill="hold"/>
                                        <p:tgtEl>
                                          <p:spTgt spid="59"/>
                                        </p:tgtEl>
                                        <p:attrNameLst>
                                          <p:attrName>ppt_h</p:attrName>
                                        </p:attrNameLst>
                                      </p:cBhvr>
                                      <p:tavLst>
                                        <p:tav tm="0">
                                          <p:val>
                                            <p:fltVal val="0"/>
                                          </p:val>
                                        </p:tav>
                                        <p:tav tm="100000">
                                          <p:val>
                                            <p:strVal val="#ppt_h"/>
                                          </p:val>
                                        </p:tav>
                                      </p:tavLst>
                                    </p:anim>
                                    <p:anim calcmode="lin" valueType="num">
                                      <p:cBhvr>
                                        <p:cTn id="126" dur="3000" fill="hold"/>
                                        <p:tgtEl>
                                          <p:spTgt spid="59"/>
                                        </p:tgtEl>
                                        <p:attrNameLst>
                                          <p:attrName>style.rotation</p:attrName>
                                        </p:attrNameLst>
                                      </p:cBhvr>
                                      <p:tavLst>
                                        <p:tav tm="0">
                                          <p:val>
                                            <p:fltVal val="90"/>
                                          </p:val>
                                        </p:tav>
                                        <p:tav tm="100000">
                                          <p:val>
                                            <p:fltVal val="0"/>
                                          </p:val>
                                        </p:tav>
                                      </p:tavLst>
                                    </p:anim>
                                    <p:animEffect transition="in" filter="fade">
                                      <p:cBhvr>
                                        <p:cTn id="127" dur="3000"/>
                                        <p:tgtEl>
                                          <p:spTgt spid="59"/>
                                        </p:tgtEl>
                                      </p:cBhvr>
                                    </p:animEffect>
                                  </p:childTnLst>
                                </p:cTn>
                              </p:par>
                              <p:par>
                                <p:cTn id="128" presetID="31" presetClass="entr" presetSubtype="0" fill="hold" grpId="0" nodeType="withEffect">
                                  <p:stCondLst>
                                    <p:cond delay="7500"/>
                                  </p:stCondLst>
                                  <p:childTnLst>
                                    <p:set>
                                      <p:cBhvr>
                                        <p:cTn id="129" dur="1" fill="hold">
                                          <p:stCondLst>
                                            <p:cond delay="0"/>
                                          </p:stCondLst>
                                        </p:cTn>
                                        <p:tgtEl>
                                          <p:spTgt spid="28"/>
                                        </p:tgtEl>
                                        <p:attrNameLst>
                                          <p:attrName>style.visibility</p:attrName>
                                        </p:attrNameLst>
                                      </p:cBhvr>
                                      <p:to>
                                        <p:strVal val="visible"/>
                                      </p:to>
                                    </p:set>
                                    <p:anim calcmode="lin" valueType="num">
                                      <p:cBhvr>
                                        <p:cTn id="130" dur="3000" fill="hold"/>
                                        <p:tgtEl>
                                          <p:spTgt spid="28"/>
                                        </p:tgtEl>
                                        <p:attrNameLst>
                                          <p:attrName>ppt_w</p:attrName>
                                        </p:attrNameLst>
                                      </p:cBhvr>
                                      <p:tavLst>
                                        <p:tav tm="0">
                                          <p:val>
                                            <p:fltVal val="0"/>
                                          </p:val>
                                        </p:tav>
                                        <p:tav tm="100000">
                                          <p:val>
                                            <p:strVal val="#ppt_w"/>
                                          </p:val>
                                        </p:tav>
                                      </p:tavLst>
                                    </p:anim>
                                    <p:anim calcmode="lin" valueType="num">
                                      <p:cBhvr>
                                        <p:cTn id="131" dur="3000" fill="hold"/>
                                        <p:tgtEl>
                                          <p:spTgt spid="28"/>
                                        </p:tgtEl>
                                        <p:attrNameLst>
                                          <p:attrName>ppt_h</p:attrName>
                                        </p:attrNameLst>
                                      </p:cBhvr>
                                      <p:tavLst>
                                        <p:tav tm="0">
                                          <p:val>
                                            <p:fltVal val="0"/>
                                          </p:val>
                                        </p:tav>
                                        <p:tav tm="100000">
                                          <p:val>
                                            <p:strVal val="#ppt_h"/>
                                          </p:val>
                                        </p:tav>
                                      </p:tavLst>
                                    </p:anim>
                                    <p:anim calcmode="lin" valueType="num">
                                      <p:cBhvr>
                                        <p:cTn id="132" dur="3000" fill="hold"/>
                                        <p:tgtEl>
                                          <p:spTgt spid="28"/>
                                        </p:tgtEl>
                                        <p:attrNameLst>
                                          <p:attrName>style.rotation</p:attrName>
                                        </p:attrNameLst>
                                      </p:cBhvr>
                                      <p:tavLst>
                                        <p:tav tm="0">
                                          <p:val>
                                            <p:fltVal val="90"/>
                                          </p:val>
                                        </p:tav>
                                        <p:tav tm="100000">
                                          <p:val>
                                            <p:fltVal val="0"/>
                                          </p:val>
                                        </p:tav>
                                      </p:tavLst>
                                    </p:anim>
                                    <p:animEffect transition="in" filter="fade">
                                      <p:cBhvr>
                                        <p:cTn id="133" dur="3000"/>
                                        <p:tgtEl>
                                          <p:spTgt spid="28"/>
                                        </p:tgtEl>
                                      </p:cBhvr>
                                    </p:animEffect>
                                  </p:childTnLst>
                                </p:cTn>
                              </p:par>
                              <p:par>
                                <p:cTn id="134" presetID="31" presetClass="entr" presetSubtype="0" fill="hold" grpId="0" nodeType="withEffect">
                                  <p:stCondLst>
                                    <p:cond delay="7500"/>
                                  </p:stCondLst>
                                  <p:childTnLst>
                                    <p:set>
                                      <p:cBhvr>
                                        <p:cTn id="135" dur="1" fill="hold">
                                          <p:stCondLst>
                                            <p:cond delay="0"/>
                                          </p:stCondLst>
                                        </p:cTn>
                                        <p:tgtEl>
                                          <p:spTgt spid="34"/>
                                        </p:tgtEl>
                                        <p:attrNameLst>
                                          <p:attrName>style.visibility</p:attrName>
                                        </p:attrNameLst>
                                      </p:cBhvr>
                                      <p:to>
                                        <p:strVal val="visible"/>
                                      </p:to>
                                    </p:set>
                                    <p:anim calcmode="lin" valueType="num">
                                      <p:cBhvr>
                                        <p:cTn id="136" dur="3000" fill="hold"/>
                                        <p:tgtEl>
                                          <p:spTgt spid="34"/>
                                        </p:tgtEl>
                                        <p:attrNameLst>
                                          <p:attrName>ppt_w</p:attrName>
                                        </p:attrNameLst>
                                      </p:cBhvr>
                                      <p:tavLst>
                                        <p:tav tm="0">
                                          <p:val>
                                            <p:fltVal val="0"/>
                                          </p:val>
                                        </p:tav>
                                        <p:tav tm="100000">
                                          <p:val>
                                            <p:strVal val="#ppt_w"/>
                                          </p:val>
                                        </p:tav>
                                      </p:tavLst>
                                    </p:anim>
                                    <p:anim calcmode="lin" valueType="num">
                                      <p:cBhvr>
                                        <p:cTn id="137" dur="3000" fill="hold"/>
                                        <p:tgtEl>
                                          <p:spTgt spid="34"/>
                                        </p:tgtEl>
                                        <p:attrNameLst>
                                          <p:attrName>ppt_h</p:attrName>
                                        </p:attrNameLst>
                                      </p:cBhvr>
                                      <p:tavLst>
                                        <p:tav tm="0">
                                          <p:val>
                                            <p:fltVal val="0"/>
                                          </p:val>
                                        </p:tav>
                                        <p:tav tm="100000">
                                          <p:val>
                                            <p:strVal val="#ppt_h"/>
                                          </p:val>
                                        </p:tav>
                                      </p:tavLst>
                                    </p:anim>
                                    <p:anim calcmode="lin" valueType="num">
                                      <p:cBhvr>
                                        <p:cTn id="138" dur="3000" fill="hold"/>
                                        <p:tgtEl>
                                          <p:spTgt spid="34"/>
                                        </p:tgtEl>
                                        <p:attrNameLst>
                                          <p:attrName>style.rotation</p:attrName>
                                        </p:attrNameLst>
                                      </p:cBhvr>
                                      <p:tavLst>
                                        <p:tav tm="0">
                                          <p:val>
                                            <p:fltVal val="90"/>
                                          </p:val>
                                        </p:tav>
                                        <p:tav tm="100000">
                                          <p:val>
                                            <p:fltVal val="0"/>
                                          </p:val>
                                        </p:tav>
                                      </p:tavLst>
                                    </p:anim>
                                    <p:animEffect transition="in" filter="fade">
                                      <p:cBhvr>
                                        <p:cTn id="139" dur="3000"/>
                                        <p:tgtEl>
                                          <p:spTgt spid="34"/>
                                        </p:tgtEl>
                                      </p:cBhvr>
                                    </p:animEffect>
                                  </p:childTnLst>
                                </p:cTn>
                              </p:par>
                              <p:par>
                                <p:cTn id="140" presetID="31" presetClass="entr" presetSubtype="0" fill="hold" grpId="0" nodeType="withEffect">
                                  <p:stCondLst>
                                    <p:cond delay="7500"/>
                                  </p:stCondLst>
                                  <p:childTnLst>
                                    <p:set>
                                      <p:cBhvr>
                                        <p:cTn id="141" dur="1" fill="hold">
                                          <p:stCondLst>
                                            <p:cond delay="0"/>
                                          </p:stCondLst>
                                        </p:cTn>
                                        <p:tgtEl>
                                          <p:spTgt spid="35"/>
                                        </p:tgtEl>
                                        <p:attrNameLst>
                                          <p:attrName>style.visibility</p:attrName>
                                        </p:attrNameLst>
                                      </p:cBhvr>
                                      <p:to>
                                        <p:strVal val="visible"/>
                                      </p:to>
                                    </p:set>
                                    <p:anim calcmode="lin" valueType="num">
                                      <p:cBhvr>
                                        <p:cTn id="142" dur="3000" fill="hold"/>
                                        <p:tgtEl>
                                          <p:spTgt spid="35"/>
                                        </p:tgtEl>
                                        <p:attrNameLst>
                                          <p:attrName>ppt_w</p:attrName>
                                        </p:attrNameLst>
                                      </p:cBhvr>
                                      <p:tavLst>
                                        <p:tav tm="0">
                                          <p:val>
                                            <p:fltVal val="0"/>
                                          </p:val>
                                        </p:tav>
                                        <p:tav tm="100000">
                                          <p:val>
                                            <p:strVal val="#ppt_w"/>
                                          </p:val>
                                        </p:tav>
                                      </p:tavLst>
                                    </p:anim>
                                    <p:anim calcmode="lin" valueType="num">
                                      <p:cBhvr>
                                        <p:cTn id="143" dur="3000" fill="hold"/>
                                        <p:tgtEl>
                                          <p:spTgt spid="35"/>
                                        </p:tgtEl>
                                        <p:attrNameLst>
                                          <p:attrName>ppt_h</p:attrName>
                                        </p:attrNameLst>
                                      </p:cBhvr>
                                      <p:tavLst>
                                        <p:tav tm="0">
                                          <p:val>
                                            <p:fltVal val="0"/>
                                          </p:val>
                                        </p:tav>
                                        <p:tav tm="100000">
                                          <p:val>
                                            <p:strVal val="#ppt_h"/>
                                          </p:val>
                                        </p:tav>
                                      </p:tavLst>
                                    </p:anim>
                                    <p:anim calcmode="lin" valueType="num">
                                      <p:cBhvr>
                                        <p:cTn id="144" dur="3000" fill="hold"/>
                                        <p:tgtEl>
                                          <p:spTgt spid="35"/>
                                        </p:tgtEl>
                                        <p:attrNameLst>
                                          <p:attrName>style.rotation</p:attrName>
                                        </p:attrNameLst>
                                      </p:cBhvr>
                                      <p:tavLst>
                                        <p:tav tm="0">
                                          <p:val>
                                            <p:fltVal val="90"/>
                                          </p:val>
                                        </p:tav>
                                        <p:tav tm="100000">
                                          <p:val>
                                            <p:fltVal val="0"/>
                                          </p:val>
                                        </p:tav>
                                      </p:tavLst>
                                    </p:anim>
                                    <p:animEffect transition="in" filter="fade">
                                      <p:cBhvr>
                                        <p:cTn id="145" dur="3000"/>
                                        <p:tgtEl>
                                          <p:spTgt spid="35"/>
                                        </p:tgtEl>
                                      </p:cBhvr>
                                    </p:animEffect>
                                  </p:childTnLst>
                                </p:cTn>
                              </p:par>
                              <p:par>
                                <p:cTn id="146" presetID="31" presetClass="entr" presetSubtype="0" fill="hold" grpId="0" nodeType="withEffect">
                                  <p:stCondLst>
                                    <p:cond delay="7500"/>
                                  </p:stCondLst>
                                  <p:childTnLst>
                                    <p:set>
                                      <p:cBhvr>
                                        <p:cTn id="147" dur="1" fill="hold">
                                          <p:stCondLst>
                                            <p:cond delay="0"/>
                                          </p:stCondLst>
                                        </p:cTn>
                                        <p:tgtEl>
                                          <p:spTgt spid="36"/>
                                        </p:tgtEl>
                                        <p:attrNameLst>
                                          <p:attrName>style.visibility</p:attrName>
                                        </p:attrNameLst>
                                      </p:cBhvr>
                                      <p:to>
                                        <p:strVal val="visible"/>
                                      </p:to>
                                    </p:set>
                                    <p:anim calcmode="lin" valueType="num">
                                      <p:cBhvr>
                                        <p:cTn id="148" dur="3000" fill="hold"/>
                                        <p:tgtEl>
                                          <p:spTgt spid="36"/>
                                        </p:tgtEl>
                                        <p:attrNameLst>
                                          <p:attrName>ppt_w</p:attrName>
                                        </p:attrNameLst>
                                      </p:cBhvr>
                                      <p:tavLst>
                                        <p:tav tm="0">
                                          <p:val>
                                            <p:fltVal val="0"/>
                                          </p:val>
                                        </p:tav>
                                        <p:tav tm="100000">
                                          <p:val>
                                            <p:strVal val="#ppt_w"/>
                                          </p:val>
                                        </p:tav>
                                      </p:tavLst>
                                    </p:anim>
                                    <p:anim calcmode="lin" valueType="num">
                                      <p:cBhvr>
                                        <p:cTn id="149" dur="3000" fill="hold"/>
                                        <p:tgtEl>
                                          <p:spTgt spid="36"/>
                                        </p:tgtEl>
                                        <p:attrNameLst>
                                          <p:attrName>ppt_h</p:attrName>
                                        </p:attrNameLst>
                                      </p:cBhvr>
                                      <p:tavLst>
                                        <p:tav tm="0">
                                          <p:val>
                                            <p:fltVal val="0"/>
                                          </p:val>
                                        </p:tav>
                                        <p:tav tm="100000">
                                          <p:val>
                                            <p:strVal val="#ppt_h"/>
                                          </p:val>
                                        </p:tav>
                                      </p:tavLst>
                                    </p:anim>
                                    <p:anim calcmode="lin" valueType="num">
                                      <p:cBhvr>
                                        <p:cTn id="150" dur="3000" fill="hold"/>
                                        <p:tgtEl>
                                          <p:spTgt spid="36"/>
                                        </p:tgtEl>
                                        <p:attrNameLst>
                                          <p:attrName>style.rotation</p:attrName>
                                        </p:attrNameLst>
                                      </p:cBhvr>
                                      <p:tavLst>
                                        <p:tav tm="0">
                                          <p:val>
                                            <p:fltVal val="90"/>
                                          </p:val>
                                        </p:tav>
                                        <p:tav tm="100000">
                                          <p:val>
                                            <p:fltVal val="0"/>
                                          </p:val>
                                        </p:tav>
                                      </p:tavLst>
                                    </p:anim>
                                    <p:animEffect transition="in" filter="fade">
                                      <p:cBhvr>
                                        <p:cTn id="151" dur="3000"/>
                                        <p:tgtEl>
                                          <p:spTgt spid="36"/>
                                        </p:tgtEl>
                                      </p:cBhvr>
                                    </p:animEffect>
                                  </p:childTnLst>
                                </p:cTn>
                              </p:par>
                              <p:par>
                                <p:cTn id="152" presetID="31" presetClass="entr" presetSubtype="0" fill="hold" grpId="0" nodeType="withEffect">
                                  <p:stCondLst>
                                    <p:cond delay="7500"/>
                                  </p:stCondLst>
                                  <p:childTnLst>
                                    <p:set>
                                      <p:cBhvr>
                                        <p:cTn id="153" dur="1" fill="hold">
                                          <p:stCondLst>
                                            <p:cond delay="0"/>
                                          </p:stCondLst>
                                        </p:cTn>
                                        <p:tgtEl>
                                          <p:spTgt spid="29"/>
                                        </p:tgtEl>
                                        <p:attrNameLst>
                                          <p:attrName>style.visibility</p:attrName>
                                        </p:attrNameLst>
                                      </p:cBhvr>
                                      <p:to>
                                        <p:strVal val="visible"/>
                                      </p:to>
                                    </p:set>
                                    <p:anim calcmode="lin" valueType="num">
                                      <p:cBhvr>
                                        <p:cTn id="154" dur="3000" fill="hold"/>
                                        <p:tgtEl>
                                          <p:spTgt spid="29"/>
                                        </p:tgtEl>
                                        <p:attrNameLst>
                                          <p:attrName>ppt_w</p:attrName>
                                        </p:attrNameLst>
                                      </p:cBhvr>
                                      <p:tavLst>
                                        <p:tav tm="0">
                                          <p:val>
                                            <p:fltVal val="0"/>
                                          </p:val>
                                        </p:tav>
                                        <p:tav tm="100000">
                                          <p:val>
                                            <p:strVal val="#ppt_w"/>
                                          </p:val>
                                        </p:tav>
                                      </p:tavLst>
                                    </p:anim>
                                    <p:anim calcmode="lin" valueType="num">
                                      <p:cBhvr>
                                        <p:cTn id="155" dur="3000" fill="hold"/>
                                        <p:tgtEl>
                                          <p:spTgt spid="29"/>
                                        </p:tgtEl>
                                        <p:attrNameLst>
                                          <p:attrName>ppt_h</p:attrName>
                                        </p:attrNameLst>
                                      </p:cBhvr>
                                      <p:tavLst>
                                        <p:tav tm="0">
                                          <p:val>
                                            <p:fltVal val="0"/>
                                          </p:val>
                                        </p:tav>
                                        <p:tav tm="100000">
                                          <p:val>
                                            <p:strVal val="#ppt_h"/>
                                          </p:val>
                                        </p:tav>
                                      </p:tavLst>
                                    </p:anim>
                                    <p:anim calcmode="lin" valueType="num">
                                      <p:cBhvr>
                                        <p:cTn id="156" dur="3000" fill="hold"/>
                                        <p:tgtEl>
                                          <p:spTgt spid="29"/>
                                        </p:tgtEl>
                                        <p:attrNameLst>
                                          <p:attrName>style.rotation</p:attrName>
                                        </p:attrNameLst>
                                      </p:cBhvr>
                                      <p:tavLst>
                                        <p:tav tm="0">
                                          <p:val>
                                            <p:fltVal val="90"/>
                                          </p:val>
                                        </p:tav>
                                        <p:tav tm="100000">
                                          <p:val>
                                            <p:fltVal val="0"/>
                                          </p:val>
                                        </p:tav>
                                      </p:tavLst>
                                    </p:anim>
                                    <p:animEffect transition="in" filter="fade">
                                      <p:cBhvr>
                                        <p:cTn id="157" dur="3000"/>
                                        <p:tgtEl>
                                          <p:spTgt spid="29"/>
                                        </p:tgtEl>
                                      </p:cBhvr>
                                    </p:animEffect>
                                  </p:childTnLst>
                                </p:cTn>
                              </p:par>
                              <p:par>
                                <p:cTn id="158" presetID="31" presetClass="entr" presetSubtype="0" fill="hold" grpId="0" nodeType="withEffect">
                                  <p:stCondLst>
                                    <p:cond delay="7500"/>
                                  </p:stCondLst>
                                  <p:childTnLst>
                                    <p:set>
                                      <p:cBhvr>
                                        <p:cTn id="159" dur="1" fill="hold">
                                          <p:stCondLst>
                                            <p:cond delay="0"/>
                                          </p:stCondLst>
                                        </p:cTn>
                                        <p:tgtEl>
                                          <p:spTgt spid="47"/>
                                        </p:tgtEl>
                                        <p:attrNameLst>
                                          <p:attrName>style.visibility</p:attrName>
                                        </p:attrNameLst>
                                      </p:cBhvr>
                                      <p:to>
                                        <p:strVal val="visible"/>
                                      </p:to>
                                    </p:set>
                                    <p:anim calcmode="lin" valueType="num">
                                      <p:cBhvr>
                                        <p:cTn id="160" dur="3000" fill="hold"/>
                                        <p:tgtEl>
                                          <p:spTgt spid="47"/>
                                        </p:tgtEl>
                                        <p:attrNameLst>
                                          <p:attrName>ppt_w</p:attrName>
                                        </p:attrNameLst>
                                      </p:cBhvr>
                                      <p:tavLst>
                                        <p:tav tm="0">
                                          <p:val>
                                            <p:fltVal val="0"/>
                                          </p:val>
                                        </p:tav>
                                        <p:tav tm="100000">
                                          <p:val>
                                            <p:strVal val="#ppt_w"/>
                                          </p:val>
                                        </p:tav>
                                      </p:tavLst>
                                    </p:anim>
                                    <p:anim calcmode="lin" valueType="num">
                                      <p:cBhvr>
                                        <p:cTn id="161" dur="3000" fill="hold"/>
                                        <p:tgtEl>
                                          <p:spTgt spid="47"/>
                                        </p:tgtEl>
                                        <p:attrNameLst>
                                          <p:attrName>ppt_h</p:attrName>
                                        </p:attrNameLst>
                                      </p:cBhvr>
                                      <p:tavLst>
                                        <p:tav tm="0">
                                          <p:val>
                                            <p:fltVal val="0"/>
                                          </p:val>
                                        </p:tav>
                                        <p:tav tm="100000">
                                          <p:val>
                                            <p:strVal val="#ppt_h"/>
                                          </p:val>
                                        </p:tav>
                                      </p:tavLst>
                                    </p:anim>
                                    <p:anim calcmode="lin" valueType="num">
                                      <p:cBhvr>
                                        <p:cTn id="162" dur="3000" fill="hold"/>
                                        <p:tgtEl>
                                          <p:spTgt spid="47"/>
                                        </p:tgtEl>
                                        <p:attrNameLst>
                                          <p:attrName>style.rotation</p:attrName>
                                        </p:attrNameLst>
                                      </p:cBhvr>
                                      <p:tavLst>
                                        <p:tav tm="0">
                                          <p:val>
                                            <p:fltVal val="90"/>
                                          </p:val>
                                        </p:tav>
                                        <p:tav tm="100000">
                                          <p:val>
                                            <p:fltVal val="0"/>
                                          </p:val>
                                        </p:tav>
                                      </p:tavLst>
                                    </p:anim>
                                    <p:animEffect transition="in" filter="fade">
                                      <p:cBhvr>
                                        <p:cTn id="163" dur="3000"/>
                                        <p:tgtEl>
                                          <p:spTgt spid="47"/>
                                        </p:tgtEl>
                                      </p:cBhvr>
                                    </p:animEffect>
                                  </p:childTnLst>
                                </p:cTn>
                              </p:par>
                              <p:par>
                                <p:cTn id="164" presetID="31" presetClass="entr" presetSubtype="0" fill="hold" grpId="0" nodeType="withEffect">
                                  <p:stCondLst>
                                    <p:cond delay="7500"/>
                                  </p:stCondLst>
                                  <p:childTnLst>
                                    <p:set>
                                      <p:cBhvr>
                                        <p:cTn id="165" dur="1" fill="hold">
                                          <p:stCondLst>
                                            <p:cond delay="0"/>
                                          </p:stCondLst>
                                        </p:cTn>
                                        <p:tgtEl>
                                          <p:spTgt spid="48"/>
                                        </p:tgtEl>
                                        <p:attrNameLst>
                                          <p:attrName>style.visibility</p:attrName>
                                        </p:attrNameLst>
                                      </p:cBhvr>
                                      <p:to>
                                        <p:strVal val="visible"/>
                                      </p:to>
                                    </p:set>
                                    <p:anim calcmode="lin" valueType="num">
                                      <p:cBhvr>
                                        <p:cTn id="166" dur="3000" fill="hold"/>
                                        <p:tgtEl>
                                          <p:spTgt spid="48"/>
                                        </p:tgtEl>
                                        <p:attrNameLst>
                                          <p:attrName>ppt_w</p:attrName>
                                        </p:attrNameLst>
                                      </p:cBhvr>
                                      <p:tavLst>
                                        <p:tav tm="0">
                                          <p:val>
                                            <p:fltVal val="0"/>
                                          </p:val>
                                        </p:tav>
                                        <p:tav tm="100000">
                                          <p:val>
                                            <p:strVal val="#ppt_w"/>
                                          </p:val>
                                        </p:tav>
                                      </p:tavLst>
                                    </p:anim>
                                    <p:anim calcmode="lin" valueType="num">
                                      <p:cBhvr>
                                        <p:cTn id="167" dur="3000" fill="hold"/>
                                        <p:tgtEl>
                                          <p:spTgt spid="48"/>
                                        </p:tgtEl>
                                        <p:attrNameLst>
                                          <p:attrName>ppt_h</p:attrName>
                                        </p:attrNameLst>
                                      </p:cBhvr>
                                      <p:tavLst>
                                        <p:tav tm="0">
                                          <p:val>
                                            <p:fltVal val="0"/>
                                          </p:val>
                                        </p:tav>
                                        <p:tav tm="100000">
                                          <p:val>
                                            <p:strVal val="#ppt_h"/>
                                          </p:val>
                                        </p:tav>
                                      </p:tavLst>
                                    </p:anim>
                                    <p:anim calcmode="lin" valueType="num">
                                      <p:cBhvr>
                                        <p:cTn id="168" dur="3000" fill="hold"/>
                                        <p:tgtEl>
                                          <p:spTgt spid="48"/>
                                        </p:tgtEl>
                                        <p:attrNameLst>
                                          <p:attrName>style.rotation</p:attrName>
                                        </p:attrNameLst>
                                      </p:cBhvr>
                                      <p:tavLst>
                                        <p:tav tm="0">
                                          <p:val>
                                            <p:fltVal val="90"/>
                                          </p:val>
                                        </p:tav>
                                        <p:tav tm="100000">
                                          <p:val>
                                            <p:fltVal val="0"/>
                                          </p:val>
                                        </p:tav>
                                      </p:tavLst>
                                    </p:anim>
                                    <p:animEffect transition="in" filter="fade">
                                      <p:cBhvr>
                                        <p:cTn id="169" dur="3000"/>
                                        <p:tgtEl>
                                          <p:spTgt spid="48"/>
                                        </p:tgtEl>
                                      </p:cBhvr>
                                    </p:animEffect>
                                  </p:childTnLst>
                                </p:cTn>
                              </p:par>
                              <p:par>
                                <p:cTn id="170" presetID="31" presetClass="entr" presetSubtype="0" fill="hold" grpId="0" nodeType="withEffect">
                                  <p:stCondLst>
                                    <p:cond delay="7500"/>
                                  </p:stCondLst>
                                  <p:childTnLst>
                                    <p:set>
                                      <p:cBhvr>
                                        <p:cTn id="171" dur="1" fill="hold">
                                          <p:stCondLst>
                                            <p:cond delay="0"/>
                                          </p:stCondLst>
                                        </p:cTn>
                                        <p:tgtEl>
                                          <p:spTgt spid="49"/>
                                        </p:tgtEl>
                                        <p:attrNameLst>
                                          <p:attrName>style.visibility</p:attrName>
                                        </p:attrNameLst>
                                      </p:cBhvr>
                                      <p:to>
                                        <p:strVal val="visible"/>
                                      </p:to>
                                    </p:set>
                                    <p:anim calcmode="lin" valueType="num">
                                      <p:cBhvr>
                                        <p:cTn id="172" dur="3000" fill="hold"/>
                                        <p:tgtEl>
                                          <p:spTgt spid="49"/>
                                        </p:tgtEl>
                                        <p:attrNameLst>
                                          <p:attrName>ppt_w</p:attrName>
                                        </p:attrNameLst>
                                      </p:cBhvr>
                                      <p:tavLst>
                                        <p:tav tm="0">
                                          <p:val>
                                            <p:fltVal val="0"/>
                                          </p:val>
                                        </p:tav>
                                        <p:tav tm="100000">
                                          <p:val>
                                            <p:strVal val="#ppt_w"/>
                                          </p:val>
                                        </p:tav>
                                      </p:tavLst>
                                    </p:anim>
                                    <p:anim calcmode="lin" valueType="num">
                                      <p:cBhvr>
                                        <p:cTn id="173" dur="3000" fill="hold"/>
                                        <p:tgtEl>
                                          <p:spTgt spid="49"/>
                                        </p:tgtEl>
                                        <p:attrNameLst>
                                          <p:attrName>ppt_h</p:attrName>
                                        </p:attrNameLst>
                                      </p:cBhvr>
                                      <p:tavLst>
                                        <p:tav tm="0">
                                          <p:val>
                                            <p:fltVal val="0"/>
                                          </p:val>
                                        </p:tav>
                                        <p:tav tm="100000">
                                          <p:val>
                                            <p:strVal val="#ppt_h"/>
                                          </p:val>
                                        </p:tav>
                                      </p:tavLst>
                                    </p:anim>
                                    <p:anim calcmode="lin" valueType="num">
                                      <p:cBhvr>
                                        <p:cTn id="174" dur="3000" fill="hold"/>
                                        <p:tgtEl>
                                          <p:spTgt spid="49"/>
                                        </p:tgtEl>
                                        <p:attrNameLst>
                                          <p:attrName>style.rotation</p:attrName>
                                        </p:attrNameLst>
                                      </p:cBhvr>
                                      <p:tavLst>
                                        <p:tav tm="0">
                                          <p:val>
                                            <p:fltVal val="90"/>
                                          </p:val>
                                        </p:tav>
                                        <p:tav tm="100000">
                                          <p:val>
                                            <p:fltVal val="0"/>
                                          </p:val>
                                        </p:tav>
                                      </p:tavLst>
                                    </p:anim>
                                    <p:animEffect transition="in" filter="fade">
                                      <p:cBhvr>
                                        <p:cTn id="175" dur="3000"/>
                                        <p:tgtEl>
                                          <p:spTgt spid="49"/>
                                        </p:tgtEl>
                                      </p:cBhvr>
                                    </p:animEffect>
                                  </p:childTnLst>
                                </p:cTn>
                              </p:par>
                              <p:par>
                                <p:cTn id="176" presetID="31" presetClass="entr" presetSubtype="0" fill="hold" grpId="0" nodeType="withEffect">
                                  <p:stCondLst>
                                    <p:cond delay="7500"/>
                                  </p:stCondLst>
                                  <p:childTnLst>
                                    <p:set>
                                      <p:cBhvr>
                                        <p:cTn id="177" dur="1" fill="hold">
                                          <p:stCondLst>
                                            <p:cond delay="0"/>
                                          </p:stCondLst>
                                        </p:cTn>
                                        <p:tgtEl>
                                          <p:spTgt spid="50"/>
                                        </p:tgtEl>
                                        <p:attrNameLst>
                                          <p:attrName>style.visibility</p:attrName>
                                        </p:attrNameLst>
                                      </p:cBhvr>
                                      <p:to>
                                        <p:strVal val="visible"/>
                                      </p:to>
                                    </p:set>
                                    <p:anim calcmode="lin" valueType="num">
                                      <p:cBhvr>
                                        <p:cTn id="178" dur="3000" fill="hold"/>
                                        <p:tgtEl>
                                          <p:spTgt spid="50"/>
                                        </p:tgtEl>
                                        <p:attrNameLst>
                                          <p:attrName>ppt_w</p:attrName>
                                        </p:attrNameLst>
                                      </p:cBhvr>
                                      <p:tavLst>
                                        <p:tav tm="0">
                                          <p:val>
                                            <p:fltVal val="0"/>
                                          </p:val>
                                        </p:tav>
                                        <p:tav tm="100000">
                                          <p:val>
                                            <p:strVal val="#ppt_w"/>
                                          </p:val>
                                        </p:tav>
                                      </p:tavLst>
                                    </p:anim>
                                    <p:anim calcmode="lin" valueType="num">
                                      <p:cBhvr>
                                        <p:cTn id="179" dur="3000" fill="hold"/>
                                        <p:tgtEl>
                                          <p:spTgt spid="50"/>
                                        </p:tgtEl>
                                        <p:attrNameLst>
                                          <p:attrName>ppt_h</p:attrName>
                                        </p:attrNameLst>
                                      </p:cBhvr>
                                      <p:tavLst>
                                        <p:tav tm="0">
                                          <p:val>
                                            <p:fltVal val="0"/>
                                          </p:val>
                                        </p:tav>
                                        <p:tav tm="100000">
                                          <p:val>
                                            <p:strVal val="#ppt_h"/>
                                          </p:val>
                                        </p:tav>
                                      </p:tavLst>
                                    </p:anim>
                                    <p:anim calcmode="lin" valueType="num">
                                      <p:cBhvr>
                                        <p:cTn id="180" dur="3000" fill="hold"/>
                                        <p:tgtEl>
                                          <p:spTgt spid="50"/>
                                        </p:tgtEl>
                                        <p:attrNameLst>
                                          <p:attrName>style.rotation</p:attrName>
                                        </p:attrNameLst>
                                      </p:cBhvr>
                                      <p:tavLst>
                                        <p:tav tm="0">
                                          <p:val>
                                            <p:fltVal val="90"/>
                                          </p:val>
                                        </p:tav>
                                        <p:tav tm="100000">
                                          <p:val>
                                            <p:fltVal val="0"/>
                                          </p:val>
                                        </p:tav>
                                      </p:tavLst>
                                    </p:anim>
                                    <p:animEffect transition="in" filter="fade">
                                      <p:cBhvr>
                                        <p:cTn id="181" dur="3000"/>
                                        <p:tgtEl>
                                          <p:spTgt spid="50"/>
                                        </p:tgtEl>
                                      </p:cBhvr>
                                    </p:animEffect>
                                  </p:childTnLst>
                                </p:cTn>
                              </p:par>
                              <p:par>
                                <p:cTn id="182" presetID="31" presetClass="entr" presetSubtype="0" fill="hold" grpId="0" nodeType="withEffect">
                                  <p:stCondLst>
                                    <p:cond delay="7500"/>
                                  </p:stCondLst>
                                  <p:childTnLst>
                                    <p:set>
                                      <p:cBhvr>
                                        <p:cTn id="183" dur="1" fill="hold">
                                          <p:stCondLst>
                                            <p:cond delay="0"/>
                                          </p:stCondLst>
                                        </p:cTn>
                                        <p:tgtEl>
                                          <p:spTgt spid="51"/>
                                        </p:tgtEl>
                                        <p:attrNameLst>
                                          <p:attrName>style.visibility</p:attrName>
                                        </p:attrNameLst>
                                      </p:cBhvr>
                                      <p:to>
                                        <p:strVal val="visible"/>
                                      </p:to>
                                    </p:set>
                                    <p:anim calcmode="lin" valueType="num">
                                      <p:cBhvr>
                                        <p:cTn id="184" dur="3000" fill="hold"/>
                                        <p:tgtEl>
                                          <p:spTgt spid="51"/>
                                        </p:tgtEl>
                                        <p:attrNameLst>
                                          <p:attrName>ppt_w</p:attrName>
                                        </p:attrNameLst>
                                      </p:cBhvr>
                                      <p:tavLst>
                                        <p:tav tm="0">
                                          <p:val>
                                            <p:fltVal val="0"/>
                                          </p:val>
                                        </p:tav>
                                        <p:tav tm="100000">
                                          <p:val>
                                            <p:strVal val="#ppt_w"/>
                                          </p:val>
                                        </p:tav>
                                      </p:tavLst>
                                    </p:anim>
                                    <p:anim calcmode="lin" valueType="num">
                                      <p:cBhvr>
                                        <p:cTn id="185" dur="3000" fill="hold"/>
                                        <p:tgtEl>
                                          <p:spTgt spid="51"/>
                                        </p:tgtEl>
                                        <p:attrNameLst>
                                          <p:attrName>ppt_h</p:attrName>
                                        </p:attrNameLst>
                                      </p:cBhvr>
                                      <p:tavLst>
                                        <p:tav tm="0">
                                          <p:val>
                                            <p:fltVal val="0"/>
                                          </p:val>
                                        </p:tav>
                                        <p:tav tm="100000">
                                          <p:val>
                                            <p:strVal val="#ppt_h"/>
                                          </p:val>
                                        </p:tav>
                                      </p:tavLst>
                                    </p:anim>
                                    <p:anim calcmode="lin" valueType="num">
                                      <p:cBhvr>
                                        <p:cTn id="186" dur="3000" fill="hold"/>
                                        <p:tgtEl>
                                          <p:spTgt spid="51"/>
                                        </p:tgtEl>
                                        <p:attrNameLst>
                                          <p:attrName>style.rotation</p:attrName>
                                        </p:attrNameLst>
                                      </p:cBhvr>
                                      <p:tavLst>
                                        <p:tav tm="0">
                                          <p:val>
                                            <p:fltVal val="90"/>
                                          </p:val>
                                        </p:tav>
                                        <p:tav tm="100000">
                                          <p:val>
                                            <p:fltVal val="0"/>
                                          </p:val>
                                        </p:tav>
                                      </p:tavLst>
                                    </p:anim>
                                    <p:animEffect transition="in" filter="fade">
                                      <p:cBhvr>
                                        <p:cTn id="187" dur="3000"/>
                                        <p:tgtEl>
                                          <p:spTgt spid="51"/>
                                        </p:tgtEl>
                                      </p:cBhvr>
                                    </p:animEffect>
                                  </p:childTnLst>
                                </p:cTn>
                              </p:par>
                              <p:par>
                                <p:cTn id="188" presetID="31" presetClass="entr" presetSubtype="0" fill="hold" grpId="0" nodeType="withEffect">
                                  <p:stCondLst>
                                    <p:cond delay="7500"/>
                                  </p:stCondLst>
                                  <p:childTnLst>
                                    <p:set>
                                      <p:cBhvr>
                                        <p:cTn id="189" dur="1" fill="hold">
                                          <p:stCondLst>
                                            <p:cond delay="0"/>
                                          </p:stCondLst>
                                        </p:cTn>
                                        <p:tgtEl>
                                          <p:spTgt spid="52"/>
                                        </p:tgtEl>
                                        <p:attrNameLst>
                                          <p:attrName>style.visibility</p:attrName>
                                        </p:attrNameLst>
                                      </p:cBhvr>
                                      <p:to>
                                        <p:strVal val="visible"/>
                                      </p:to>
                                    </p:set>
                                    <p:anim calcmode="lin" valueType="num">
                                      <p:cBhvr>
                                        <p:cTn id="190" dur="3000" fill="hold"/>
                                        <p:tgtEl>
                                          <p:spTgt spid="52"/>
                                        </p:tgtEl>
                                        <p:attrNameLst>
                                          <p:attrName>ppt_w</p:attrName>
                                        </p:attrNameLst>
                                      </p:cBhvr>
                                      <p:tavLst>
                                        <p:tav tm="0">
                                          <p:val>
                                            <p:fltVal val="0"/>
                                          </p:val>
                                        </p:tav>
                                        <p:tav tm="100000">
                                          <p:val>
                                            <p:strVal val="#ppt_w"/>
                                          </p:val>
                                        </p:tav>
                                      </p:tavLst>
                                    </p:anim>
                                    <p:anim calcmode="lin" valueType="num">
                                      <p:cBhvr>
                                        <p:cTn id="191" dur="3000" fill="hold"/>
                                        <p:tgtEl>
                                          <p:spTgt spid="52"/>
                                        </p:tgtEl>
                                        <p:attrNameLst>
                                          <p:attrName>ppt_h</p:attrName>
                                        </p:attrNameLst>
                                      </p:cBhvr>
                                      <p:tavLst>
                                        <p:tav tm="0">
                                          <p:val>
                                            <p:fltVal val="0"/>
                                          </p:val>
                                        </p:tav>
                                        <p:tav tm="100000">
                                          <p:val>
                                            <p:strVal val="#ppt_h"/>
                                          </p:val>
                                        </p:tav>
                                      </p:tavLst>
                                    </p:anim>
                                    <p:anim calcmode="lin" valueType="num">
                                      <p:cBhvr>
                                        <p:cTn id="192" dur="3000" fill="hold"/>
                                        <p:tgtEl>
                                          <p:spTgt spid="52"/>
                                        </p:tgtEl>
                                        <p:attrNameLst>
                                          <p:attrName>style.rotation</p:attrName>
                                        </p:attrNameLst>
                                      </p:cBhvr>
                                      <p:tavLst>
                                        <p:tav tm="0">
                                          <p:val>
                                            <p:fltVal val="90"/>
                                          </p:val>
                                        </p:tav>
                                        <p:tav tm="100000">
                                          <p:val>
                                            <p:fltVal val="0"/>
                                          </p:val>
                                        </p:tav>
                                      </p:tavLst>
                                    </p:anim>
                                    <p:animEffect transition="in" filter="fade">
                                      <p:cBhvr>
                                        <p:cTn id="193" dur="3000"/>
                                        <p:tgtEl>
                                          <p:spTgt spid="52"/>
                                        </p:tgtEl>
                                      </p:cBhvr>
                                    </p:animEffect>
                                  </p:childTnLst>
                                </p:cTn>
                              </p:par>
                              <p:par>
                                <p:cTn id="194" presetID="31" presetClass="entr" presetSubtype="0" fill="hold" grpId="0" nodeType="withEffect">
                                  <p:stCondLst>
                                    <p:cond delay="7500"/>
                                  </p:stCondLst>
                                  <p:childTnLst>
                                    <p:set>
                                      <p:cBhvr>
                                        <p:cTn id="195" dur="1" fill="hold">
                                          <p:stCondLst>
                                            <p:cond delay="0"/>
                                          </p:stCondLst>
                                        </p:cTn>
                                        <p:tgtEl>
                                          <p:spTgt spid="30"/>
                                        </p:tgtEl>
                                        <p:attrNameLst>
                                          <p:attrName>style.visibility</p:attrName>
                                        </p:attrNameLst>
                                      </p:cBhvr>
                                      <p:to>
                                        <p:strVal val="visible"/>
                                      </p:to>
                                    </p:set>
                                    <p:anim calcmode="lin" valueType="num">
                                      <p:cBhvr>
                                        <p:cTn id="196" dur="3000" fill="hold"/>
                                        <p:tgtEl>
                                          <p:spTgt spid="30"/>
                                        </p:tgtEl>
                                        <p:attrNameLst>
                                          <p:attrName>ppt_w</p:attrName>
                                        </p:attrNameLst>
                                      </p:cBhvr>
                                      <p:tavLst>
                                        <p:tav tm="0">
                                          <p:val>
                                            <p:fltVal val="0"/>
                                          </p:val>
                                        </p:tav>
                                        <p:tav tm="100000">
                                          <p:val>
                                            <p:strVal val="#ppt_w"/>
                                          </p:val>
                                        </p:tav>
                                      </p:tavLst>
                                    </p:anim>
                                    <p:anim calcmode="lin" valueType="num">
                                      <p:cBhvr>
                                        <p:cTn id="197" dur="3000" fill="hold"/>
                                        <p:tgtEl>
                                          <p:spTgt spid="30"/>
                                        </p:tgtEl>
                                        <p:attrNameLst>
                                          <p:attrName>ppt_h</p:attrName>
                                        </p:attrNameLst>
                                      </p:cBhvr>
                                      <p:tavLst>
                                        <p:tav tm="0">
                                          <p:val>
                                            <p:fltVal val="0"/>
                                          </p:val>
                                        </p:tav>
                                        <p:tav tm="100000">
                                          <p:val>
                                            <p:strVal val="#ppt_h"/>
                                          </p:val>
                                        </p:tav>
                                      </p:tavLst>
                                    </p:anim>
                                    <p:anim calcmode="lin" valueType="num">
                                      <p:cBhvr>
                                        <p:cTn id="198" dur="3000" fill="hold"/>
                                        <p:tgtEl>
                                          <p:spTgt spid="30"/>
                                        </p:tgtEl>
                                        <p:attrNameLst>
                                          <p:attrName>style.rotation</p:attrName>
                                        </p:attrNameLst>
                                      </p:cBhvr>
                                      <p:tavLst>
                                        <p:tav tm="0">
                                          <p:val>
                                            <p:fltVal val="90"/>
                                          </p:val>
                                        </p:tav>
                                        <p:tav tm="100000">
                                          <p:val>
                                            <p:fltVal val="0"/>
                                          </p:val>
                                        </p:tav>
                                      </p:tavLst>
                                    </p:anim>
                                    <p:animEffect transition="in" filter="fade">
                                      <p:cBhvr>
                                        <p:cTn id="199" dur="3000"/>
                                        <p:tgtEl>
                                          <p:spTgt spid="30"/>
                                        </p:tgtEl>
                                      </p:cBhvr>
                                    </p:animEffect>
                                  </p:childTnLst>
                                </p:cTn>
                              </p:par>
                              <p:par>
                                <p:cTn id="200" presetID="31" presetClass="entr" presetSubtype="0" fill="hold" grpId="0" nodeType="withEffect">
                                  <p:stCondLst>
                                    <p:cond delay="7500"/>
                                  </p:stCondLst>
                                  <p:childTnLst>
                                    <p:set>
                                      <p:cBhvr>
                                        <p:cTn id="201" dur="1" fill="hold">
                                          <p:stCondLst>
                                            <p:cond delay="0"/>
                                          </p:stCondLst>
                                        </p:cTn>
                                        <p:tgtEl>
                                          <p:spTgt spid="41"/>
                                        </p:tgtEl>
                                        <p:attrNameLst>
                                          <p:attrName>style.visibility</p:attrName>
                                        </p:attrNameLst>
                                      </p:cBhvr>
                                      <p:to>
                                        <p:strVal val="visible"/>
                                      </p:to>
                                    </p:set>
                                    <p:anim calcmode="lin" valueType="num">
                                      <p:cBhvr>
                                        <p:cTn id="202" dur="3000" fill="hold"/>
                                        <p:tgtEl>
                                          <p:spTgt spid="41"/>
                                        </p:tgtEl>
                                        <p:attrNameLst>
                                          <p:attrName>ppt_w</p:attrName>
                                        </p:attrNameLst>
                                      </p:cBhvr>
                                      <p:tavLst>
                                        <p:tav tm="0">
                                          <p:val>
                                            <p:fltVal val="0"/>
                                          </p:val>
                                        </p:tav>
                                        <p:tav tm="100000">
                                          <p:val>
                                            <p:strVal val="#ppt_w"/>
                                          </p:val>
                                        </p:tav>
                                      </p:tavLst>
                                    </p:anim>
                                    <p:anim calcmode="lin" valueType="num">
                                      <p:cBhvr>
                                        <p:cTn id="203" dur="3000" fill="hold"/>
                                        <p:tgtEl>
                                          <p:spTgt spid="41"/>
                                        </p:tgtEl>
                                        <p:attrNameLst>
                                          <p:attrName>ppt_h</p:attrName>
                                        </p:attrNameLst>
                                      </p:cBhvr>
                                      <p:tavLst>
                                        <p:tav tm="0">
                                          <p:val>
                                            <p:fltVal val="0"/>
                                          </p:val>
                                        </p:tav>
                                        <p:tav tm="100000">
                                          <p:val>
                                            <p:strVal val="#ppt_h"/>
                                          </p:val>
                                        </p:tav>
                                      </p:tavLst>
                                    </p:anim>
                                    <p:anim calcmode="lin" valueType="num">
                                      <p:cBhvr>
                                        <p:cTn id="204" dur="3000" fill="hold"/>
                                        <p:tgtEl>
                                          <p:spTgt spid="41"/>
                                        </p:tgtEl>
                                        <p:attrNameLst>
                                          <p:attrName>style.rotation</p:attrName>
                                        </p:attrNameLst>
                                      </p:cBhvr>
                                      <p:tavLst>
                                        <p:tav tm="0">
                                          <p:val>
                                            <p:fltVal val="90"/>
                                          </p:val>
                                        </p:tav>
                                        <p:tav tm="100000">
                                          <p:val>
                                            <p:fltVal val="0"/>
                                          </p:val>
                                        </p:tav>
                                      </p:tavLst>
                                    </p:anim>
                                    <p:animEffect transition="in" filter="fade">
                                      <p:cBhvr>
                                        <p:cTn id="205" dur="3000"/>
                                        <p:tgtEl>
                                          <p:spTgt spid="41"/>
                                        </p:tgtEl>
                                      </p:cBhvr>
                                    </p:animEffect>
                                  </p:childTnLst>
                                </p:cTn>
                              </p:par>
                              <p:par>
                                <p:cTn id="206" presetID="31" presetClass="entr" presetSubtype="0" fill="hold" grpId="0" nodeType="withEffect">
                                  <p:stCondLst>
                                    <p:cond delay="7500"/>
                                  </p:stCondLst>
                                  <p:childTnLst>
                                    <p:set>
                                      <p:cBhvr>
                                        <p:cTn id="207" dur="1" fill="hold">
                                          <p:stCondLst>
                                            <p:cond delay="0"/>
                                          </p:stCondLst>
                                        </p:cTn>
                                        <p:tgtEl>
                                          <p:spTgt spid="42"/>
                                        </p:tgtEl>
                                        <p:attrNameLst>
                                          <p:attrName>style.visibility</p:attrName>
                                        </p:attrNameLst>
                                      </p:cBhvr>
                                      <p:to>
                                        <p:strVal val="visible"/>
                                      </p:to>
                                    </p:set>
                                    <p:anim calcmode="lin" valueType="num">
                                      <p:cBhvr>
                                        <p:cTn id="208" dur="3000" fill="hold"/>
                                        <p:tgtEl>
                                          <p:spTgt spid="42"/>
                                        </p:tgtEl>
                                        <p:attrNameLst>
                                          <p:attrName>ppt_w</p:attrName>
                                        </p:attrNameLst>
                                      </p:cBhvr>
                                      <p:tavLst>
                                        <p:tav tm="0">
                                          <p:val>
                                            <p:fltVal val="0"/>
                                          </p:val>
                                        </p:tav>
                                        <p:tav tm="100000">
                                          <p:val>
                                            <p:strVal val="#ppt_w"/>
                                          </p:val>
                                        </p:tav>
                                      </p:tavLst>
                                    </p:anim>
                                    <p:anim calcmode="lin" valueType="num">
                                      <p:cBhvr>
                                        <p:cTn id="209" dur="3000" fill="hold"/>
                                        <p:tgtEl>
                                          <p:spTgt spid="42"/>
                                        </p:tgtEl>
                                        <p:attrNameLst>
                                          <p:attrName>ppt_h</p:attrName>
                                        </p:attrNameLst>
                                      </p:cBhvr>
                                      <p:tavLst>
                                        <p:tav tm="0">
                                          <p:val>
                                            <p:fltVal val="0"/>
                                          </p:val>
                                        </p:tav>
                                        <p:tav tm="100000">
                                          <p:val>
                                            <p:strVal val="#ppt_h"/>
                                          </p:val>
                                        </p:tav>
                                      </p:tavLst>
                                    </p:anim>
                                    <p:anim calcmode="lin" valueType="num">
                                      <p:cBhvr>
                                        <p:cTn id="210" dur="3000" fill="hold"/>
                                        <p:tgtEl>
                                          <p:spTgt spid="42"/>
                                        </p:tgtEl>
                                        <p:attrNameLst>
                                          <p:attrName>style.rotation</p:attrName>
                                        </p:attrNameLst>
                                      </p:cBhvr>
                                      <p:tavLst>
                                        <p:tav tm="0">
                                          <p:val>
                                            <p:fltVal val="90"/>
                                          </p:val>
                                        </p:tav>
                                        <p:tav tm="100000">
                                          <p:val>
                                            <p:fltVal val="0"/>
                                          </p:val>
                                        </p:tav>
                                      </p:tavLst>
                                    </p:anim>
                                    <p:animEffect transition="in" filter="fade">
                                      <p:cBhvr>
                                        <p:cTn id="211" dur="3000"/>
                                        <p:tgtEl>
                                          <p:spTgt spid="42"/>
                                        </p:tgtEl>
                                      </p:cBhvr>
                                    </p:animEffect>
                                  </p:childTnLst>
                                </p:cTn>
                              </p:par>
                              <p:par>
                                <p:cTn id="212" presetID="31" presetClass="entr" presetSubtype="0" fill="hold" grpId="0" nodeType="withEffect">
                                  <p:stCondLst>
                                    <p:cond delay="7500"/>
                                  </p:stCondLst>
                                  <p:childTnLst>
                                    <p:set>
                                      <p:cBhvr>
                                        <p:cTn id="213" dur="1" fill="hold">
                                          <p:stCondLst>
                                            <p:cond delay="0"/>
                                          </p:stCondLst>
                                        </p:cTn>
                                        <p:tgtEl>
                                          <p:spTgt spid="43"/>
                                        </p:tgtEl>
                                        <p:attrNameLst>
                                          <p:attrName>style.visibility</p:attrName>
                                        </p:attrNameLst>
                                      </p:cBhvr>
                                      <p:to>
                                        <p:strVal val="visible"/>
                                      </p:to>
                                    </p:set>
                                    <p:anim calcmode="lin" valueType="num">
                                      <p:cBhvr>
                                        <p:cTn id="214" dur="3000" fill="hold"/>
                                        <p:tgtEl>
                                          <p:spTgt spid="43"/>
                                        </p:tgtEl>
                                        <p:attrNameLst>
                                          <p:attrName>ppt_w</p:attrName>
                                        </p:attrNameLst>
                                      </p:cBhvr>
                                      <p:tavLst>
                                        <p:tav tm="0">
                                          <p:val>
                                            <p:fltVal val="0"/>
                                          </p:val>
                                        </p:tav>
                                        <p:tav tm="100000">
                                          <p:val>
                                            <p:strVal val="#ppt_w"/>
                                          </p:val>
                                        </p:tav>
                                      </p:tavLst>
                                    </p:anim>
                                    <p:anim calcmode="lin" valueType="num">
                                      <p:cBhvr>
                                        <p:cTn id="215" dur="3000" fill="hold"/>
                                        <p:tgtEl>
                                          <p:spTgt spid="43"/>
                                        </p:tgtEl>
                                        <p:attrNameLst>
                                          <p:attrName>ppt_h</p:attrName>
                                        </p:attrNameLst>
                                      </p:cBhvr>
                                      <p:tavLst>
                                        <p:tav tm="0">
                                          <p:val>
                                            <p:fltVal val="0"/>
                                          </p:val>
                                        </p:tav>
                                        <p:tav tm="100000">
                                          <p:val>
                                            <p:strVal val="#ppt_h"/>
                                          </p:val>
                                        </p:tav>
                                      </p:tavLst>
                                    </p:anim>
                                    <p:anim calcmode="lin" valueType="num">
                                      <p:cBhvr>
                                        <p:cTn id="216" dur="3000" fill="hold"/>
                                        <p:tgtEl>
                                          <p:spTgt spid="43"/>
                                        </p:tgtEl>
                                        <p:attrNameLst>
                                          <p:attrName>style.rotation</p:attrName>
                                        </p:attrNameLst>
                                      </p:cBhvr>
                                      <p:tavLst>
                                        <p:tav tm="0">
                                          <p:val>
                                            <p:fltVal val="90"/>
                                          </p:val>
                                        </p:tav>
                                        <p:tav tm="100000">
                                          <p:val>
                                            <p:fltVal val="0"/>
                                          </p:val>
                                        </p:tav>
                                      </p:tavLst>
                                    </p:anim>
                                    <p:animEffect transition="in" filter="fade">
                                      <p:cBhvr>
                                        <p:cTn id="217" dur="3000"/>
                                        <p:tgtEl>
                                          <p:spTgt spid="43"/>
                                        </p:tgtEl>
                                      </p:cBhvr>
                                    </p:animEffect>
                                  </p:childTnLst>
                                </p:cTn>
                              </p:par>
                              <p:par>
                                <p:cTn id="218" presetID="31" presetClass="entr" presetSubtype="0" fill="hold" grpId="0" nodeType="withEffect">
                                  <p:stCondLst>
                                    <p:cond delay="7500"/>
                                  </p:stCondLst>
                                  <p:childTnLst>
                                    <p:set>
                                      <p:cBhvr>
                                        <p:cTn id="219" dur="1" fill="hold">
                                          <p:stCondLst>
                                            <p:cond delay="0"/>
                                          </p:stCondLst>
                                        </p:cTn>
                                        <p:tgtEl>
                                          <p:spTgt spid="44"/>
                                        </p:tgtEl>
                                        <p:attrNameLst>
                                          <p:attrName>style.visibility</p:attrName>
                                        </p:attrNameLst>
                                      </p:cBhvr>
                                      <p:to>
                                        <p:strVal val="visible"/>
                                      </p:to>
                                    </p:set>
                                    <p:anim calcmode="lin" valueType="num">
                                      <p:cBhvr>
                                        <p:cTn id="220" dur="3000" fill="hold"/>
                                        <p:tgtEl>
                                          <p:spTgt spid="44"/>
                                        </p:tgtEl>
                                        <p:attrNameLst>
                                          <p:attrName>ppt_w</p:attrName>
                                        </p:attrNameLst>
                                      </p:cBhvr>
                                      <p:tavLst>
                                        <p:tav tm="0">
                                          <p:val>
                                            <p:fltVal val="0"/>
                                          </p:val>
                                        </p:tav>
                                        <p:tav tm="100000">
                                          <p:val>
                                            <p:strVal val="#ppt_w"/>
                                          </p:val>
                                        </p:tav>
                                      </p:tavLst>
                                    </p:anim>
                                    <p:anim calcmode="lin" valueType="num">
                                      <p:cBhvr>
                                        <p:cTn id="221" dur="3000" fill="hold"/>
                                        <p:tgtEl>
                                          <p:spTgt spid="44"/>
                                        </p:tgtEl>
                                        <p:attrNameLst>
                                          <p:attrName>ppt_h</p:attrName>
                                        </p:attrNameLst>
                                      </p:cBhvr>
                                      <p:tavLst>
                                        <p:tav tm="0">
                                          <p:val>
                                            <p:fltVal val="0"/>
                                          </p:val>
                                        </p:tav>
                                        <p:tav tm="100000">
                                          <p:val>
                                            <p:strVal val="#ppt_h"/>
                                          </p:val>
                                        </p:tav>
                                      </p:tavLst>
                                    </p:anim>
                                    <p:anim calcmode="lin" valueType="num">
                                      <p:cBhvr>
                                        <p:cTn id="222" dur="3000" fill="hold"/>
                                        <p:tgtEl>
                                          <p:spTgt spid="44"/>
                                        </p:tgtEl>
                                        <p:attrNameLst>
                                          <p:attrName>style.rotation</p:attrName>
                                        </p:attrNameLst>
                                      </p:cBhvr>
                                      <p:tavLst>
                                        <p:tav tm="0">
                                          <p:val>
                                            <p:fltVal val="90"/>
                                          </p:val>
                                        </p:tav>
                                        <p:tav tm="100000">
                                          <p:val>
                                            <p:fltVal val="0"/>
                                          </p:val>
                                        </p:tav>
                                      </p:tavLst>
                                    </p:anim>
                                    <p:animEffect transition="in" filter="fade">
                                      <p:cBhvr>
                                        <p:cTn id="223" dur="3000"/>
                                        <p:tgtEl>
                                          <p:spTgt spid="44"/>
                                        </p:tgtEl>
                                      </p:cBhvr>
                                    </p:animEffect>
                                  </p:childTnLst>
                                </p:cTn>
                              </p:par>
                              <p:par>
                                <p:cTn id="224" presetID="31" presetClass="entr" presetSubtype="0" fill="hold" grpId="0" nodeType="withEffect">
                                  <p:stCondLst>
                                    <p:cond delay="7500"/>
                                  </p:stCondLst>
                                  <p:childTnLst>
                                    <p:set>
                                      <p:cBhvr>
                                        <p:cTn id="225" dur="1" fill="hold">
                                          <p:stCondLst>
                                            <p:cond delay="0"/>
                                          </p:stCondLst>
                                        </p:cTn>
                                        <p:tgtEl>
                                          <p:spTgt spid="45"/>
                                        </p:tgtEl>
                                        <p:attrNameLst>
                                          <p:attrName>style.visibility</p:attrName>
                                        </p:attrNameLst>
                                      </p:cBhvr>
                                      <p:to>
                                        <p:strVal val="visible"/>
                                      </p:to>
                                    </p:set>
                                    <p:anim calcmode="lin" valueType="num">
                                      <p:cBhvr>
                                        <p:cTn id="226" dur="3000" fill="hold"/>
                                        <p:tgtEl>
                                          <p:spTgt spid="45"/>
                                        </p:tgtEl>
                                        <p:attrNameLst>
                                          <p:attrName>ppt_w</p:attrName>
                                        </p:attrNameLst>
                                      </p:cBhvr>
                                      <p:tavLst>
                                        <p:tav tm="0">
                                          <p:val>
                                            <p:fltVal val="0"/>
                                          </p:val>
                                        </p:tav>
                                        <p:tav tm="100000">
                                          <p:val>
                                            <p:strVal val="#ppt_w"/>
                                          </p:val>
                                        </p:tav>
                                      </p:tavLst>
                                    </p:anim>
                                    <p:anim calcmode="lin" valueType="num">
                                      <p:cBhvr>
                                        <p:cTn id="227" dur="3000" fill="hold"/>
                                        <p:tgtEl>
                                          <p:spTgt spid="45"/>
                                        </p:tgtEl>
                                        <p:attrNameLst>
                                          <p:attrName>ppt_h</p:attrName>
                                        </p:attrNameLst>
                                      </p:cBhvr>
                                      <p:tavLst>
                                        <p:tav tm="0">
                                          <p:val>
                                            <p:fltVal val="0"/>
                                          </p:val>
                                        </p:tav>
                                        <p:tav tm="100000">
                                          <p:val>
                                            <p:strVal val="#ppt_h"/>
                                          </p:val>
                                        </p:tav>
                                      </p:tavLst>
                                    </p:anim>
                                    <p:anim calcmode="lin" valueType="num">
                                      <p:cBhvr>
                                        <p:cTn id="228" dur="3000" fill="hold"/>
                                        <p:tgtEl>
                                          <p:spTgt spid="45"/>
                                        </p:tgtEl>
                                        <p:attrNameLst>
                                          <p:attrName>style.rotation</p:attrName>
                                        </p:attrNameLst>
                                      </p:cBhvr>
                                      <p:tavLst>
                                        <p:tav tm="0">
                                          <p:val>
                                            <p:fltVal val="90"/>
                                          </p:val>
                                        </p:tav>
                                        <p:tav tm="100000">
                                          <p:val>
                                            <p:fltVal val="0"/>
                                          </p:val>
                                        </p:tav>
                                      </p:tavLst>
                                    </p:anim>
                                    <p:animEffect transition="in" filter="fade">
                                      <p:cBhvr>
                                        <p:cTn id="229" dur="3000"/>
                                        <p:tgtEl>
                                          <p:spTgt spid="45"/>
                                        </p:tgtEl>
                                      </p:cBhvr>
                                    </p:animEffect>
                                  </p:childTnLst>
                                </p:cTn>
                              </p:par>
                              <p:par>
                                <p:cTn id="230" presetID="31" presetClass="entr" presetSubtype="0" fill="hold" grpId="0" nodeType="withEffect">
                                  <p:stCondLst>
                                    <p:cond delay="7500"/>
                                  </p:stCondLst>
                                  <p:childTnLst>
                                    <p:set>
                                      <p:cBhvr>
                                        <p:cTn id="231" dur="1" fill="hold">
                                          <p:stCondLst>
                                            <p:cond delay="0"/>
                                          </p:stCondLst>
                                        </p:cTn>
                                        <p:tgtEl>
                                          <p:spTgt spid="46"/>
                                        </p:tgtEl>
                                        <p:attrNameLst>
                                          <p:attrName>style.visibility</p:attrName>
                                        </p:attrNameLst>
                                      </p:cBhvr>
                                      <p:to>
                                        <p:strVal val="visible"/>
                                      </p:to>
                                    </p:set>
                                    <p:anim calcmode="lin" valueType="num">
                                      <p:cBhvr>
                                        <p:cTn id="232" dur="3000" fill="hold"/>
                                        <p:tgtEl>
                                          <p:spTgt spid="46"/>
                                        </p:tgtEl>
                                        <p:attrNameLst>
                                          <p:attrName>ppt_w</p:attrName>
                                        </p:attrNameLst>
                                      </p:cBhvr>
                                      <p:tavLst>
                                        <p:tav tm="0">
                                          <p:val>
                                            <p:fltVal val="0"/>
                                          </p:val>
                                        </p:tav>
                                        <p:tav tm="100000">
                                          <p:val>
                                            <p:strVal val="#ppt_w"/>
                                          </p:val>
                                        </p:tav>
                                      </p:tavLst>
                                    </p:anim>
                                    <p:anim calcmode="lin" valueType="num">
                                      <p:cBhvr>
                                        <p:cTn id="233" dur="3000" fill="hold"/>
                                        <p:tgtEl>
                                          <p:spTgt spid="46"/>
                                        </p:tgtEl>
                                        <p:attrNameLst>
                                          <p:attrName>ppt_h</p:attrName>
                                        </p:attrNameLst>
                                      </p:cBhvr>
                                      <p:tavLst>
                                        <p:tav tm="0">
                                          <p:val>
                                            <p:fltVal val="0"/>
                                          </p:val>
                                        </p:tav>
                                        <p:tav tm="100000">
                                          <p:val>
                                            <p:strVal val="#ppt_h"/>
                                          </p:val>
                                        </p:tav>
                                      </p:tavLst>
                                    </p:anim>
                                    <p:anim calcmode="lin" valueType="num">
                                      <p:cBhvr>
                                        <p:cTn id="234" dur="3000" fill="hold"/>
                                        <p:tgtEl>
                                          <p:spTgt spid="46"/>
                                        </p:tgtEl>
                                        <p:attrNameLst>
                                          <p:attrName>style.rotation</p:attrName>
                                        </p:attrNameLst>
                                      </p:cBhvr>
                                      <p:tavLst>
                                        <p:tav tm="0">
                                          <p:val>
                                            <p:fltVal val="90"/>
                                          </p:val>
                                        </p:tav>
                                        <p:tav tm="100000">
                                          <p:val>
                                            <p:fltVal val="0"/>
                                          </p:val>
                                        </p:tav>
                                      </p:tavLst>
                                    </p:anim>
                                    <p:animEffect transition="in" filter="fade">
                                      <p:cBhvr>
                                        <p:cTn id="235" dur="3000"/>
                                        <p:tgtEl>
                                          <p:spTgt spid="46"/>
                                        </p:tgtEl>
                                      </p:cBhvr>
                                    </p:animEffect>
                                  </p:childTnLst>
                                </p:cTn>
                              </p:par>
                              <p:par>
                                <p:cTn id="236" presetID="31" presetClass="entr" presetSubtype="0" fill="hold" grpId="0" nodeType="withEffect">
                                  <p:stCondLst>
                                    <p:cond delay="7500"/>
                                  </p:stCondLst>
                                  <p:childTnLst>
                                    <p:set>
                                      <p:cBhvr>
                                        <p:cTn id="237" dur="1" fill="hold">
                                          <p:stCondLst>
                                            <p:cond delay="0"/>
                                          </p:stCondLst>
                                        </p:cTn>
                                        <p:tgtEl>
                                          <p:spTgt spid="66"/>
                                        </p:tgtEl>
                                        <p:attrNameLst>
                                          <p:attrName>style.visibility</p:attrName>
                                        </p:attrNameLst>
                                      </p:cBhvr>
                                      <p:to>
                                        <p:strVal val="visible"/>
                                      </p:to>
                                    </p:set>
                                    <p:anim calcmode="lin" valueType="num">
                                      <p:cBhvr>
                                        <p:cTn id="238" dur="3000" fill="hold"/>
                                        <p:tgtEl>
                                          <p:spTgt spid="66"/>
                                        </p:tgtEl>
                                        <p:attrNameLst>
                                          <p:attrName>ppt_w</p:attrName>
                                        </p:attrNameLst>
                                      </p:cBhvr>
                                      <p:tavLst>
                                        <p:tav tm="0">
                                          <p:val>
                                            <p:fltVal val="0"/>
                                          </p:val>
                                        </p:tav>
                                        <p:tav tm="100000">
                                          <p:val>
                                            <p:strVal val="#ppt_w"/>
                                          </p:val>
                                        </p:tav>
                                      </p:tavLst>
                                    </p:anim>
                                    <p:anim calcmode="lin" valueType="num">
                                      <p:cBhvr>
                                        <p:cTn id="239" dur="3000" fill="hold"/>
                                        <p:tgtEl>
                                          <p:spTgt spid="66"/>
                                        </p:tgtEl>
                                        <p:attrNameLst>
                                          <p:attrName>ppt_h</p:attrName>
                                        </p:attrNameLst>
                                      </p:cBhvr>
                                      <p:tavLst>
                                        <p:tav tm="0">
                                          <p:val>
                                            <p:fltVal val="0"/>
                                          </p:val>
                                        </p:tav>
                                        <p:tav tm="100000">
                                          <p:val>
                                            <p:strVal val="#ppt_h"/>
                                          </p:val>
                                        </p:tav>
                                      </p:tavLst>
                                    </p:anim>
                                    <p:anim calcmode="lin" valueType="num">
                                      <p:cBhvr>
                                        <p:cTn id="240" dur="3000" fill="hold"/>
                                        <p:tgtEl>
                                          <p:spTgt spid="66"/>
                                        </p:tgtEl>
                                        <p:attrNameLst>
                                          <p:attrName>style.rotation</p:attrName>
                                        </p:attrNameLst>
                                      </p:cBhvr>
                                      <p:tavLst>
                                        <p:tav tm="0">
                                          <p:val>
                                            <p:fltVal val="90"/>
                                          </p:val>
                                        </p:tav>
                                        <p:tav tm="100000">
                                          <p:val>
                                            <p:fltVal val="0"/>
                                          </p:val>
                                        </p:tav>
                                      </p:tavLst>
                                    </p:anim>
                                    <p:animEffect transition="in" filter="fade">
                                      <p:cBhvr>
                                        <p:cTn id="241" dur="3000"/>
                                        <p:tgtEl>
                                          <p:spTgt spid="66"/>
                                        </p:tgtEl>
                                      </p:cBhvr>
                                    </p:animEffect>
                                  </p:childTnLst>
                                </p:cTn>
                              </p:par>
                              <p:par>
                                <p:cTn id="242" presetID="31" presetClass="entr" presetSubtype="0" fill="hold" grpId="0" nodeType="withEffect">
                                  <p:stCondLst>
                                    <p:cond delay="7500"/>
                                  </p:stCondLst>
                                  <p:childTnLst>
                                    <p:set>
                                      <p:cBhvr>
                                        <p:cTn id="243" dur="1" fill="hold">
                                          <p:stCondLst>
                                            <p:cond delay="0"/>
                                          </p:stCondLst>
                                        </p:cTn>
                                        <p:tgtEl>
                                          <p:spTgt spid="67"/>
                                        </p:tgtEl>
                                        <p:attrNameLst>
                                          <p:attrName>style.visibility</p:attrName>
                                        </p:attrNameLst>
                                      </p:cBhvr>
                                      <p:to>
                                        <p:strVal val="visible"/>
                                      </p:to>
                                    </p:set>
                                    <p:anim calcmode="lin" valueType="num">
                                      <p:cBhvr>
                                        <p:cTn id="244" dur="3000" fill="hold"/>
                                        <p:tgtEl>
                                          <p:spTgt spid="67"/>
                                        </p:tgtEl>
                                        <p:attrNameLst>
                                          <p:attrName>ppt_w</p:attrName>
                                        </p:attrNameLst>
                                      </p:cBhvr>
                                      <p:tavLst>
                                        <p:tav tm="0">
                                          <p:val>
                                            <p:fltVal val="0"/>
                                          </p:val>
                                        </p:tav>
                                        <p:tav tm="100000">
                                          <p:val>
                                            <p:strVal val="#ppt_w"/>
                                          </p:val>
                                        </p:tav>
                                      </p:tavLst>
                                    </p:anim>
                                    <p:anim calcmode="lin" valueType="num">
                                      <p:cBhvr>
                                        <p:cTn id="245" dur="3000" fill="hold"/>
                                        <p:tgtEl>
                                          <p:spTgt spid="67"/>
                                        </p:tgtEl>
                                        <p:attrNameLst>
                                          <p:attrName>ppt_h</p:attrName>
                                        </p:attrNameLst>
                                      </p:cBhvr>
                                      <p:tavLst>
                                        <p:tav tm="0">
                                          <p:val>
                                            <p:fltVal val="0"/>
                                          </p:val>
                                        </p:tav>
                                        <p:tav tm="100000">
                                          <p:val>
                                            <p:strVal val="#ppt_h"/>
                                          </p:val>
                                        </p:tav>
                                      </p:tavLst>
                                    </p:anim>
                                    <p:anim calcmode="lin" valueType="num">
                                      <p:cBhvr>
                                        <p:cTn id="246" dur="3000" fill="hold"/>
                                        <p:tgtEl>
                                          <p:spTgt spid="67"/>
                                        </p:tgtEl>
                                        <p:attrNameLst>
                                          <p:attrName>style.rotation</p:attrName>
                                        </p:attrNameLst>
                                      </p:cBhvr>
                                      <p:tavLst>
                                        <p:tav tm="0">
                                          <p:val>
                                            <p:fltVal val="90"/>
                                          </p:val>
                                        </p:tav>
                                        <p:tav tm="100000">
                                          <p:val>
                                            <p:fltVal val="0"/>
                                          </p:val>
                                        </p:tav>
                                      </p:tavLst>
                                    </p:anim>
                                    <p:animEffect transition="in" filter="fade">
                                      <p:cBhvr>
                                        <p:cTn id="247" dur="3000"/>
                                        <p:tgtEl>
                                          <p:spTgt spid="67"/>
                                        </p:tgtEl>
                                      </p:cBhvr>
                                    </p:animEffect>
                                  </p:childTnLst>
                                </p:cTn>
                              </p:par>
                              <p:par>
                                <p:cTn id="248" presetID="31" presetClass="entr" presetSubtype="0" fill="hold" grpId="0" nodeType="withEffect">
                                  <p:stCondLst>
                                    <p:cond delay="7500"/>
                                  </p:stCondLst>
                                  <p:childTnLst>
                                    <p:set>
                                      <p:cBhvr>
                                        <p:cTn id="249" dur="1" fill="hold">
                                          <p:stCondLst>
                                            <p:cond delay="0"/>
                                          </p:stCondLst>
                                        </p:cTn>
                                        <p:tgtEl>
                                          <p:spTgt spid="68"/>
                                        </p:tgtEl>
                                        <p:attrNameLst>
                                          <p:attrName>style.visibility</p:attrName>
                                        </p:attrNameLst>
                                      </p:cBhvr>
                                      <p:to>
                                        <p:strVal val="visible"/>
                                      </p:to>
                                    </p:set>
                                    <p:anim calcmode="lin" valueType="num">
                                      <p:cBhvr>
                                        <p:cTn id="250" dur="3000" fill="hold"/>
                                        <p:tgtEl>
                                          <p:spTgt spid="68"/>
                                        </p:tgtEl>
                                        <p:attrNameLst>
                                          <p:attrName>ppt_w</p:attrName>
                                        </p:attrNameLst>
                                      </p:cBhvr>
                                      <p:tavLst>
                                        <p:tav tm="0">
                                          <p:val>
                                            <p:fltVal val="0"/>
                                          </p:val>
                                        </p:tav>
                                        <p:tav tm="100000">
                                          <p:val>
                                            <p:strVal val="#ppt_w"/>
                                          </p:val>
                                        </p:tav>
                                      </p:tavLst>
                                    </p:anim>
                                    <p:anim calcmode="lin" valueType="num">
                                      <p:cBhvr>
                                        <p:cTn id="251" dur="3000" fill="hold"/>
                                        <p:tgtEl>
                                          <p:spTgt spid="68"/>
                                        </p:tgtEl>
                                        <p:attrNameLst>
                                          <p:attrName>ppt_h</p:attrName>
                                        </p:attrNameLst>
                                      </p:cBhvr>
                                      <p:tavLst>
                                        <p:tav tm="0">
                                          <p:val>
                                            <p:fltVal val="0"/>
                                          </p:val>
                                        </p:tav>
                                        <p:tav tm="100000">
                                          <p:val>
                                            <p:strVal val="#ppt_h"/>
                                          </p:val>
                                        </p:tav>
                                      </p:tavLst>
                                    </p:anim>
                                    <p:anim calcmode="lin" valueType="num">
                                      <p:cBhvr>
                                        <p:cTn id="252" dur="3000" fill="hold"/>
                                        <p:tgtEl>
                                          <p:spTgt spid="68"/>
                                        </p:tgtEl>
                                        <p:attrNameLst>
                                          <p:attrName>style.rotation</p:attrName>
                                        </p:attrNameLst>
                                      </p:cBhvr>
                                      <p:tavLst>
                                        <p:tav tm="0">
                                          <p:val>
                                            <p:fltVal val="90"/>
                                          </p:val>
                                        </p:tav>
                                        <p:tav tm="100000">
                                          <p:val>
                                            <p:fltVal val="0"/>
                                          </p:val>
                                        </p:tav>
                                      </p:tavLst>
                                    </p:anim>
                                    <p:animEffect transition="in" filter="fade">
                                      <p:cBhvr>
                                        <p:cTn id="253" dur="3000"/>
                                        <p:tgtEl>
                                          <p:spTgt spid="68"/>
                                        </p:tgtEl>
                                      </p:cBhvr>
                                    </p:animEffect>
                                  </p:childTnLst>
                                </p:cTn>
                              </p:par>
                              <p:par>
                                <p:cTn id="254" presetID="31" presetClass="entr" presetSubtype="0" fill="hold" grpId="0" nodeType="withEffect">
                                  <p:stCondLst>
                                    <p:cond delay="7500"/>
                                  </p:stCondLst>
                                  <p:childTnLst>
                                    <p:set>
                                      <p:cBhvr>
                                        <p:cTn id="255" dur="1" fill="hold">
                                          <p:stCondLst>
                                            <p:cond delay="0"/>
                                          </p:stCondLst>
                                        </p:cTn>
                                        <p:tgtEl>
                                          <p:spTgt spid="69"/>
                                        </p:tgtEl>
                                        <p:attrNameLst>
                                          <p:attrName>style.visibility</p:attrName>
                                        </p:attrNameLst>
                                      </p:cBhvr>
                                      <p:to>
                                        <p:strVal val="visible"/>
                                      </p:to>
                                    </p:set>
                                    <p:anim calcmode="lin" valueType="num">
                                      <p:cBhvr>
                                        <p:cTn id="256" dur="3000" fill="hold"/>
                                        <p:tgtEl>
                                          <p:spTgt spid="69"/>
                                        </p:tgtEl>
                                        <p:attrNameLst>
                                          <p:attrName>ppt_w</p:attrName>
                                        </p:attrNameLst>
                                      </p:cBhvr>
                                      <p:tavLst>
                                        <p:tav tm="0">
                                          <p:val>
                                            <p:fltVal val="0"/>
                                          </p:val>
                                        </p:tav>
                                        <p:tav tm="100000">
                                          <p:val>
                                            <p:strVal val="#ppt_w"/>
                                          </p:val>
                                        </p:tav>
                                      </p:tavLst>
                                    </p:anim>
                                    <p:anim calcmode="lin" valueType="num">
                                      <p:cBhvr>
                                        <p:cTn id="257" dur="3000" fill="hold"/>
                                        <p:tgtEl>
                                          <p:spTgt spid="69"/>
                                        </p:tgtEl>
                                        <p:attrNameLst>
                                          <p:attrName>ppt_h</p:attrName>
                                        </p:attrNameLst>
                                      </p:cBhvr>
                                      <p:tavLst>
                                        <p:tav tm="0">
                                          <p:val>
                                            <p:fltVal val="0"/>
                                          </p:val>
                                        </p:tav>
                                        <p:tav tm="100000">
                                          <p:val>
                                            <p:strVal val="#ppt_h"/>
                                          </p:val>
                                        </p:tav>
                                      </p:tavLst>
                                    </p:anim>
                                    <p:anim calcmode="lin" valueType="num">
                                      <p:cBhvr>
                                        <p:cTn id="258" dur="3000" fill="hold"/>
                                        <p:tgtEl>
                                          <p:spTgt spid="69"/>
                                        </p:tgtEl>
                                        <p:attrNameLst>
                                          <p:attrName>style.rotation</p:attrName>
                                        </p:attrNameLst>
                                      </p:cBhvr>
                                      <p:tavLst>
                                        <p:tav tm="0">
                                          <p:val>
                                            <p:fltVal val="90"/>
                                          </p:val>
                                        </p:tav>
                                        <p:tav tm="100000">
                                          <p:val>
                                            <p:fltVal val="0"/>
                                          </p:val>
                                        </p:tav>
                                      </p:tavLst>
                                    </p:anim>
                                    <p:animEffect transition="in" filter="fade">
                                      <p:cBhvr>
                                        <p:cTn id="259" dur="3000"/>
                                        <p:tgtEl>
                                          <p:spTgt spid="69"/>
                                        </p:tgtEl>
                                      </p:cBhvr>
                                    </p:animEffect>
                                  </p:childTnLst>
                                </p:cTn>
                              </p:par>
                              <p:par>
                                <p:cTn id="260" presetID="31" presetClass="entr" presetSubtype="0" fill="hold" grpId="0" nodeType="withEffect">
                                  <p:stCondLst>
                                    <p:cond delay="7500"/>
                                  </p:stCondLst>
                                  <p:childTnLst>
                                    <p:set>
                                      <p:cBhvr>
                                        <p:cTn id="261" dur="1" fill="hold">
                                          <p:stCondLst>
                                            <p:cond delay="0"/>
                                          </p:stCondLst>
                                        </p:cTn>
                                        <p:tgtEl>
                                          <p:spTgt spid="70"/>
                                        </p:tgtEl>
                                        <p:attrNameLst>
                                          <p:attrName>style.visibility</p:attrName>
                                        </p:attrNameLst>
                                      </p:cBhvr>
                                      <p:to>
                                        <p:strVal val="visible"/>
                                      </p:to>
                                    </p:set>
                                    <p:anim calcmode="lin" valueType="num">
                                      <p:cBhvr>
                                        <p:cTn id="262" dur="3000" fill="hold"/>
                                        <p:tgtEl>
                                          <p:spTgt spid="70"/>
                                        </p:tgtEl>
                                        <p:attrNameLst>
                                          <p:attrName>ppt_w</p:attrName>
                                        </p:attrNameLst>
                                      </p:cBhvr>
                                      <p:tavLst>
                                        <p:tav tm="0">
                                          <p:val>
                                            <p:fltVal val="0"/>
                                          </p:val>
                                        </p:tav>
                                        <p:tav tm="100000">
                                          <p:val>
                                            <p:strVal val="#ppt_w"/>
                                          </p:val>
                                        </p:tav>
                                      </p:tavLst>
                                    </p:anim>
                                    <p:anim calcmode="lin" valueType="num">
                                      <p:cBhvr>
                                        <p:cTn id="263" dur="3000" fill="hold"/>
                                        <p:tgtEl>
                                          <p:spTgt spid="70"/>
                                        </p:tgtEl>
                                        <p:attrNameLst>
                                          <p:attrName>ppt_h</p:attrName>
                                        </p:attrNameLst>
                                      </p:cBhvr>
                                      <p:tavLst>
                                        <p:tav tm="0">
                                          <p:val>
                                            <p:fltVal val="0"/>
                                          </p:val>
                                        </p:tav>
                                        <p:tav tm="100000">
                                          <p:val>
                                            <p:strVal val="#ppt_h"/>
                                          </p:val>
                                        </p:tav>
                                      </p:tavLst>
                                    </p:anim>
                                    <p:anim calcmode="lin" valueType="num">
                                      <p:cBhvr>
                                        <p:cTn id="264" dur="3000" fill="hold"/>
                                        <p:tgtEl>
                                          <p:spTgt spid="70"/>
                                        </p:tgtEl>
                                        <p:attrNameLst>
                                          <p:attrName>style.rotation</p:attrName>
                                        </p:attrNameLst>
                                      </p:cBhvr>
                                      <p:tavLst>
                                        <p:tav tm="0">
                                          <p:val>
                                            <p:fltVal val="90"/>
                                          </p:val>
                                        </p:tav>
                                        <p:tav tm="100000">
                                          <p:val>
                                            <p:fltVal val="0"/>
                                          </p:val>
                                        </p:tav>
                                      </p:tavLst>
                                    </p:anim>
                                    <p:animEffect transition="in" filter="fade">
                                      <p:cBhvr>
                                        <p:cTn id="265" dur="3000"/>
                                        <p:tgtEl>
                                          <p:spTgt spid="70"/>
                                        </p:tgtEl>
                                      </p:cBhvr>
                                    </p:animEffect>
                                  </p:childTnLst>
                                </p:cTn>
                              </p:par>
                              <p:par>
                                <p:cTn id="266" presetID="31" presetClass="entr" presetSubtype="0" fill="hold" grpId="0" nodeType="withEffect">
                                  <p:stCondLst>
                                    <p:cond delay="7500"/>
                                  </p:stCondLst>
                                  <p:childTnLst>
                                    <p:set>
                                      <p:cBhvr>
                                        <p:cTn id="267" dur="1" fill="hold">
                                          <p:stCondLst>
                                            <p:cond delay="0"/>
                                          </p:stCondLst>
                                        </p:cTn>
                                        <p:tgtEl>
                                          <p:spTgt spid="71"/>
                                        </p:tgtEl>
                                        <p:attrNameLst>
                                          <p:attrName>style.visibility</p:attrName>
                                        </p:attrNameLst>
                                      </p:cBhvr>
                                      <p:to>
                                        <p:strVal val="visible"/>
                                      </p:to>
                                    </p:set>
                                    <p:anim calcmode="lin" valueType="num">
                                      <p:cBhvr>
                                        <p:cTn id="268" dur="3000" fill="hold"/>
                                        <p:tgtEl>
                                          <p:spTgt spid="71"/>
                                        </p:tgtEl>
                                        <p:attrNameLst>
                                          <p:attrName>ppt_w</p:attrName>
                                        </p:attrNameLst>
                                      </p:cBhvr>
                                      <p:tavLst>
                                        <p:tav tm="0">
                                          <p:val>
                                            <p:fltVal val="0"/>
                                          </p:val>
                                        </p:tav>
                                        <p:tav tm="100000">
                                          <p:val>
                                            <p:strVal val="#ppt_w"/>
                                          </p:val>
                                        </p:tav>
                                      </p:tavLst>
                                    </p:anim>
                                    <p:anim calcmode="lin" valueType="num">
                                      <p:cBhvr>
                                        <p:cTn id="269" dur="3000" fill="hold"/>
                                        <p:tgtEl>
                                          <p:spTgt spid="71"/>
                                        </p:tgtEl>
                                        <p:attrNameLst>
                                          <p:attrName>ppt_h</p:attrName>
                                        </p:attrNameLst>
                                      </p:cBhvr>
                                      <p:tavLst>
                                        <p:tav tm="0">
                                          <p:val>
                                            <p:fltVal val="0"/>
                                          </p:val>
                                        </p:tav>
                                        <p:tav tm="100000">
                                          <p:val>
                                            <p:strVal val="#ppt_h"/>
                                          </p:val>
                                        </p:tav>
                                      </p:tavLst>
                                    </p:anim>
                                    <p:anim calcmode="lin" valueType="num">
                                      <p:cBhvr>
                                        <p:cTn id="270" dur="3000" fill="hold"/>
                                        <p:tgtEl>
                                          <p:spTgt spid="71"/>
                                        </p:tgtEl>
                                        <p:attrNameLst>
                                          <p:attrName>style.rotation</p:attrName>
                                        </p:attrNameLst>
                                      </p:cBhvr>
                                      <p:tavLst>
                                        <p:tav tm="0">
                                          <p:val>
                                            <p:fltVal val="90"/>
                                          </p:val>
                                        </p:tav>
                                        <p:tav tm="100000">
                                          <p:val>
                                            <p:fltVal val="0"/>
                                          </p:val>
                                        </p:tav>
                                      </p:tavLst>
                                    </p:anim>
                                    <p:animEffect transition="in" filter="fade">
                                      <p:cBhvr>
                                        <p:cTn id="271" dur="3000"/>
                                        <p:tgtEl>
                                          <p:spTgt spid="71"/>
                                        </p:tgtEl>
                                      </p:cBhvr>
                                    </p:animEffect>
                                  </p:childTnLst>
                                </p:cTn>
                              </p:par>
                              <p:par>
                                <p:cTn id="272" presetID="31" presetClass="entr" presetSubtype="0" fill="hold" grpId="0" nodeType="withEffect">
                                  <p:stCondLst>
                                    <p:cond delay="7500"/>
                                  </p:stCondLst>
                                  <p:childTnLst>
                                    <p:set>
                                      <p:cBhvr>
                                        <p:cTn id="273" dur="1" fill="hold">
                                          <p:stCondLst>
                                            <p:cond delay="0"/>
                                          </p:stCondLst>
                                        </p:cTn>
                                        <p:tgtEl>
                                          <p:spTgt spid="73"/>
                                        </p:tgtEl>
                                        <p:attrNameLst>
                                          <p:attrName>style.visibility</p:attrName>
                                        </p:attrNameLst>
                                      </p:cBhvr>
                                      <p:to>
                                        <p:strVal val="visible"/>
                                      </p:to>
                                    </p:set>
                                    <p:anim calcmode="lin" valueType="num">
                                      <p:cBhvr>
                                        <p:cTn id="274" dur="3000" fill="hold"/>
                                        <p:tgtEl>
                                          <p:spTgt spid="73"/>
                                        </p:tgtEl>
                                        <p:attrNameLst>
                                          <p:attrName>ppt_w</p:attrName>
                                        </p:attrNameLst>
                                      </p:cBhvr>
                                      <p:tavLst>
                                        <p:tav tm="0">
                                          <p:val>
                                            <p:fltVal val="0"/>
                                          </p:val>
                                        </p:tav>
                                        <p:tav tm="100000">
                                          <p:val>
                                            <p:strVal val="#ppt_w"/>
                                          </p:val>
                                        </p:tav>
                                      </p:tavLst>
                                    </p:anim>
                                    <p:anim calcmode="lin" valueType="num">
                                      <p:cBhvr>
                                        <p:cTn id="275" dur="3000" fill="hold"/>
                                        <p:tgtEl>
                                          <p:spTgt spid="73"/>
                                        </p:tgtEl>
                                        <p:attrNameLst>
                                          <p:attrName>ppt_h</p:attrName>
                                        </p:attrNameLst>
                                      </p:cBhvr>
                                      <p:tavLst>
                                        <p:tav tm="0">
                                          <p:val>
                                            <p:fltVal val="0"/>
                                          </p:val>
                                        </p:tav>
                                        <p:tav tm="100000">
                                          <p:val>
                                            <p:strVal val="#ppt_h"/>
                                          </p:val>
                                        </p:tav>
                                      </p:tavLst>
                                    </p:anim>
                                    <p:anim calcmode="lin" valueType="num">
                                      <p:cBhvr>
                                        <p:cTn id="276" dur="3000" fill="hold"/>
                                        <p:tgtEl>
                                          <p:spTgt spid="73"/>
                                        </p:tgtEl>
                                        <p:attrNameLst>
                                          <p:attrName>style.rotation</p:attrName>
                                        </p:attrNameLst>
                                      </p:cBhvr>
                                      <p:tavLst>
                                        <p:tav tm="0">
                                          <p:val>
                                            <p:fltVal val="90"/>
                                          </p:val>
                                        </p:tav>
                                        <p:tav tm="100000">
                                          <p:val>
                                            <p:fltVal val="0"/>
                                          </p:val>
                                        </p:tav>
                                      </p:tavLst>
                                    </p:anim>
                                    <p:animEffect transition="in" filter="fade">
                                      <p:cBhvr>
                                        <p:cTn id="277" dur="3000"/>
                                        <p:tgtEl>
                                          <p:spTgt spid="73"/>
                                        </p:tgtEl>
                                      </p:cBhvr>
                                    </p:animEffect>
                                  </p:childTnLst>
                                </p:cTn>
                              </p:par>
                              <p:par>
                                <p:cTn id="278" presetID="31" presetClass="entr" presetSubtype="0" fill="hold" grpId="0" nodeType="withEffect">
                                  <p:stCondLst>
                                    <p:cond delay="7500"/>
                                  </p:stCondLst>
                                  <p:childTnLst>
                                    <p:set>
                                      <p:cBhvr>
                                        <p:cTn id="279" dur="1" fill="hold">
                                          <p:stCondLst>
                                            <p:cond delay="0"/>
                                          </p:stCondLst>
                                        </p:cTn>
                                        <p:tgtEl>
                                          <p:spTgt spid="74"/>
                                        </p:tgtEl>
                                        <p:attrNameLst>
                                          <p:attrName>style.visibility</p:attrName>
                                        </p:attrNameLst>
                                      </p:cBhvr>
                                      <p:to>
                                        <p:strVal val="visible"/>
                                      </p:to>
                                    </p:set>
                                    <p:anim calcmode="lin" valueType="num">
                                      <p:cBhvr>
                                        <p:cTn id="280" dur="3000" fill="hold"/>
                                        <p:tgtEl>
                                          <p:spTgt spid="74"/>
                                        </p:tgtEl>
                                        <p:attrNameLst>
                                          <p:attrName>ppt_w</p:attrName>
                                        </p:attrNameLst>
                                      </p:cBhvr>
                                      <p:tavLst>
                                        <p:tav tm="0">
                                          <p:val>
                                            <p:fltVal val="0"/>
                                          </p:val>
                                        </p:tav>
                                        <p:tav tm="100000">
                                          <p:val>
                                            <p:strVal val="#ppt_w"/>
                                          </p:val>
                                        </p:tav>
                                      </p:tavLst>
                                    </p:anim>
                                    <p:anim calcmode="lin" valueType="num">
                                      <p:cBhvr>
                                        <p:cTn id="281" dur="3000" fill="hold"/>
                                        <p:tgtEl>
                                          <p:spTgt spid="74"/>
                                        </p:tgtEl>
                                        <p:attrNameLst>
                                          <p:attrName>ppt_h</p:attrName>
                                        </p:attrNameLst>
                                      </p:cBhvr>
                                      <p:tavLst>
                                        <p:tav tm="0">
                                          <p:val>
                                            <p:fltVal val="0"/>
                                          </p:val>
                                        </p:tav>
                                        <p:tav tm="100000">
                                          <p:val>
                                            <p:strVal val="#ppt_h"/>
                                          </p:val>
                                        </p:tav>
                                      </p:tavLst>
                                    </p:anim>
                                    <p:anim calcmode="lin" valueType="num">
                                      <p:cBhvr>
                                        <p:cTn id="282" dur="3000" fill="hold"/>
                                        <p:tgtEl>
                                          <p:spTgt spid="74"/>
                                        </p:tgtEl>
                                        <p:attrNameLst>
                                          <p:attrName>style.rotation</p:attrName>
                                        </p:attrNameLst>
                                      </p:cBhvr>
                                      <p:tavLst>
                                        <p:tav tm="0">
                                          <p:val>
                                            <p:fltVal val="90"/>
                                          </p:val>
                                        </p:tav>
                                        <p:tav tm="100000">
                                          <p:val>
                                            <p:fltVal val="0"/>
                                          </p:val>
                                        </p:tav>
                                      </p:tavLst>
                                    </p:anim>
                                    <p:animEffect transition="in" filter="fade">
                                      <p:cBhvr>
                                        <p:cTn id="283" dur="3000"/>
                                        <p:tgtEl>
                                          <p:spTgt spid="74"/>
                                        </p:tgtEl>
                                      </p:cBhvr>
                                    </p:animEffect>
                                  </p:childTnLst>
                                </p:cTn>
                              </p:par>
                              <p:par>
                                <p:cTn id="284" presetID="31" presetClass="entr" presetSubtype="0" fill="hold" grpId="0" nodeType="withEffect">
                                  <p:stCondLst>
                                    <p:cond delay="7500"/>
                                  </p:stCondLst>
                                  <p:childTnLst>
                                    <p:set>
                                      <p:cBhvr>
                                        <p:cTn id="285" dur="1" fill="hold">
                                          <p:stCondLst>
                                            <p:cond delay="0"/>
                                          </p:stCondLst>
                                        </p:cTn>
                                        <p:tgtEl>
                                          <p:spTgt spid="75"/>
                                        </p:tgtEl>
                                        <p:attrNameLst>
                                          <p:attrName>style.visibility</p:attrName>
                                        </p:attrNameLst>
                                      </p:cBhvr>
                                      <p:to>
                                        <p:strVal val="visible"/>
                                      </p:to>
                                    </p:set>
                                    <p:anim calcmode="lin" valueType="num">
                                      <p:cBhvr>
                                        <p:cTn id="286" dur="3000" fill="hold"/>
                                        <p:tgtEl>
                                          <p:spTgt spid="75"/>
                                        </p:tgtEl>
                                        <p:attrNameLst>
                                          <p:attrName>ppt_w</p:attrName>
                                        </p:attrNameLst>
                                      </p:cBhvr>
                                      <p:tavLst>
                                        <p:tav tm="0">
                                          <p:val>
                                            <p:fltVal val="0"/>
                                          </p:val>
                                        </p:tav>
                                        <p:tav tm="100000">
                                          <p:val>
                                            <p:strVal val="#ppt_w"/>
                                          </p:val>
                                        </p:tav>
                                      </p:tavLst>
                                    </p:anim>
                                    <p:anim calcmode="lin" valueType="num">
                                      <p:cBhvr>
                                        <p:cTn id="287" dur="3000" fill="hold"/>
                                        <p:tgtEl>
                                          <p:spTgt spid="75"/>
                                        </p:tgtEl>
                                        <p:attrNameLst>
                                          <p:attrName>ppt_h</p:attrName>
                                        </p:attrNameLst>
                                      </p:cBhvr>
                                      <p:tavLst>
                                        <p:tav tm="0">
                                          <p:val>
                                            <p:fltVal val="0"/>
                                          </p:val>
                                        </p:tav>
                                        <p:tav tm="100000">
                                          <p:val>
                                            <p:strVal val="#ppt_h"/>
                                          </p:val>
                                        </p:tav>
                                      </p:tavLst>
                                    </p:anim>
                                    <p:anim calcmode="lin" valueType="num">
                                      <p:cBhvr>
                                        <p:cTn id="288" dur="3000" fill="hold"/>
                                        <p:tgtEl>
                                          <p:spTgt spid="75"/>
                                        </p:tgtEl>
                                        <p:attrNameLst>
                                          <p:attrName>style.rotation</p:attrName>
                                        </p:attrNameLst>
                                      </p:cBhvr>
                                      <p:tavLst>
                                        <p:tav tm="0">
                                          <p:val>
                                            <p:fltVal val="90"/>
                                          </p:val>
                                        </p:tav>
                                        <p:tav tm="100000">
                                          <p:val>
                                            <p:fltVal val="0"/>
                                          </p:val>
                                        </p:tav>
                                      </p:tavLst>
                                    </p:anim>
                                    <p:animEffect transition="in" filter="fade">
                                      <p:cBhvr>
                                        <p:cTn id="289" dur="3000"/>
                                        <p:tgtEl>
                                          <p:spTgt spid="75"/>
                                        </p:tgtEl>
                                      </p:cBhvr>
                                    </p:animEffect>
                                  </p:childTnLst>
                                </p:cTn>
                              </p:par>
                              <p:par>
                                <p:cTn id="290" presetID="31" presetClass="entr" presetSubtype="0" fill="hold" grpId="0" nodeType="withEffect">
                                  <p:stCondLst>
                                    <p:cond delay="7500"/>
                                  </p:stCondLst>
                                  <p:childTnLst>
                                    <p:set>
                                      <p:cBhvr>
                                        <p:cTn id="291" dur="1" fill="hold">
                                          <p:stCondLst>
                                            <p:cond delay="0"/>
                                          </p:stCondLst>
                                        </p:cTn>
                                        <p:tgtEl>
                                          <p:spTgt spid="76"/>
                                        </p:tgtEl>
                                        <p:attrNameLst>
                                          <p:attrName>style.visibility</p:attrName>
                                        </p:attrNameLst>
                                      </p:cBhvr>
                                      <p:to>
                                        <p:strVal val="visible"/>
                                      </p:to>
                                    </p:set>
                                    <p:anim calcmode="lin" valueType="num">
                                      <p:cBhvr>
                                        <p:cTn id="292" dur="3000" fill="hold"/>
                                        <p:tgtEl>
                                          <p:spTgt spid="76"/>
                                        </p:tgtEl>
                                        <p:attrNameLst>
                                          <p:attrName>ppt_w</p:attrName>
                                        </p:attrNameLst>
                                      </p:cBhvr>
                                      <p:tavLst>
                                        <p:tav tm="0">
                                          <p:val>
                                            <p:fltVal val="0"/>
                                          </p:val>
                                        </p:tav>
                                        <p:tav tm="100000">
                                          <p:val>
                                            <p:strVal val="#ppt_w"/>
                                          </p:val>
                                        </p:tav>
                                      </p:tavLst>
                                    </p:anim>
                                    <p:anim calcmode="lin" valueType="num">
                                      <p:cBhvr>
                                        <p:cTn id="293" dur="3000" fill="hold"/>
                                        <p:tgtEl>
                                          <p:spTgt spid="76"/>
                                        </p:tgtEl>
                                        <p:attrNameLst>
                                          <p:attrName>ppt_h</p:attrName>
                                        </p:attrNameLst>
                                      </p:cBhvr>
                                      <p:tavLst>
                                        <p:tav tm="0">
                                          <p:val>
                                            <p:fltVal val="0"/>
                                          </p:val>
                                        </p:tav>
                                        <p:tav tm="100000">
                                          <p:val>
                                            <p:strVal val="#ppt_h"/>
                                          </p:val>
                                        </p:tav>
                                      </p:tavLst>
                                    </p:anim>
                                    <p:anim calcmode="lin" valueType="num">
                                      <p:cBhvr>
                                        <p:cTn id="294" dur="3000" fill="hold"/>
                                        <p:tgtEl>
                                          <p:spTgt spid="76"/>
                                        </p:tgtEl>
                                        <p:attrNameLst>
                                          <p:attrName>style.rotation</p:attrName>
                                        </p:attrNameLst>
                                      </p:cBhvr>
                                      <p:tavLst>
                                        <p:tav tm="0">
                                          <p:val>
                                            <p:fltVal val="90"/>
                                          </p:val>
                                        </p:tav>
                                        <p:tav tm="100000">
                                          <p:val>
                                            <p:fltVal val="0"/>
                                          </p:val>
                                        </p:tav>
                                      </p:tavLst>
                                    </p:anim>
                                    <p:animEffect transition="in" filter="fade">
                                      <p:cBhvr>
                                        <p:cTn id="295" dur="3000"/>
                                        <p:tgtEl>
                                          <p:spTgt spid="76"/>
                                        </p:tgtEl>
                                      </p:cBhvr>
                                    </p:animEffect>
                                  </p:childTnLst>
                                </p:cTn>
                              </p:par>
                              <p:par>
                                <p:cTn id="296" presetID="31" presetClass="entr" presetSubtype="0" fill="hold" grpId="0" nodeType="withEffect">
                                  <p:stCondLst>
                                    <p:cond delay="7500"/>
                                  </p:stCondLst>
                                  <p:childTnLst>
                                    <p:set>
                                      <p:cBhvr>
                                        <p:cTn id="297" dur="1" fill="hold">
                                          <p:stCondLst>
                                            <p:cond delay="0"/>
                                          </p:stCondLst>
                                        </p:cTn>
                                        <p:tgtEl>
                                          <p:spTgt spid="77"/>
                                        </p:tgtEl>
                                        <p:attrNameLst>
                                          <p:attrName>style.visibility</p:attrName>
                                        </p:attrNameLst>
                                      </p:cBhvr>
                                      <p:to>
                                        <p:strVal val="visible"/>
                                      </p:to>
                                    </p:set>
                                    <p:anim calcmode="lin" valueType="num">
                                      <p:cBhvr>
                                        <p:cTn id="298" dur="3000" fill="hold"/>
                                        <p:tgtEl>
                                          <p:spTgt spid="77"/>
                                        </p:tgtEl>
                                        <p:attrNameLst>
                                          <p:attrName>ppt_w</p:attrName>
                                        </p:attrNameLst>
                                      </p:cBhvr>
                                      <p:tavLst>
                                        <p:tav tm="0">
                                          <p:val>
                                            <p:fltVal val="0"/>
                                          </p:val>
                                        </p:tav>
                                        <p:tav tm="100000">
                                          <p:val>
                                            <p:strVal val="#ppt_w"/>
                                          </p:val>
                                        </p:tav>
                                      </p:tavLst>
                                    </p:anim>
                                    <p:anim calcmode="lin" valueType="num">
                                      <p:cBhvr>
                                        <p:cTn id="299" dur="3000" fill="hold"/>
                                        <p:tgtEl>
                                          <p:spTgt spid="77"/>
                                        </p:tgtEl>
                                        <p:attrNameLst>
                                          <p:attrName>ppt_h</p:attrName>
                                        </p:attrNameLst>
                                      </p:cBhvr>
                                      <p:tavLst>
                                        <p:tav tm="0">
                                          <p:val>
                                            <p:fltVal val="0"/>
                                          </p:val>
                                        </p:tav>
                                        <p:tav tm="100000">
                                          <p:val>
                                            <p:strVal val="#ppt_h"/>
                                          </p:val>
                                        </p:tav>
                                      </p:tavLst>
                                    </p:anim>
                                    <p:anim calcmode="lin" valueType="num">
                                      <p:cBhvr>
                                        <p:cTn id="300" dur="3000" fill="hold"/>
                                        <p:tgtEl>
                                          <p:spTgt spid="77"/>
                                        </p:tgtEl>
                                        <p:attrNameLst>
                                          <p:attrName>style.rotation</p:attrName>
                                        </p:attrNameLst>
                                      </p:cBhvr>
                                      <p:tavLst>
                                        <p:tav tm="0">
                                          <p:val>
                                            <p:fltVal val="90"/>
                                          </p:val>
                                        </p:tav>
                                        <p:tav tm="100000">
                                          <p:val>
                                            <p:fltVal val="0"/>
                                          </p:val>
                                        </p:tav>
                                      </p:tavLst>
                                    </p:anim>
                                    <p:animEffect transition="in" filter="fade">
                                      <p:cBhvr>
                                        <p:cTn id="301" dur="3000"/>
                                        <p:tgtEl>
                                          <p:spTgt spid="77"/>
                                        </p:tgtEl>
                                      </p:cBhvr>
                                    </p:animEffect>
                                  </p:childTnLst>
                                </p:cTn>
                              </p:par>
                              <p:par>
                                <p:cTn id="302" presetID="31" presetClass="entr" presetSubtype="0" fill="hold" grpId="0" nodeType="withEffect">
                                  <p:stCondLst>
                                    <p:cond delay="7500"/>
                                  </p:stCondLst>
                                  <p:childTnLst>
                                    <p:set>
                                      <p:cBhvr>
                                        <p:cTn id="303" dur="1" fill="hold">
                                          <p:stCondLst>
                                            <p:cond delay="0"/>
                                          </p:stCondLst>
                                        </p:cTn>
                                        <p:tgtEl>
                                          <p:spTgt spid="78"/>
                                        </p:tgtEl>
                                        <p:attrNameLst>
                                          <p:attrName>style.visibility</p:attrName>
                                        </p:attrNameLst>
                                      </p:cBhvr>
                                      <p:to>
                                        <p:strVal val="visible"/>
                                      </p:to>
                                    </p:set>
                                    <p:anim calcmode="lin" valueType="num">
                                      <p:cBhvr>
                                        <p:cTn id="304" dur="3000" fill="hold"/>
                                        <p:tgtEl>
                                          <p:spTgt spid="78"/>
                                        </p:tgtEl>
                                        <p:attrNameLst>
                                          <p:attrName>ppt_w</p:attrName>
                                        </p:attrNameLst>
                                      </p:cBhvr>
                                      <p:tavLst>
                                        <p:tav tm="0">
                                          <p:val>
                                            <p:fltVal val="0"/>
                                          </p:val>
                                        </p:tav>
                                        <p:tav tm="100000">
                                          <p:val>
                                            <p:strVal val="#ppt_w"/>
                                          </p:val>
                                        </p:tav>
                                      </p:tavLst>
                                    </p:anim>
                                    <p:anim calcmode="lin" valueType="num">
                                      <p:cBhvr>
                                        <p:cTn id="305" dur="3000" fill="hold"/>
                                        <p:tgtEl>
                                          <p:spTgt spid="78"/>
                                        </p:tgtEl>
                                        <p:attrNameLst>
                                          <p:attrName>ppt_h</p:attrName>
                                        </p:attrNameLst>
                                      </p:cBhvr>
                                      <p:tavLst>
                                        <p:tav tm="0">
                                          <p:val>
                                            <p:fltVal val="0"/>
                                          </p:val>
                                        </p:tav>
                                        <p:tav tm="100000">
                                          <p:val>
                                            <p:strVal val="#ppt_h"/>
                                          </p:val>
                                        </p:tav>
                                      </p:tavLst>
                                    </p:anim>
                                    <p:anim calcmode="lin" valueType="num">
                                      <p:cBhvr>
                                        <p:cTn id="306" dur="3000" fill="hold"/>
                                        <p:tgtEl>
                                          <p:spTgt spid="78"/>
                                        </p:tgtEl>
                                        <p:attrNameLst>
                                          <p:attrName>style.rotation</p:attrName>
                                        </p:attrNameLst>
                                      </p:cBhvr>
                                      <p:tavLst>
                                        <p:tav tm="0">
                                          <p:val>
                                            <p:fltVal val="90"/>
                                          </p:val>
                                        </p:tav>
                                        <p:tav tm="100000">
                                          <p:val>
                                            <p:fltVal val="0"/>
                                          </p:val>
                                        </p:tav>
                                      </p:tavLst>
                                    </p:anim>
                                    <p:animEffect transition="in" filter="fade">
                                      <p:cBhvr>
                                        <p:cTn id="307" dur="3000"/>
                                        <p:tgtEl>
                                          <p:spTgt spid="78"/>
                                        </p:tgtEl>
                                      </p:cBhvr>
                                    </p:animEffect>
                                  </p:childTnLst>
                                </p:cTn>
                              </p:par>
                              <p:par>
                                <p:cTn id="308" presetID="31" presetClass="entr" presetSubtype="0" fill="hold" grpId="0" nodeType="withEffect">
                                  <p:stCondLst>
                                    <p:cond delay="7500"/>
                                  </p:stCondLst>
                                  <p:childTnLst>
                                    <p:set>
                                      <p:cBhvr>
                                        <p:cTn id="309" dur="1" fill="hold">
                                          <p:stCondLst>
                                            <p:cond delay="0"/>
                                          </p:stCondLst>
                                        </p:cTn>
                                        <p:tgtEl>
                                          <p:spTgt spid="79"/>
                                        </p:tgtEl>
                                        <p:attrNameLst>
                                          <p:attrName>style.visibility</p:attrName>
                                        </p:attrNameLst>
                                      </p:cBhvr>
                                      <p:to>
                                        <p:strVal val="visible"/>
                                      </p:to>
                                    </p:set>
                                    <p:anim calcmode="lin" valueType="num">
                                      <p:cBhvr>
                                        <p:cTn id="310" dur="3000" fill="hold"/>
                                        <p:tgtEl>
                                          <p:spTgt spid="79"/>
                                        </p:tgtEl>
                                        <p:attrNameLst>
                                          <p:attrName>ppt_w</p:attrName>
                                        </p:attrNameLst>
                                      </p:cBhvr>
                                      <p:tavLst>
                                        <p:tav tm="0">
                                          <p:val>
                                            <p:fltVal val="0"/>
                                          </p:val>
                                        </p:tav>
                                        <p:tav tm="100000">
                                          <p:val>
                                            <p:strVal val="#ppt_w"/>
                                          </p:val>
                                        </p:tav>
                                      </p:tavLst>
                                    </p:anim>
                                    <p:anim calcmode="lin" valueType="num">
                                      <p:cBhvr>
                                        <p:cTn id="311" dur="3000" fill="hold"/>
                                        <p:tgtEl>
                                          <p:spTgt spid="79"/>
                                        </p:tgtEl>
                                        <p:attrNameLst>
                                          <p:attrName>ppt_h</p:attrName>
                                        </p:attrNameLst>
                                      </p:cBhvr>
                                      <p:tavLst>
                                        <p:tav tm="0">
                                          <p:val>
                                            <p:fltVal val="0"/>
                                          </p:val>
                                        </p:tav>
                                        <p:tav tm="100000">
                                          <p:val>
                                            <p:strVal val="#ppt_h"/>
                                          </p:val>
                                        </p:tav>
                                      </p:tavLst>
                                    </p:anim>
                                    <p:anim calcmode="lin" valueType="num">
                                      <p:cBhvr>
                                        <p:cTn id="312" dur="3000" fill="hold"/>
                                        <p:tgtEl>
                                          <p:spTgt spid="79"/>
                                        </p:tgtEl>
                                        <p:attrNameLst>
                                          <p:attrName>style.rotation</p:attrName>
                                        </p:attrNameLst>
                                      </p:cBhvr>
                                      <p:tavLst>
                                        <p:tav tm="0">
                                          <p:val>
                                            <p:fltVal val="90"/>
                                          </p:val>
                                        </p:tav>
                                        <p:tav tm="100000">
                                          <p:val>
                                            <p:fltVal val="0"/>
                                          </p:val>
                                        </p:tav>
                                      </p:tavLst>
                                    </p:anim>
                                    <p:animEffect transition="in" filter="fade">
                                      <p:cBhvr>
                                        <p:cTn id="313" dur="3000"/>
                                        <p:tgtEl>
                                          <p:spTgt spid="79"/>
                                        </p:tgtEl>
                                      </p:cBhvr>
                                    </p:animEffect>
                                  </p:childTnLst>
                                </p:cTn>
                              </p:par>
                              <p:par>
                                <p:cTn id="314" presetID="31" presetClass="entr" presetSubtype="0" fill="hold" grpId="0" nodeType="withEffect">
                                  <p:stCondLst>
                                    <p:cond delay="7500"/>
                                  </p:stCondLst>
                                  <p:childTnLst>
                                    <p:set>
                                      <p:cBhvr>
                                        <p:cTn id="315" dur="1" fill="hold">
                                          <p:stCondLst>
                                            <p:cond delay="0"/>
                                          </p:stCondLst>
                                        </p:cTn>
                                        <p:tgtEl>
                                          <p:spTgt spid="80"/>
                                        </p:tgtEl>
                                        <p:attrNameLst>
                                          <p:attrName>style.visibility</p:attrName>
                                        </p:attrNameLst>
                                      </p:cBhvr>
                                      <p:to>
                                        <p:strVal val="visible"/>
                                      </p:to>
                                    </p:set>
                                    <p:anim calcmode="lin" valueType="num">
                                      <p:cBhvr>
                                        <p:cTn id="316" dur="3000" fill="hold"/>
                                        <p:tgtEl>
                                          <p:spTgt spid="80"/>
                                        </p:tgtEl>
                                        <p:attrNameLst>
                                          <p:attrName>ppt_w</p:attrName>
                                        </p:attrNameLst>
                                      </p:cBhvr>
                                      <p:tavLst>
                                        <p:tav tm="0">
                                          <p:val>
                                            <p:fltVal val="0"/>
                                          </p:val>
                                        </p:tav>
                                        <p:tav tm="100000">
                                          <p:val>
                                            <p:strVal val="#ppt_w"/>
                                          </p:val>
                                        </p:tav>
                                      </p:tavLst>
                                    </p:anim>
                                    <p:anim calcmode="lin" valueType="num">
                                      <p:cBhvr>
                                        <p:cTn id="317" dur="3000" fill="hold"/>
                                        <p:tgtEl>
                                          <p:spTgt spid="80"/>
                                        </p:tgtEl>
                                        <p:attrNameLst>
                                          <p:attrName>ppt_h</p:attrName>
                                        </p:attrNameLst>
                                      </p:cBhvr>
                                      <p:tavLst>
                                        <p:tav tm="0">
                                          <p:val>
                                            <p:fltVal val="0"/>
                                          </p:val>
                                        </p:tav>
                                        <p:tav tm="100000">
                                          <p:val>
                                            <p:strVal val="#ppt_h"/>
                                          </p:val>
                                        </p:tav>
                                      </p:tavLst>
                                    </p:anim>
                                    <p:anim calcmode="lin" valueType="num">
                                      <p:cBhvr>
                                        <p:cTn id="318" dur="3000" fill="hold"/>
                                        <p:tgtEl>
                                          <p:spTgt spid="80"/>
                                        </p:tgtEl>
                                        <p:attrNameLst>
                                          <p:attrName>style.rotation</p:attrName>
                                        </p:attrNameLst>
                                      </p:cBhvr>
                                      <p:tavLst>
                                        <p:tav tm="0">
                                          <p:val>
                                            <p:fltVal val="90"/>
                                          </p:val>
                                        </p:tav>
                                        <p:tav tm="100000">
                                          <p:val>
                                            <p:fltVal val="0"/>
                                          </p:val>
                                        </p:tav>
                                      </p:tavLst>
                                    </p:anim>
                                    <p:animEffect transition="in" filter="fade">
                                      <p:cBhvr>
                                        <p:cTn id="319" dur="3000"/>
                                        <p:tgtEl>
                                          <p:spTgt spid="80"/>
                                        </p:tgtEl>
                                      </p:cBhvr>
                                    </p:animEffect>
                                  </p:childTnLst>
                                </p:cTn>
                              </p:par>
                              <p:par>
                                <p:cTn id="320" presetID="31" presetClass="entr" presetSubtype="0" fill="hold" grpId="0" nodeType="withEffect">
                                  <p:stCondLst>
                                    <p:cond delay="7500"/>
                                  </p:stCondLst>
                                  <p:childTnLst>
                                    <p:set>
                                      <p:cBhvr>
                                        <p:cTn id="321" dur="1" fill="hold">
                                          <p:stCondLst>
                                            <p:cond delay="0"/>
                                          </p:stCondLst>
                                        </p:cTn>
                                        <p:tgtEl>
                                          <p:spTgt spid="81"/>
                                        </p:tgtEl>
                                        <p:attrNameLst>
                                          <p:attrName>style.visibility</p:attrName>
                                        </p:attrNameLst>
                                      </p:cBhvr>
                                      <p:to>
                                        <p:strVal val="visible"/>
                                      </p:to>
                                    </p:set>
                                    <p:anim calcmode="lin" valueType="num">
                                      <p:cBhvr>
                                        <p:cTn id="322" dur="3000" fill="hold"/>
                                        <p:tgtEl>
                                          <p:spTgt spid="81"/>
                                        </p:tgtEl>
                                        <p:attrNameLst>
                                          <p:attrName>ppt_w</p:attrName>
                                        </p:attrNameLst>
                                      </p:cBhvr>
                                      <p:tavLst>
                                        <p:tav tm="0">
                                          <p:val>
                                            <p:fltVal val="0"/>
                                          </p:val>
                                        </p:tav>
                                        <p:tav tm="100000">
                                          <p:val>
                                            <p:strVal val="#ppt_w"/>
                                          </p:val>
                                        </p:tav>
                                      </p:tavLst>
                                    </p:anim>
                                    <p:anim calcmode="lin" valueType="num">
                                      <p:cBhvr>
                                        <p:cTn id="323" dur="3000" fill="hold"/>
                                        <p:tgtEl>
                                          <p:spTgt spid="81"/>
                                        </p:tgtEl>
                                        <p:attrNameLst>
                                          <p:attrName>ppt_h</p:attrName>
                                        </p:attrNameLst>
                                      </p:cBhvr>
                                      <p:tavLst>
                                        <p:tav tm="0">
                                          <p:val>
                                            <p:fltVal val="0"/>
                                          </p:val>
                                        </p:tav>
                                        <p:tav tm="100000">
                                          <p:val>
                                            <p:strVal val="#ppt_h"/>
                                          </p:val>
                                        </p:tav>
                                      </p:tavLst>
                                    </p:anim>
                                    <p:anim calcmode="lin" valueType="num">
                                      <p:cBhvr>
                                        <p:cTn id="324" dur="3000" fill="hold"/>
                                        <p:tgtEl>
                                          <p:spTgt spid="81"/>
                                        </p:tgtEl>
                                        <p:attrNameLst>
                                          <p:attrName>style.rotation</p:attrName>
                                        </p:attrNameLst>
                                      </p:cBhvr>
                                      <p:tavLst>
                                        <p:tav tm="0">
                                          <p:val>
                                            <p:fltVal val="90"/>
                                          </p:val>
                                        </p:tav>
                                        <p:tav tm="100000">
                                          <p:val>
                                            <p:fltVal val="0"/>
                                          </p:val>
                                        </p:tav>
                                      </p:tavLst>
                                    </p:anim>
                                    <p:animEffect transition="in" filter="fade">
                                      <p:cBhvr>
                                        <p:cTn id="325" dur="3000"/>
                                        <p:tgtEl>
                                          <p:spTgt spid="81"/>
                                        </p:tgtEl>
                                      </p:cBhvr>
                                    </p:animEffect>
                                  </p:childTnLst>
                                </p:cTn>
                              </p:par>
                              <p:par>
                                <p:cTn id="326" presetID="31" presetClass="entr" presetSubtype="0" fill="hold" grpId="0" nodeType="withEffect">
                                  <p:stCondLst>
                                    <p:cond delay="7500"/>
                                  </p:stCondLst>
                                  <p:childTnLst>
                                    <p:set>
                                      <p:cBhvr>
                                        <p:cTn id="327" dur="1" fill="hold">
                                          <p:stCondLst>
                                            <p:cond delay="0"/>
                                          </p:stCondLst>
                                        </p:cTn>
                                        <p:tgtEl>
                                          <p:spTgt spid="82"/>
                                        </p:tgtEl>
                                        <p:attrNameLst>
                                          <p:attrName>style.visibility</p:attrName>
                                        </p:attrNameLst>
                                      </p:cBhvr>
                                      <p:to>
                                        <p:strVal val="visible"/>
                                      </p:to>
                                    </p:set>
                                    <p:anim calcmode="lin" valueType="num">
                                      <p:cBhvr>
                                        <p:cTn id="328" dur="3000" fill="hold"/>
                                        <p:tgtEl>
                                          <p:spTgt spid="82"/>
                                        </p:tgtEl>
                                        <p:attrNameLst>
                                          <p:attrName>ppt_w</p:attrName>
                                        </p:attrNameLst>
                                      </p:cBhvr>
                                      <p:tavLst>
                                        <p:tav tm="0">
                                          <p:val>
                                            <p:fltVal val="0"/>
                                          </p:val>
                                        </p:tav>
                                        <p:tav tm="100000">
                                          <p:val>
                                            <p:strVal val="#ppt_w"/>
                                          </p:val>
                                        </p:tav>
                                      </p:tavLst>
                                    </p:anim>
                                    <p:anim calcmode="lin" valueType="num">
                                      <p:cBhvr>
                                        <p:cTn id="329" dur="3000" fill="hold"/>
                                        <p:tgtEl>
                                          <p:spTgt spid="82"/>
                                        </p:tgtEl>
                                        <p:attrNameLst>
                                          <p:attrName>ppt_h</p:attrName>
                                        </p:attrNameLst>
                                      </p:cBhvr>
                                      <p:tavLst>
                                        <p:tav tm="0">
                                          <p:val>
                                            <p:fltVal val="0"/>
                                          </p:val>
                                        </p:tav>
                                        <p:tav tm="100000">
                                          <p:val>
                                            <p:strVal val="#ppt_h"/>
                                          </p:val>
                                        </p:tav>
                                      </p:tavLst>
                                    </p:anim>
                                    <p:anim calcmode="lin" valueType="num">
                                      <p:cBhvr>
                                        <p:cTn id="330" dur="3000" fill="hold"/>
                                        <p:tgtEl>
                                          <p:spTgt spid="82"/>
                                        </p:tgtEl>
                                        <p:attrNameLst>
                                          <p:attrName>style.rotation</p:attrName>
                                        </p:attrNameLst>
                                      </p:cBhvr>
                                      <p:tavLst>
                                        <p:tav tm="0">
                                          <p:val>
                                            <p:fltVal val="90"/>
                                          </p:val>
                                        </p:tav>
                                        <p:tav tm="100000">
                                          <p:val>
                                            <p:fltVal val="0"/>
                                          </p:val>
                                        </p:tav>
                                      </p:tavLst>
                                    </p:anim>
                                    <p:animEffect transition="in" filter="fade">
                                      <p:cBhvr>
                                        <p:cTn id="331" dur="3000"/>
                                        <p:tgtEl>
                                          <p:spTgt spid="82"/>
                                        </p:tgtEl>
                                      </p:cBhvr>
                                    </p:animEffect>
                                  </p:childTnLst>
                                </p:cTn>
                              </p:par>
                              <p:par>
                                <p:cTn id="332" presetID="31" presetClass="entr" presetSubtype="0" fill="hold" grpId="0" nodeType="withEffect">
                                  <p:stCondLst>
                                    <p:cond delay="7500"/>
                                  </p:stCondLst>
                                  <p:childTnLst>
                                    <p:set>
                                      <p:cBhvr>
                                        <p:cTn id="333" dur="1" fill="hold">
                                          <p:stCondLst>
                                            <p:cond delay="0"/>
                                          </p:stCondLst>
                                        </p:cTn>
                                        <p:tgtEl>
                                          <p:spTgt spid="83"/>
                                        </p:tgtEl>
                                        <p:attrNameLst>
                                          <p:attrName>style.visibility</p:attrName>
                                        </p:attrNameLst>
                                      </p:cBhvr>
                                      <p:to>
                                        <p:strVal val="visible"/>
                                      </p:to>
                                    </p:set>
                                    <p:anim calcmode="lin" valueType="num">
                                      <p:cBhvr>
                                        <p:cTn id="334" dur="3000" fill="hold"/>
                                        <p:tgtEl>
                                          <p:spTgt spid="83"/>
                                        </p:tgtEl>
                                        <p:attrNameLst>
                                          <p:attrName>ppt_w</p:attrName>
                                        </p:attrNameLst>
                                      </p:cBhvr>
                                      <p:tavLst>
                                        <p:tav tm="0">
                                          <p:val>
                                            <p:fltVal val="0"/>
                                          </p:val>
                                        </p:tav>
                                        <p:tav tm="100000">
                                          <p:val>
                                            <p:strVal val="#ppt_w"/>
                                          </p:val>
                                        </p:tav>
                                      </p:tavLst>
                                    </p:anim>
                                    <p:anim calcmode="lin" valueType="num">
                                      <p:cBhvr>
                                        <p:cTn id="335" dur="3000" fill="hold"/>
                                        <p:tgtEl>
                                          <p:spTgt spid="83"/>
                                        </p:tgtEl>
                                        <p:attrNameLst>
                                          <p:attrName>ppt_h</p:attrName>
                                        </p:attrNameLst>
                                      </p:cBhvr>
                                      <p:tavLst>
                                        <p:tav tm="0">
                                          <p:val>
                                            <p:fltVal val="0"/>
                                          </p:val>
                                        </p:tav>
                                        <p:tav tm="100000">
                                          <p:val>
                                            <p:strVal val="#ppt_h"/>
                                          </p:val>
                                        </p:tav>
                                      </p:tavLst>
                                    </p:anim>
                                    <p:anim calcmode="lin" valueType="num">
                                      <p:cBhvr>
                                        <p:cTn id="336" dur="3000" fill="hold"/>
                                        <p:tgtEl>
                                          <p:spTgt spid="83"/>
                                        </p:tgtEl>
                                        <p:attrNameLst>
                                          <p:attrName>style.rotation</p:attrName>
                                        </p:attrNameLst>
                                      </p:cBhvr>
                                      <p:tavLst>
                                        <p:tav tm="0">
                                          <p:val>
                                            <p:fltVal val="90"/>
                                          </p:val>
                                        </p:tav>
                                        <p:tav tm="100000">
                                          <p:val>
                                            <p:fltVal val="0"/>
                                          </p:val>
                                        </p:tav>
                                      </p:tavLst>
                                    </p:anim>
                                    <p:animEffect transition="in" filter="fade">
                                      <p:cBhvr>
                                        <p:cTn id="337" dur="3000"/>
                                        <p:tgtEl>
                                          <p:spTgt spid="83"/>
                                        </p:tgtEl>
                                      </p:cBhvr>
                                    </p:animEffect>
                                  </p:childTnLst>
                                </p:cTn>
                              </p:par>
                              <p:par>
                                <p:cTn id="338" presetID="31" presetClass="entr" presetSubtype="0" fill="hold" nodeType="withEffect">
                                  <p:stCondLst>
                                    <p:cond delay="7500"/>
                                  </p:stCondLst>
                                  <p:childTnLst>
                                    <p:set>
                                      <p:cBhvr>
                                        <p:cTn id="339" dur="1" fill="hold">
                                          <p:stCondLst>
                                            <p:cond delay="0"/>
                                          </p:stCondLst>
                                        </p:cTn>
                                        <p:tgtEl>
                                          <p:spTgt spid="61"/>
                                        </p:tgtEl>
                                        <p:attrNameLst>
                                          <p:attrName>style.visibility</p:attrName>
                                        </p:attrNameLst>
                                      </p:cBhvr>
                                      <p:to>
                                        <p:strVal val="visible"/>
                                      </p:to>
                                    </p:set>
                                    <p:anim calcmode="lin" valueType="num">
                                      <p:cBhvr>
                                        <p:cTn id="340" dur="3000" fill="hold"/>
                                        <p:tgtEl>
                                          <p:spTgt spid="61"/>
                                        </p:tgtEl>
                                        <p:attrNameLst>
                                          <p:attrName>ppt_w</p:attrName>
                                        </p:attrNameLst>
                                      </p:cBhvr>
                                      <p:tavLst>
                                        <p:tav tm="0">
                                          <p:val>
                                            <p:fltVal val="0"/>
                                          </p:val>
                                        </p:tav>
                                        <p:tav tm="100000">
                                          <p:val>
                                            <p:strVal val="#ppt_w"/>
                                          </p:val>
                                        </p:tav>
                                      </p:tavLst>
                                    </p:anim>
                                    <p:anim calcmode="lin" valueType="num">
                                      <p:cBhvr>
                                        <p:cTn id="341" dur="3000" fill="hold"/>
                                        <p:tgtEl>
                                          <p:spTgt spid="61"/>
                                        </p:tgtEl>
                                        <p:attrNameLst>
                                          <p:attrName>ppt_h</p:attrName>
                                        </p:attrNameLst>
                                      </p:cBhvr>
                                      <p:tavLst>
                                        <p:tav tm="0">
                                          <p:val>
                                            <p:fltVal val="0"/>
                                          </p:val>
                                        </p:tav>
                                        <p:tav tm="100000">
                                          <p:val>
                                            <p:strVal val="#ppt_h"/>
                                          </p:val>
                                        </p:tav>
                                      </p:tavLst>
                                    </p:anim>
                                    <p:anim calcmode="lin" valueType="num">
                                      <p:cBhvr>
                                        <p:cTn id="342" dur="3000" fill="hold"/>
                                        <p:tgtEl>
                                          <p:spTgt spid="61"/>
                                        </p:tgtEl>
                                        <p:attrNameLst>
                                          <p:attrName>style.rotation</p:attrName>
                                        </p:attrNameLst>
                                      </p:cBhvr>
                                      <p:tavLst>
                                        <p:tav tm="0">
                                          <p:val>
                                            <p:fltVal val="90"/>
                                          </p:val>
                                        </p:tav>
                                        <p:tav tm="100000">
                                          <p:val>
                                            <p:fltVal val="0"/>
                                          </p:val>
                                        </p:tav>
                                      </p:tavLst>
                                    </p:anim>
                                    <p:animEffect transition="in" filter="fade">
                                      <p:cBhvr>
                                        <p:cTn id="343" dur="3000"/>
                                        <p:tgtEl>
                                          <p:spTgt spid="61"/>
                                        </p:tgtEl>
                                      </p:cBhvr>
                                    </p:animEffect>
                                  </p:childTnLst>
                                </p:cTn>
                              </p:par>
                              <p:par>
                                <p:cTn id="344" presetID="31" presetClass="entr" presetSubtype="0" fill="hold" nodeType="withEffect">
                                  <p:stCondLst>
                                    <p:cond delay="7500"/>
                                  </p:stCondLst>
                                  <p:childTnLst>
                                    <p:set>
                                      <p:cBhvr>
                                        <p:cTn id="345" dur="1" fill="hold">
                                          <p:stCondLst>
                                            <p:cond delay="0"/>
                                          </p:stCondLst>
                                        </p:cTn>
                                        <p:tgtEl>
                                          <p:spTgt spid="62"/>
                                        </p:tgtEl>
                                        <p:attrNameLst>
                                          <p:attrName>style.visibility</p:attrName>
                                        </p:attrNameLst>
                                      </p:cBhvr>
                                      <p:to>
                                        <p:strVal val="visible"/>
                                      </p:to>
                                    </p:set>
                                    <p:anim calcmode="lin" valueType="num">
                                      <p:cBhvr>
                                        <p:cTn id="346" dur="3000" fill="hold"/>
                                        <p:tgtEl>
                                          <p:spTgt spid="62"/>
                                        </p:tgtEl>
                                        <p:attrNameLst>
                                          <p:attrName>ppt_w</p:attrName>
                                        </p:attrNameLst>
                                      </p:cBhvr>
                                      <p:tavLst>
                                        <p:tav tm="0">
                                          <p:val>
                                            <p:fltVal val="0"/>
                                          </p:val>
                                        </p:tav>
                                        <p:tav tm="100000">
                                          <p:val>
                                            <p:strVal val="#ppt_w"/>
                                          </p:val>
                                        </p:tav>
                                      </p:tavLst>
                                    </p:anim>
                                    <p:anim calcmode="lin" valueType="num">
                                      <p:cBhvr>
                                        <p:cTn id="347" dur="3000" fill="hold"/>
                                        <p:tgtEl>
                                          <p:spTgt spid="62"/>
                                        </p:tgtEl>
                                        <p:attrNameLst>
                                          <p:attrName>ppt_h</p:attrName>
                                        </p:attrNameLst>
                                      </p:cBhvr>
                                      <p:tavLst>
                                        <p:tav tm="0">
                                          <p:val>
                                            <p:fltVal val="0"/>
                                          </p:val>
                                        </p:tav>
                                        <p:tav tm="100000">
                                          <p:val>
                                            <p:strVal val="#ppt_h"/>
                                          </p:val>
                                        </p:tav>
                                      </p:tavLst>
                                    </p:anim>
                                    <p:anim calcmode="lin" valueType="num">
                                      <p:cBhvr>
                                        <p:cTn id="348" dur="3000" fill="hold"/>
                                        <p:tgtEl>
                                          <p:spTgt spid="62"/>
                                        </p:tgtEl>
                                        <p:attrNameLst>
                                          <p:attrName>style.rotation</p:attrName>
                                        </p:attrNameLst>
                                      </p:cBhvr>
                                      <p:tavLst>
                                        <p:tav tm="0">
                                          <p:val>
                                            <p:fltVal val="90"/>
                                          </p:val>
                                        </p:tav>
                                        <p:tav tm="100000">
                                          <p:val>
                                            <p:fltVal val="0"/>
                                          </p:val>
                                        </p:tav>
                                      </p:tavLst>
                                    </p:anim>
                                    <p:animEffect transition="in" filter="fade">
                                      <p:cBhvr>
                                        <p:cTn id="349" dur="3000"/>
                                        <p:tgtEl>
                                          <p:spTgt spid="62"/>
                                        </p:tgtEl>
                                      </p:cBhvr>
                                    </p:animEffect>
                                  </p:childTnLst>
                                </p:cTn>
                              </p:par>
                              <p:par>
                                <p:cTn id="350" presetID="31" presetClass="entr" presetSubtype="0" fill="hold" nodeType="withEffect">
                                  <p:stCondLst>
                                    <p:cond delay="7500"/>
                                  </p:stCondLst>
                                  <p:childTnLst>
                                    <p:set>
                                      <p:cBhvr>
                                        <p:cTn id="351" dur="1" fill="hold">
                                          <p:stCondLst>
                                            <p:cond delay="0"/>
                                          </p:stCondLst>
                                        </p:cTn>
                                        <p:tgtEl>
                                          <p:spTgt spid="64"/>
                                        </p:tgtEl>
                                        <p:attrNameLst>
                                          <p:attrName>style.visibility</p:attrName>
                                        </p:attrNameLst>
                                      </p:cBhvr>
                                      <p:to>
                                        <p:strVal val="visible"/>
                                      </p:to>
                                    </p:set>
                                    <p:anim calcmode="lin" valueType="num">
                                      <p:cBhvr>
                                        <p:cTn id="352" dur="3000" fill="hold"/>
                                        <p:tgtEl>
                                          <p:spTgt spid="64"/>
                                        </p:tgtEl>
                                        <p:attrNameLst>
                                          <p:attrName>ppt_w</p:attrName>
                                        </p:attrNameLst>
                                      </p:cBhvr>
                                      <p:tavLst>
                                        <p:tav tm="0">
                                          <p:val>
                                            <p:fltVal val="0"/>
                                          </p:val>
                                        </p:tav>
                                        <p:tav tm="100000">
                                          <p:val>
                                            <p:strVal val="#ppt_w"/>
                                          </p:val>
                                        </p:tav>
                                      </p:tavLst>
                                    </p:anim>
                                    <p:anim calcmode="lin" valueType="num">
                                      <p:cBhvr>
                                        <p:cTn id="353" dur="3000" fill="hold"/>
                                        <p:tgtEl>
                                          <p:spTgt spid="64"/>
                                        </p:tgtEl>
                                        <p:attrNameLst>
                                          <p:attrName>ppt_h</p:attrName>
                                        </p:attrNameLst>
                                      </p:cBhvr>
                                      <p:tavLst>
                                        <p:tav tm="0">
                                          <p:val>
                                            <p:fltVal val="0"/>
                                          </p:val>
                                        </p:tav>
                                        <p:tav tm="100000">
                                          <p:val>
                                            <p:strVal val="#ppt_h"/>
                                          </p:val>
                                        </p:tav>
                                      </p:tavLst>
                                    </p:anim>
                                    <p:anim calcmode="lin" valueType="num">
                                      <p:cBhvr>
                                        <p:cTn id="354" dur="3000" fill="hold"/>
                                        <p:tgtEl>
                                          <p:spTgt spid="64"/>
                                        </p:tgtEl>
                                        <p:attrNameLst>
                                          <p:attrName>style.rotation</p:attrName>
                                        </p:attrNameLst>
                                      </p:cBhvr>
                                      <p:tavLst>
                                        <p:tav tm="0">
                                          <p:val>
                                            <p:fltVal val="90"/>
                                          </p:val>
                                        </p:tav>
                                        <p:tav tm="100000">
                                          <p:val>
                                            <p:fltVal val="0"/>
                                          </p:val>
                                        </p:tav>
                                      </p:tavLst>
                                    </p:anim>
                                    <p:animEffect transition="in" filter="fade">
                                      <p:cBhvr>
                                        <p:cTn id="355" dur="3000"/>
                                        <p:tgtEl>
                                          <p:spTgt spid="64"/>
                                        </p:tgtEl>
                                      </p:cBhvr>
                                    </p:animEffect>
                                  </p:childTnLst>
                                </p:cTn>
                              </p:par>
                              <p:par>
                                <p:cTn id="356" presetID="31" presetClass="entr" presetSubtype="0" fill="hold" nodeType="withEffect">
                                  <p:stCondLst>
                                    <p:cond delay="7500"/>
                                  </p:stCondLst>
                                  <p:childTnLst>
                                    <p:set>
                                      <p:cBhvr>
                                        <p:cTn id="357" dur="1" fill="hold">
                                          <p:stCondLst>
                                            <p:cond delay="0"/>
                                          </p:stCondLst>
                                        </p:cTn>
                                        <p:tgtEl>
                                          <p:spTgt spid="38"/>
                                        </p:tgtEl>
                                        <p:attrNameLst>
                                          <p:attrName>style.visibility</p:attrName>
                                        </p:attrNameLst>
                                      </p:cBhvr>
                                      <p:to>
                                        <p:strVal val="visible"/>
                                      </p:to>
                                    </p:set>
                                    <p:anim calcmode="lin" valueType="num">
                                      <p:cBhvr>
                                        <p:cTn id="358" dur="3000" fill="hold"/>
                                        <p:tgtEl>
                                          <p:spTgt spid="38"/>
                                        </p:tgtEl>
                                        <p:attrNameLst>
                                          <p:attrName>ppt_w</p:attrName>
                                        </p:attrNameLst>
                                      </p:cBhvr>
                                      <p:tavLst>
                                        <p:tav tm="0">
                                          <p:val>
                                            <p:fltVal val="0"/>
                                          </p:val>
                                        </p:tav>
                                        <p:tav tm="100000">
                                          <p:val>
                                            <p:strVal val="#ppt_w"/>
                                          </p:val>
                                        </p:tav>
                                      </p:tavLst>
                                    </p:anim>
                                    <p:anim calcmode="lin" valueType="num">
                                      <p:cBhvr>
                                        <p:cTn id="359" dur="3000" fill="hold"/>
                                        <p:tgtEl>
                                          <p:spTgt spid="38"/>
                                        </p:tgtEl>
                                        <p:attrNameLst>
                                          <p:attrName>ppt_h</p:attrName>
                                        </p:attrNameLst>
                                      </p:cBhvr>
                                      <p:tavLst>
                                        <p:tav tm="0">
                                          <p:val>
                                            <p:fltVal val="0"/>
                                          </p:val>
                                        </p:tav>
                                        <p:tav tm="100000">
                                          <p:val>
                                            <p:strVal val="#ppt_h"/>
                                          </p:val>
                                        </p:tav>
                                      </p:tavLst>
                                    </p:anim>
                                    <p:anim calcmode="lin" valueType="num">
                                      <p:cBhvr>
                                        <p:cTn id="360" dur="3000" fill="hold"/>
                                        <p:tgtEl>
                                          <p:spTgt spid="38"/>
                                        </p:tgtEl>
                                        <p:attrNameLst>
                                          <p:attrName>style.rotation</p:attrName>
                                        </p:attrNameLst>
                                      </p:cBhvr>
                                      <p:tavLst>
                                        <p:tav tm="0">
                                          <p:val>
                                            <p:fltVal val="90"/>
                                          </p:val>
                                        </p:tav>
                                        <p:tav tm="100000">
                                          <p:val>
                                            <p:fltVal val="0"/>
                                          </p:val>
                                        </p:tav>
                                      </p:tavLst>
                                    </p:anim>
                                    <p:animEffect transition="in" filter="fade">
                                      <p:cBhvr>
                                        <p:cTn id="361" dur="3000"/>
                                        <p:tgtEl>
                                          <p:spTgt spid="38"/>
                                        </p:tgtEl>
                                      </p:cBhvr>
                                    </p:animEffect>
                                  </p:childTnLst>
                                </p:cTn>
                              </p:par>
                              <p:par>
                                <p:cTn id="362" presetID="31" presetClass="entr" presetSubtype="0" fill="hold" nodeType="withEffect">
                                  <p:stCondLst>
                                    <p:cond delay="7500"/>
                                  </p:stCondLst>
                                  <p:childTnLst>
                                    <p:set>
                                      <p:cBhvr>
                                        <p:cTn id="363" dur="1" fill="hold">
                                          <p:stCondLst>
                                            <p:cond delay="0"/>
                                          </p:stCondLst>
                                        </p:cTn>
                                        <p:tgtEl>
                                          <p:spTgt spid="63"/>
                                        </p:tgtEl>
                                        <p:attrNameLst>
                                          <p:attrName>style.visibility</p:attrName>
                                        </p:attrNameLst>
                                      </p:cBhvr>
                                      <p:to>
                                        <p:strVal val="visible"/>
                                      </p:to>
                                    </p:set>
                                    <p:anim calcmode="lin" valueType="num">
                                      <p:cBhvr>
                                        <p:cTn id="364" dur="3000" fill="hold"/>
                                        <p:tgtEl>
                                          <p:spTgt spid="63"/>
                                        </p:tgtEl>
                                        <p:attrNameLst>
                                          <p:attrName>ppt_w</p:attrName>
                                        </p:attrNameLst>
                                      </p:cBhvr>
                                      <p:tavLst>
                                        <p:tav tm="0">
                                          <p:val>
                                            <p:fltVal val="0"/>
                                          </p:val>
                                        </p:tav>
                                        <p:tav tm="100000">
                                          <p:val>
                                            <p:strVal val="#ppt_w"/>
                                          </p:val>
                                        </p:tav>
                                      </p:tavLst>
                                    </p:anim>
                                    <p:anim calcmode="lin" valueType="num">
                                      <p:cBhvr>
                                        <p:cTn id="365" dur="3000" fill="hold"/>
                                        <p:tgtEl>
                                          <p:spTgt spid="63"/>
                                        </p:tgtEl>
                                        <p:attrNameLst>
                                          <p:attrName>ppt_h</p:attrName>
                                        </p:attrNameLst>
                                      </p:cBhvr>
                                      <p:tavLst>
                                        <p:tav tm="0">
                                          <p:val>
                                            <p:fltVal val="0"/>
                                          </p:val>
                                        </p:tav>
                                        <p:tav tm="100000">
                                          <p:val>
                                            <p:strVal val="#ppt_h"/>
                                          </p:val>
                                        </p:tav>
                                      </p:tavLst>
                                    </p:anim>
                                    <p:anim calcmode="lin" valueType="num">
                                      <p:cBhvr>
                                        <p:cTn id="366" dur="3000" fill="hold"/>
                                        <p:tgtEl>
                                          <p:spTgt spid="63"/>
                                        </p:tgtEl>
                                        <p:attrNameLst>
                                          <p:attrName>style.rotation</p:attrName>
                                        </p:attrNameLst>
                                      </p:cBhvr>
                                      <p:tavLst>
                                        <p:tav tm="0">
                                          <p:val>
                                            <p:fltVal val="90"/>
                                          </p:val>
                                        </p:tav>
                                        <p:tav tm="100000">
                                          <p:val>
                                            <p:fltVal val="0"/>
                                          </p:val>
                                        </p:tav>
                                      </p:tavLst>
                                    </p:anim>
                                    <p:animEffect transition="in" filter="fade">
                                      <p:cBhvr>
                                        <p:cTn id="367" dur="3000"/>
                                        <p:tgtEl>
                                          <p:spTgt spid="63"/>
                                        </p:tgtEl>
                                      </p:cBhvr>
                                    </p:animEffect>
                                  </p:childTnLst>
                                </p:cTn>
                              </p:par>
                              <p:par>
                                <p:cTn id="368" presetID="31" presetClass="entr" presetSubtype="0" fill="hold" nodeType="withEffect">
                                  <p:stCondLst>
                                    <p:cond delay="7500"/>
                                  </p:stCondLst>
                                  <p:childTnLst>
                                    <p:set>
                                      <p:cBhvr>
                                        <p:cTn id="369" dur="1" fill="hold">
                                          <p:stCondLst>
                                            <p:cond delay="0"/>
                                          </p:stCondLst>
                                        </p:cTn>
                                        <p:tgtEl>
                                          <p:spTgt spid="65"/>
                                        </p:tgtEl>
                                        <p:attrNameLst>
                                          <p:attrName>style.visibility</p:attrName>
                                        </p:attrNameLst>
                                      </p:cBhvr>
                                      <p:to>
                                        <p:strVal val="visible"/>
                                      </p:to>
                                    </p:set>
                                    <p:anim calcmode="lin" valueType="num">
                                      <p:cBhvr>
                                        <p:cTn id="370" dur="3000" fill="hold"/>
                                        <p:tgtEl>
                                          <p:spTgt spid="65"/>
                                        </p:tgtEl>
                                        <p:attrNameLst>
                                          <p:attrName>ppt_w</p:attrName>
                                        </p:attrNameLst>
                                      </p:cBhvr>
                                      <p:tavLst>
                                        <p:tav tm="0">
                                          <p:val>
                                            <p:fltVal val="0"/>
                                          </p:val>
                                        </p:tav>
                                        <p:tav tm="100000">
                                          <p:val>
                                            <p:strVal val="#ppt_w"/>
                                          </p:val>
                                        </p:tav>
                                      </p:tavLst>
                                    </p:anim>
                                    <p:anim calcmode="lin" valueType="num">
                                      <p:cBhvr>
                                        <p:cTn id="371" dur="3000" fill="hold"/>
                                        <p:tgtEl>
                                          <p:spTgt spid="65"/>
                                        </p:tgtEl>
                                        <p:attrNameLst>
                                          <p:attrName>ppt_h</p:attrName>
                                        </p:attrNameLst>
                                      </p:cBhvr>
                                      <p:tavLst>
                                        <p:tav tm="0">
                                          <p:val>
                                            <p:fltVal val="0"/>
                                          </p:val>
                                        </p:tav>
                                        <p:tav tm="100000">
                                          <p:val>
                                            <p:strVal val="#ppt_h"/>
                                          </p:val>
                                        </p:tav>
                                      </p:tavLst>
                                    </p:anim>
                                    <p:anim calcmode="lin" valueType="num">
                                      <p:cBhvr>
                                        <p:cTn id="372" dur="3000" fill="hold"/>
                                        <p:tgtEl>
                                          <p:spTgt spid="65"/>
                                        </p:tgtEl>
                                        <p:attrNameLst>
                                          <p:attrName>style.rotation</p:attrName>
                                        </p:attrNameLst>
                                      </p:cBhvr>
                                      <p:tavLst>
                                        <p:tav tm="0">
                                          <p:val>
                                            <p:fltVal val="90"/>
                                          </p:val>
                                        </p:tav>
                                        <p:tav tm="100000">
                                          <p:val>
                                            <p:fltVal val="0"/>
                                          </p:val>
                                        </p:tav>
                                      </p:tavLst>
                                    </p:anim>
                                    <p:animEffect transition="in" filter="fade">
                                      <p:cBhvr>
                                        <p:cTn id="373" dur="3000"/>
                                        <p:tgtEl>
                                          <p:spTgt spid="65"/>
                                        </p:tgtEl>
                                      </p:cBhvr>
                                    </p:animEffect>
                                  </p:childTnLst>
                                </p:cTn>
                              </p:par>
                              <p:par>
                                <p:cTn id="374" presetID="31" presetClass="entr" presetSubtype="0" fill="hold" nodeType="withEffect">
                                  <p:stCondLst>
                                    <p:cond delay="7500"/>
                                  </p:stCondLst>
                                  <p:childTnLst>
                                    <p:set>
                                      <p:cBhvr>
                                        <p:cTn id="375" dur="1" fill="hold">
                                          <p:stCondLst>
                                            <p:cond delay="0"/>
                                          </p:stCondLst>
                                        </p:cTn>
                                        <p:tgtEl>
                                          <p:spTgt spid="39"/>
                                        </p:tgtEl>
                                        <p:attrNameLst>
                                          <p:attrName>style.visibility</p:attrName>
                                        </p:attrNameLst>
                                      </p:cBhvr>
                                      <p:to>
                                        <p:strVal val="visible"/>
                                      </p:to>
                                    </p:set>
                                    <p:anim calcmode="lin" valueType="num">
                                      <p:cBhvr>
                                        <p:cTn id="376" dur="3000" fill="hold"/>
                                        <p:tgtEl>
                                          <p:spTgt spid="39"/>
                                        </p:tgtEl>
                                        <p:attrNameLst>
                                          <p:attrName>ppt_w</p:attrName>
                                        </p:attrNameLst>
                                      </p:cBhvr>
                                      <p:tavLst>
                                        <p:tav tm="0">
                                          <p:val>
                                            <p:fltVal val="0"/>
                                          </p:val>
                                        </p:tav>
                                        <p:tav tm="100000">
                                          <p:val>
                                            <p:strVal val="#ppt_w"/>
                                          </p:val>
                                        </p:tav>
                                      </p:tavLst>
                                    </p:anim>
                                    <p:anim calcmode="lin" valueType="num">
                                      <p:cBhvr>
                                        <p:cTn id="377" dur="3000" fill="hold"/>
                                        <p:tgtEl>
                                          <p:spTgt spid="39"/>
                                        </p:tgtEl>
                                        <p:attrNameLst>
                                          <p:attrName>ppt_h</p:attrName>
                                        </p:attrNameLst>
                                      </p:cBhvr>
                                      <p:tavLst>
                                        <p:tav tm="0">
                                          <p:val>
                                            <p:fltVal val="0"/>
                                          </p:val>
                                        </p:tav>
                                        <p:tav tm="100000">
                                          <p:val>
                                            <p:strVal val="#ppt_h"/>
                                          </p:val>
                                        </p:tav>
                                      </p:tavLst>
                                    </p:anim>
                                    <p:anim calcmode="lin" valueType="num">
                                      <p:cBhvr>
                                        <p:cTn id="378" dur="3000" fill="hold"/>
                                        <p:tgtEl>
                                          <p:spTgt spid="39"/>
                                        </p:tgtEl>
                                        <p:attrNameLst>
                                          <p:attrName>style.rotation</p:attrName>
                                        </p:attrNameLst>
                                      </p:cBhvr>
                                      <p:tavLst>
                                        <p:tav tm="0">
                                          <p:val>
                                            <p:fltVal val="90"/>
                                          </p:val>
                                        </p:tav>
                                        <p:tav tm="100000">
                                          <p:val>
                                            <p:fltVal val="0"/>
                                          </p:val>
                                        </p:tav>
                                      </p:tavLst>
                                    </p:anim>
                                    <p:animEffect transition="in" filter="fade">
                                      <p:cBhvr>
                                        <p:cTn id="379" dur="3000"/>
                                        <p:tgtEl>
                                          <p:spTgt spid="39"/>
                                        </p:tgtEl>
                                      </p:cBhvr>
                                    </p:animEffect>
                                  </p:childTnLst>
                                </p:cTn>
                              </p:par>
                              <p:par>
                                <p:cTn id="380" presetID="31" presetClass="entr" presetSubtype="0" fill="hold" nodeType="withEffect">
                                  <p:stCondLst>
                                    <p:cond delay="7500"/>
                                  </p:stCondLst>
                                  <p:childTnLst>
                                    <p:set>
                                      <p:cBhvr>
                                        <p:cTn id="381" dur="1" fill="hold">
                                          <p:stCondLst>
                                            <p:cond delay="0"/>
                                          </p:stCondLst>
                                        </p:cTn>
                                        <p:tgtEl>
                                          <p:spTgt spid="72"/>
                                        </p:tgtEl>
                                        <p:attrNameLst>
                                          <p:attrName>style.visibility</p:attrName>
                                        </p:attrNameLst>
                                      </p:cBhvr>
                                      <p:to>
                                        <p:strVal val="visible"/>
                                      </p:to>
                                    </p:set>
                                    <p:anim calcmode="lin" valueType="num">
                                      <p:cBhvr>
                                        <p:cTn id="382" dur="3000" fill="hold"/>
                                        <p:tgtEl>
                                          <p:spTgt spid="72"/>
                                        </p:tgtEl>
                                        <p:attrNameLst>
                                          <p:attrName>ppt_w</p:attrName>
                                        </p:attrNameLst>
                                      </p:cBhvr>
                                      <p:tavLst>
                                        <p:tav tm="0">
                                          <p:val>
                                            <p:fltVal val="0"/>
                                          </p:val>
                                        </p:tav>
                                        <p:tav tm="100000">
                                          <p:val>
                                            <p:strVal val="#ppt_w"/>
                                          </p:val>
                                        </p:tav>
                                      </p:tavLst>
                                    </p:anim>
                                    <p:anim calcmode="lin" valueType="num">
                                      <p:cBhvr>
                                        <p:cTn id="383" dur="3000" fill="hold"/>
                                        <p:tgtEl>
                                          <p:spTgt spid="72"/>
                                        </p:tgtEl>
                                        <p:attrNameLst>
                                          <p:attrName>ppt_h</p:attrName>
                                        </p:attrNameLst>
                                      </p:cBhvr>
                                      <p:tavLst>
                                        <p:tav tm="0">
                                          <p:val>
                                            <p:fltVal val="0"/>
                                          </p:val>
                                        </p:tav>
                                        <p:tav tm="100000">
                                          <p:val>
                                            <p:strVal val="#ppt_h"/>
                                          </p:val>
                                        </p:tav>
                                      </p:tavLst>
                                    </p:anim>
                                    <p:anim calcmode="lin" valueType="num">
                                      <p:cBhvr>
                                        <p:cTn id="384" dur="3000" fill="hold"/>
                                        <p:tgtEl>
                                          <p:spTgt spid="72"/>
                                        </p:tgtEl>
                                        <p:attrNameLst>
                                          <p:attrName>style.rotation</p:attrName>
                                        </p:attrNameLst>
                                      </p:cBhvr>
                                      <p:tavLst>
                                        <p:tav tm="0">
                                          <p:val>
                                            <p:fltVal val="90"/>
                                          </p:val>
                                        </p:tav>
                                        <p:tav tm="100000">
                                          <p:val>
                                            <p:fltVal val="0"/>
                                          </p:val>
                                        </p:tav>
                                      </p:tavLst>
                                    </p:anim>
                                    <p:animEffect transition="in" filter="fade">
                                      <p:cBhvr>
                                        <p:cTn id="385" dur="3000"/>
                                        <p:tgtEl>
                                          <p:spTgt spid="72"/>
                                        </p:tgtEl>
                                      </p:cBhvr>
                                    </p:animEffect>
                                  </p:childTnLst>
                                </p:cTn>
                              </p:par>
                              <p:par>
                                <p:cTn id="386" presetID="31" presetClass="entr" presetSubtype="0" fill="hold" nodeType="withEffect">
                                  <p:stCondLst>
                                    <p:cond delay="7500"/>
                                  </p:stCondLst>
                                  <p:childTnLst>
                                    <p:set>
                                      <p:cBhvr>
                                        <p:cTn id="387" dur="1" fill="hold">
                                          <p:stCondLst>
                                            <p:cond delay="0"/>
                                          </p:stCondLst>
                                        </p:cTn>
                                        <p:tgtEl>
                                          <p:spTgt spid="37"/>
                                        </p:tgtEl>
                                        <p:attrNameLst>
                                          <p:attrName>style.visibility</p:attrName>
                                        </p:attrNameLst>
                                      </p:cBhvr>
                                      <p:to>
                                        <p:strVal val="visible"/>
                                      </p:to>
                                    </p:set>
                                    <p:anim calcmode="lin" valueType="num">
                                      <p:cBhvr>
                                        <p:cTn id="388" dur="3000" fill="hold"/>
                                        <p:tgtEl>
                                          <p:spTgt spid="37"/>
                                        </p:tgtEl>
                                        <p:attrNameLst>
                                          <p:attrName>ppt_w</p:attrName>
                                        </p:attrNameLst>
                                      </p:cBhvr>
                                      <p:tavLst>
                                        <p:tav tm="0">
                                          <p:val>
                                            <p:fltVal val="0"/>
                                          </p:val>
                                        </p:tav>
                                        <p:tav tm="100000">
                                          <p:val>
                                            <p:strVal val="#ppt_w"/>
                                          </p:val>
                                        </p:tav>
                                      </p:tavLst>
                                    </p:anim>
                                    <p:anim calcmode="lin" valueType="num">
                                      <p:cBhvr>
                                        <p:cTn id="389" dur="3000" fill="hold"/>
                                        <p:tgtEl>
                                          <p:spTgt spid="37"/>
                                        </p:tgtEl>
                                        <p:attrNameLst>
                                          <p:attrName>ppt_h</p:attrName>
                                        </p:attrNameLst>
                                      </p:cBhvr>
                                      <p:tavLst>
                                        <p:tav tm="0">
                                          <p:val>
                                            <p:fltVal val="0"/>
                                          </p:val>
                                        </p:tav>
                                        <p:tav tm="100000">
                                          <p:val>
                                            <p:strVal val="#ppt_h"/>
                                          </p:val>
                                        </p:tav>
                                      </p:tavLst>
                                    </p:anim>
                                    <p:anim calcmode="lin" valueType="num">
                                      <p:cBhvr>
                                        <p:cTn id="390" dur="3000" fill="hold"/>
                                        <p:tgtEl>
                                          <p:spTgt spid="37"/>
                                        </p:tgtEl>
                                        <p:attrNameLst>
                                          <p:attrName>style.rotation</p:attrName>
                                        </p:attrNameLst>
                                      </p:cBhvr>
                                      <p:tavLst>
                                        <p:tav tm="0">
                                          <p:val>
                                            <p:fltVal val="90"/>
                                          </p:val>
                                        </p:tav>
                                        <p:tav tm="100000">
                                          <p:val>
                                            <p:fltVal val="0"/>
                                          </p:val>
                                        </p:tav>
                                      </p:tavLst>
                                    </p:anim>
                                    <p:animEffect transition="in" filter="fade">
                                      <p:cBhvr>
                                        <p:cTn id="391" dur="3000"/>
                                        <p:tgtEl>
                                          <p:spTgt spid="37"/>
                                        </p:tgtEl>
                                      </p:cBhvr>
                                    </p:animEffect>
                                  </p:childTnLst>
                                </p:cTn>
                              </p:par>
                              <p:par>
                                <p:cTn id="392" presetID="31" presetClass="entr" presetSubtype="0" fill="hold" nodeType="withEffect">
                                  <p:stCondLst>
                                    <p:cond delay="7500"/>
                                  </p:stCondLst>
                                  <p:childTnLst>
                                    <p:set>
                                      <p:cBhvr>
                                        <p:cTn id="393" dur="1" fill="hold">
                                          <p:stCondLst>
                                            <p:cond delay="0"/>
                                          </p:stCondLst>
                                        </p:cTn>
                                        <p:tgtEl>
                                          <p:spTgt spid="60"/>
                                        </p:tgtEl>
                                        <p:attrNameLst>
                                          <p:attrName>style.visibility</p:attrName>
                                        </p:attrNameLst>
                                      </p:cBhvr>
                                      <p:to>
                                        <p:strVal val="visible"/>
                                      </p:to>
                                    </p:set>
                                    <p:anim calcmode="lin" valueType="num">
                                      <p:cBhvr>
                                        <p:cTn id="394" dur="3000" fill="hold"/>
                                        <p:tgtEl>
                                          <p:spTgt spid="60"/>
                                        </p:tgtEl>
                                        <p:attrNameLst>
                                          <p:attrName>ppt_w</p:attrName>
                                        </p:attrNameLst>
                                      </p:cBhvr>
                                      <p:tavLst>
                                        <p:tav tm="0">
                                          <p:val>
                                            <p:fltVal val="0"/>
                                          </p:val>
                                        </p:tav>
                                        <p:tav tm="100000">
                                          <p:val>
                                            <p:strVal val="#ppt_w"/>
                                          </p:val>
                                        </p:tav>
                                      </p:tavLst>
                                    </p:anim>
                                    <p:anim calcmode="lin" valueType="num">
                                      <p:cBhvr>
                                        <p:cTn id="395" dur="3000" fill="hold"/>
                                        <p:tgtEl>
                                          <p:spTgt spid="60"/>
                                        </p:tgtEl>
                                        <p:attrNameLst>
                                          <p:attrName>ppt_h</p:attrName>
                                        </p:attrNameLst>
                                      </p:cBhvr>
                                      <p:tavLst>
                                        <p:tav tm="0">
                                          <p:val>
                                            <p:fltVal val="0"/>
                                          </p:val>
                                        </p:tav>
                                        <p:tav tm="100000">
                                          <p:val>
                                            <p:strVal val="#ppt_h"/>
                                          </p:val>
                                        </p:tav>
                                      </p:tavLst>
                                    </p:anim>
                                    <p:anim calcmode="lin" valueType="num">
                                      <p:cBhvr>
                                        <p:cTn id="396" dur="3000" fill="hold"/>
                                        <p:tgtEl>
                                          <p:spTgt spid="60"/>
                                        </p:tgtEl>
                                        <p:attrNameLst>
                                          <p:attrName>style.rotation</p:attrName>
                                        </p:attrNameLst>
                                      </p:cBhvr>
                                      <p:tavLst>
                                        <p:tav tm="0">
                                          <p:val>
                                            <p:fltVal val="90"/>
                                          </p:val>
                                        </p:tav>
                                        <p:tav tm="100000">
                                          <p:val>
                                            <p:fltVal val="0"/>
                                          </p:val>
                                        </p:tav>
                                      </p:tavLst>
                                    </p:anim>
                                    <p:animEffect transition="in" filter="fade">
                                      <p:cBhvr>
                                        <p:cTn id="397" dur="3000"/>
                                        <p:tgtEl>
                                          <p:spTgt spid="60"/>
                                        </p:tgtEl>
                                      </p:cBhvr>
                                    </p:animEffect>
                                  </p:childTnLst>
                                </p:cTn>
                              </p:par>
                              <p:par>
                                <p:cTn id="398" presetID="31" presetClass="entr" presetSubtype="0" fill="hold" nodeType="withEffect">
                                  <p:stCondLst>
                                    <p:cond delay="7500"/>
                                  </p:stCondLst>
                                  <p:childTnLst>
                                    <p:set>
                                      <p:cBhvr>
                                        <p:cTn id="399" dur="1" fill="hold">
                                          <p:stCondLst>
                                            <p:cond delay="0"/>
                                          </p:stCondLst>
                                        </p:cTn>
                                        <p:tgtEl>
                                          <p:spTgt spid="32"/>
                                        </p:tgtEl>
                                        <p:attrNameLst>
                                          <p:attrName>style.visibility</p:attrName>
                                        </p:attrNameLst>
                                      </p:cBhvr>
                                      <p:to>
                                        <p:strVal val="visible"/>
                                      </p:to>
                                    </p:set>
                                    <p:anim calcmode="lin" valueType="num">
                                      <p:cBhvr>
                                        <p:cTn id="400" dur="3000" fill="hold"/>
                                        <p:tgtEl>
                                          <p:spTgt spid="32"/>
                                        </p:tgtEl>
                                        <p:attrNameLst>
                                          <p:attrName>ppt_w</p:attrName>
                                        </p:attrNameLst>
                                      </p:cBhvr>
                                      <p:tavLst>
                                        <p:tav tm="0">
                                          <p:val>
                                            <p:fltVal val="0"/>
                                          </p:val>
                                        </p:tav>
                                        <p:tav tm="100000">
                                          <p:val>
                                            <p:strVal val="#ppt_w"/>
                                          </p:val>
                                        </p:tav>
                                      </p:tavLst>
                                    </p:anim>
                                    <p:anim calcmode="lin" valueType="num">
                                      <p:cBhvr>
                                        <p:cTn id="401" dur="3000" fill="hold"/>
                                        <p:tgtEl>
                                          <p:spTgt spid="32"/>
                                        </p:tgtEl>
                                        <p:attrNameLst>
                                          <p:attrName>ppt_h</p:attrName>
                                        </p:attrNameLst>
                                      </p:cBhvr>
                                      <p:tavLst>
                                        <p:tav tm="0">
                                          <p:val>
                                            <p:fltVal val="0"/>
                                          </p:val>
                                        </p:tav>
                                        <p:tav tm="100000">
                                          <p:val>
                                            <p:strVal val="#ppt_h"/>
                                          </p:val>
                                        </p:tav>
                                      </p:tavLst>
                                    </p:anim>
                                    <p:anim calcmode="lin" valueType="num">
                                      <p:cBhvr>
                                        <p:cTn id="402" dur="3000" fill="hold"/>
                                        <p:tgtEl>
                                          <p:spTgt spid="32"/>
                                        </p:tgtEl>
                                        <p:attrNameLst>
                                          <p:attrName>style.rotation</p:attrName>
                                        </p:attrNameLst>
                                      </p:cBhvr>
                                      <p:tavLst>
                                        <p:tav tm="0">
                                          <p:val>
                                            <p:fltVal val="90"/>
                                          </p:val>
                                        </p:tav>
                                        <p:tav tm="100000">
                                          <p:val>
                                            <p:fltVal val="0"/>
                                          </p:val>
                                        </p:tav>
                                      </p:tavLst>
                                    </p:anim>
                                    <p:animEffect transition="in" filter="fade">
                                      <p:cBhvr>
                                        <p:cTn id="403" dur="3000"/>
                                        <p:tgtEl>
                                          <p:spTgt spid="32"/>
                                        </p:tgtEl>
                                      </p:cBhvr>
                                    </p:animEffect>
                                  </p:childTnLst>
                                </p:cTn>
                              </p:par>
                              <p:par>
                                <p:cTn id="404" presetID="31" presetClass="entr" presetSubtype="0" fill="hold" nodeType="withEffect">
                                  <p:stCondLst>
                                    <p:cond delay="7500"/>
                                  </p:stCondLst>
                                  <p:childTnLst>
                                    <p:set>
                                      <p:cBhvr>
                                        <p:cTn id="405" dur="1" fill="hold">
                                          <p:stCondLst>
                                            <p:cond delay="0"/>
                                          </p:stCondLst>
                                        </p:cTn>
                                        <p:tgtEl>
                                          <p:spTgt spid="40"/>
                                        </p:tgtEl>
                                        <p:attrNameLst>
                                          <p:attrName>style.visibility</p:attrName>
                                        </p:attrNameLst>
                                      </p:cBhvr>
                                      <p:to>
                                        <p:strVal val="visible"/>
                                      </p:to>
                                    </p:set>
                                    <p:anim calcmode="lin" valueType="num">
                                      <p:cBhvr>
                                        <p:cTn id="406" dur="3000" fill="hold"/>
                                        <p:tgtEl>
                                          <p:spTgt spid="40"/>
                                        </p:tgtEl>
                                        <p:attrNameLst>
                                          <p:attrName>ppt_w</p:attrName>
                                        </p:attrNameLst>
                                      </p:cBhvr>
                                      <p:tavLst>
                                        <p:tav tm="0">
                                          <p:val>
                                            <p:fltVal val="0"/>
                                          </p:val>
                                        </p:tav>
                                        <p:tav tm="100000">
                                          <p:val>
                                            <p:strVal val="#ppt_w"/>
                                          </p:val>
                                        </p:tav>
                                      </p:tavLst>
                                    </p:anim>
                                    <p:anim calcmode="lin" valueType="num">
                                      <p:cBhvr>
                                        <p:cTn id="407" dur="3000" fill="hold"/>
                                        <p:tgtEl>
                                          <p:spTgt spid="40"/>
                                        </p:tgtEl>
                                        <p:attrNameLst>
                                          <p:attrName>ppt_h</p:attrName>
                                        </p:attrNameLst>
                                      </p:cBhvr>
                                      <p:tavLst>
                                        <p:tav tm="0">
                                          <p:val>
                                            <p:fltVal val="0"/>
                                          </p:val>
                                        </p:tav>
                                        <p:tav tm="100000">
                                          <p:val>
                                            <p:strVal val="#ppt_h"/>
                                          </p:val>
                                        </p:tav>
                                      </p:tavLst>
                                    </p:anim>
                                    <p:anim calcmode="lin" valueType="num">
                                      <p:cBhvr>
                                        <p:cTn id="408" dur="3000" fill="hold"/>
                                        <p:tgtEl>
                                          <p:spTgt spid="40"/>
                                        </p:tgtEl>
                                        <p:attrNameLst>
                                          <p:attrName>style.rotation</p:attrName>
                                        </p:attrNameLst>
                                      </p:cBhvr>
                                      <p:tavLst>
                                        <p:tav tm="0">
                                          <p:val>
                                            <p:fltVal val="90"/>
                                          </p:val>
                                        </p:tav>
                                        <p:tav tm="100000">
                                          <p:val>
                                            <p:fltVal val="0"/>
                                          </p:val>
                                        </p:tav>
                                      </p:tavLst>
                                    </p:anim>
                                    <p:animEffect transition="in" filter="fade">
                                      <p:cBhvr>
                                        <p:cTn id="409" dur="3000"/>
                                        <p:tgtEl>
                                          <p:spTgt spid="40"/>
                                        </p:tgtEl>
                                      </p:cBhvr>
                                    </p:animEffect>
                                  </p:childTnLst>
                                </p:cTn>
                              </p:par>
                              <p:par>
                                <p:cTn id="410" presetID="31" presetClass="entr" presetSubtype="0" fill="hold" grpId="0" nodeType="withEffect">
                                  <p:stCondLst>
                                    <p:cond delay="7500"/>
                                  </p:stCondLst>
                                  <p:childTnLst>
                                    <p:set>
                                      <p:cBhvr>
                                        <p:cTn id="411" dur="1" fill="hold">
                                          <p:stCondLst>
                                            <p:cond delay="0"/>
                                          </p:stCondLst>
                                        </p:cTn>
                                        <p:tgtEl>
                                          <p:spTgt spid="84"/>
                                        </p:tgtEl>
                                        <p:attrNameLst>
                                          <p:attrName>style.visibility</p:attrName>
                                        </p:attrNameLst>
                                      </p:cBhvr>
                                      <p:to>
                                        <p:strVal val="visible"/>
                                      </p:to>
                                    </p:set>
                                    <p:anim calcmode="lin" valueType="num">
                                      <p:cBhvr>
                                        <p:cTn id="412" dur="3000" fill="hold"/>
                                        <p:tgtEl>
                                          <p:spTgt spid="84"/>
                                        </p:tgtEl>
                                        <p:attrNameLst>
                                          <p:attrName>ppt_w</p:attrName>
                                        </p:attrNameLst>
                                      </p:cBhvr>
                                      <p:tavLst>
                                        <p:tav tm="0">
                                          <p:val>
                                            <p:fltVal val="0"/>
                                          </p:val>
                                        </p:tav>
                                        <p:tav tm="100000">
                                          <p:val>
                                            <p:strVal val="#ppt_w"/>
                                          </p:val>
                                        </p:tav>
                                      </p:tavLst>
                                    </p:anim>
                                    <p:anim calcmode="lin" valueType="num">
                                      <p:cBhvr>
                                        <p:cTn id="413" dur="3000" fill="hold"/>
                                        <p:tgtEl>
                                          <p:spTgt spid="84"/>
                                        </p:tgtEl>
                                        <p:attrNameLst>
                                          <p:attrName>ppt_h</p:attrName>
                                        </p:attrNameLst>
                                      </p:cBhvr>
                                      <p:tavLst>
                                        <p:tav tm="0">
                                          <p:val>
                                            <p:fltVal val="0"/>
                                          </p:val>
                                        </p:tav>
                                        <p:tav tm="100000">
                                          <p:val>
                                            <p:strVal val="#ppt_h"/>
                                          </p:val>
                                        </p:tav>
                                      </p:tavLst>
                                    </p:anim>
                                    <p:anim calcmode="lin" valueType="num">
                                      <p:cBhvr>
                                        <p:cTn id="414" dur="3000" fill="hold"/>
                                        <p:tgtEl>
                                          <p:spTgt spid="84"/>
                                        </p:tgtEl>
                                        <p:attrNameLst>
                                          <p:attrName>style.rotation</p:attrName>
                                        </p:attrNameLst>
                                      </p:cBhvr>
                                      <p:tavLst>
                                        <p:tav tm="0">
                                          <p:val>
                                            <p:fltVal val="90"/>
                                          </p:val>
                                        </p:tav>
                                        <p:tav tm="100000">
                                          <p:val>
                                            <p:fltVal val="0"/>
                                          </p:val>
                                        </p:tav>
                                      </p:tavLst>
                                    </p:anim>
                                    <p:animEffect transition="in" filter="fade">
                                      <p:cBhvr>
                                        <p:cTn id="415" dur="3000"/>
                                        <p:tgtEl>
                                          <p:spTgt spid="84"/>
                                        </p:tgtEl>
                                      </p:cBhvr>
                                    </p:animEffect>
                                  </p:childTnLst>
                                </p:cTn>
                              </p:par>
                              <p:par>
                                <p:cTn id="416" presetID="31" presetClass="entr" presetSubtype="0" fill="hold" grpId="0" nodeType="withEffect">
                                  <p:stCondLst>
                                    <p:cond delay="7500"/>
                                  </p:stCondLst>
                                  <p:childTnLst>
                                    <p:set>
                                      <p:cBhvr>
                                        <p:cTn id="417" dur="1" fill="hold">
                                          <p:stCondLst>
                                            <p:cond delay="0"/>
                                          </p:stCondLst>
                                        </p:cTn>
                                        <p:tgtEl>
                                          <p:spTgt spid="85"/>
                                        </p:tgtEl>
                                        <p:attrNameLst>
                                          <p:attrName>style.visibility</p:attrName>
                                        </p:attrNameLst>
                                      </p:cBhvr>
                                      <p:to>
                                        <p:strVal val="visible"/>
                                      </p:to>
                                    </p:set>
                                    <p:anim calcmode="lin" valueType="num">
                                      <p:cBhvr>
                                        <p:cTn id="418" dur="3000" fill="hold"/>
                                        <p:tgtEl>
                                          <p:spTgt spid="85"/>
                                        </p:tgtEl>
                                        <p:attrNameLst>
                                          <p:attrName>ppt_w</p:attrName>
                                        </p:attrNameLst>
                                      </p:cBhvr>
                                      <p:tavLst>
                                        <p:tav tm="0">
                                          <p:val>
                                            <p:fltVal val="0"/>
                                          </p:val>
                                        </p:tav>
                                        <p:tav tm="100000">
                                          <p:val>
                                            <p:strVal val="#ppt_w"/>
                                          </p:val>
                                        </p:tav>
                                      </p:tavLst>
                                    </p:anim>
                                    <p:anim calcmode="lin" valueType="num">
                                      <p:cBhvr>
                                        <p:cTn id="419" dur="3000" fill="hold"/>
                                        <p:tgtEl>
                                          <p:spTgt spid="85"/>
                                        </p:tgtEl>
                                        <p:attrNameLst>
                                          <p:attrName>ppt_h</p:attrName>
                                        </p:attrNameLst>
                                      </p:cBhvr>
                                      <p:tavLst>
                                        <p:tav tm="0">
                                          <p:val>
                                            <p:fltVal val="0"/>
                                          </p:val>
                                        </p:tav>
                                        <p:tav tm="100000">
                                          <p:val>
                                            <p:strVal val="#ppt_h"/>
                                          </p:val>
                                        </p:tav>
                                      </p:tavLst>
                                    </p:anim>
                                    <p:anim calcmode="lin" valueType="num">
                                      <p:cBhvr>
                                        <p:cTn id="420" dur="3000" fill="hold"/>
                                        <p:tgtEl>
                                          <p:spTgt spid="85"/>
                                        </p:tgtEl>
                                        <p:attrNameLst>
                                          <p:attrName>style.rotation</p:attrName>
                                        </p:attrNameLst>
                                      </p:cBhvr>
                                      <p:tavLst>
                                        <p:tav tm="0">
                                          <p:val>
                                            <p:fltVal val="90"/>
                                          </p:val>
                                        </p:tav>
                                        <p:tav tm="100000">
                                          <p:val>
                                            <p:fltVal val="0"/>
                                          </p:val>
                                        </p:tav>
                                      </p:tavLst>
                                    </p:anim>
                                    <p:animEffect transition="in" filter="fade">
                                      <p:cBhvr>
                                        <p:cTn id="421" dur="3000"/>
                                        <p:tgtEl>
                                          <p:spTgt spid="85"/>
                                        </p:tgtEl>
                                      </p:cBhvr>
                                    </p:animEffect>
                                  </p:childTnLst>
                                </p:cTn>
                              </p:par>
                              <p:par>
                                <p:cTn id="422" presetID="31" presetClass="entr" presetSubtype="0" fill="hold" grpId="0" nodeType="withEffect">
                                  <p:stCondLst>
                                    <p:cond delay="7500"/>
                                  </p:stCondLst>
                                  <p:childTnLst>
                                    <p:set>
                                      <p:cBhvr>
                                        <p:cTn id="423" dur="1" fill="hold">
                                          <p:stCondLst>
                                            <p:cond delay="0"/>
                                          </p:stCondLst>
                                        </p:cTn>
                                        <p:tgtEl>
                                          <p:spTgt spid="86"/>
                                        </p:tgtEl>
                                        <p:attrNameLst>
                                          <p:attrName>style.visibility</p:attrName>
                                        </p:attrNameLst>
                                      </p:cBhvr>
                                      <p:to>
                                        <p:strVal val="visible"/>
                                      </p:to>
                                    </p:set>
                                    <p:anim calcmode="lin" valueType="num">
                                      <p:cBhvr>
                                        <p:cTn id="424" dur="3000" fill="hold"/>
                                        <p:tgtEl>
                                          <p:spTgt spid="86"/>
                                        </p:tgtEl>
                                        <p:attrNameLst>
                                          <p:attrName>ppt_w</p:attrName>
                                        </p:attrNameLst>
                                      </p:cBhvr>
                                      <p:tavLst>
                                        <p:tav tm="0">
                                          <p:val>
                                            <p:fltVal val="0"/>
                                          </p:val>
                                        </p:tav>
                                        <p:tav tm="100000">
                                          <p:val>
                                            <p:strVal val="#ppt_w"/>
                                          </p:val>
                                        </p:tav>
                                      </p:tavLst>
                                    </p:anim>
                                    <p:anim calcmode="lin" valueType="num">
                                      <p:cBhvr>
                                        <p:cTn id="425" dur="3000" fill="hold"/>
                                        <p:tgtEl>
                                          <p:spTgt spid="86"/>
                                        </p:tgtEl>
                                        <p:attrNameLst>
                                          <p:attrName>ppt_h</p:attrName>
                                        </p:attrNameLst>
                                      </p:cBhvr>
                                      <p:tavLst>
                                        <p:tav tm="0">
                                          <p:val>
                                            <p:fltVal val="0"/>
                                          </p:val>
                                        </p:tav>
                                        <p:tav tm="100000">
                                          <p:val>
                                            <p:strVal val="#ppt_h"/>
                                          </p:val>
                                        </p:tav>
                                      </p:tavLst>
                                    </p:anim>
                                    <p:anim calcmode="lin" valueType="num">
                                      <p:cBhvr>
                                        <p:cTn id="426" dur="3000" fill="hold"/>
                                        <p:tgtEl>
                                          <p:spTgt spid="86"/>
                                        </p:tgtEl>
                                        <p:attrNameLst>
                                          <p:attrName>style.rotation</p:attrName>
                                        </p:attrNameLst>
                                      </p:cBhvr>
                                      <p:tavLst>
                                        <p:tav tm="0">
                                          <p:val>
                                            <p:fltVal val="90"/>
                                          </p:val>
                                        </p:tav>
                                        <p:tav tm="100000">
                                          <p:val>
                                            <p:fltVal val="0"/>
                                          </p:val>
                                        </p:tav>
                                      </p:tavLst>
                                    </p:anim>
                                    <p:animEffect transition="in" filter="fade">
                                      <p:cBhvr>
                                        <p:cTn id="427" dur="3000"/>
                                        <p:tgtEl>
                                          <p:spTgt spid="86"/>
                                        </p:tgtEl>
                                      </p:cBhvr>
                                    </p:animEffect>
                                  </p:childTnLst>
                                </p:cTn>
                              </p:par>
                              <p:par>
                                <p:cTn id="428" presetID="31" presetClass="entr" presetSubtype="0" fill="hold" grpId="0" nodeType="withEffect">
                                  <p:stCondLst>
                                    <p:cond delay="7500"/>
                                  </p:stCondLst>
                                  <p:childTnLst>
                                    <p:set>
                                      <p:cBhvr>
                                        <p:cTn id="429" dur="1" fill="hold">
                                          <p:stCondLst>
                                            <p:cond delay="0"/>
                                          </p:stCondLst>
                                        </p:cTn>
                                        <p:tgtEl>
                                          <p:spTgt spid="87"/>
                                        </p:tgtEl>
                                        <p:attrNameLst>
                                          <p:attrName>style.visibility</p:attrName>
                                        </p:attrNameLst>
                                      </p:cBhvr>
                                      <p:to>
                                        <p:strVal val="visible"/>
                                      </p:to>
                                    </p:set>
                                    <p:anim calcmode="lin" valueType="num">
                                      <p:cBhvr>
                                        <p:cTn id="430" dur="3000" fill="hold"/>
                                        <p:tgtEl>
                                          <p:spTgt spid="87"/>
                                        </p:tgtEl>
                                        <p:attrNameLst>
                                          <p:attrName>ppt_w</p:attrName>
                                        </p:attrNameLst>
                                      </p:cBhvr>
                                      <p:tavLst>
                                        <p:tav tm="0">
                                          <p:val>
                                            <p:fltVal val="0"/>
                                          </p:val>
                                        </p:tav>
                                        <p:tav tm="100000">
                                          <p:val>
                                            <p:strVal val="#ppt_w"/>
                                          </p:val>
                                        </p:tav>
                                      </p:tavLst>
                                    </p:anim>
                                    <p:anim calcmode="lin" valueType="num">
                                      <p:cBhvr>
                                        <p:cTn id="431" dur="3000" fill="hold"/>
                                        <p:tgtEl>
                                          <p:spTgt spid="87"/>
                                        </p:tgtEl>
                                        <p:attrNameLst>
                                          <p:attrName>ppt_h</p:attrName>
                                        </p:attrNameLst>
                                      </p:cBhvr>
                                      <p:tavLst>
                                        <p:tav tm="0">
                                          <p:val>
                                            <p:fltVal val="0"/>
                                          </p:val>
                                        </p:tav>
                                        <p:tav tm="100000">
                                          <p:val>
                                            <p:strVal val="#ppt_h"/>
                                          </p:val>
                                        </p:tav>
                                      </p:tavLst>
                                    </p:anim>
                                    <p:anim calcmode="lin" valueType="num">
                                      <p:cBhvr>
                                        <p:cTn id="432" dur="3000" fill="hold"/>
                                        <p:tgtEl>
                                          <p:spTgt spid="87"/>
                                        </p:tgtEl>
                                        <p:attrNameLst>
                                          <p:attrName>style.rotation</p:attrName>
                                        </p:attrNameLst>
                                      </p:cBhvr>
                                      <p:tavLst>
                                        <p:tav tm="0">
                                          <p:val>
                                            <p:fltVal val="90"/>
                                          </p:val>
                                        </p:tav>
                                        <p:tav tm="100000">
                                          <p:val>
                                            <p:fltVal val="0"/>
                                          </p:val>
                                        </p:tav>
                                      </p:tavLst>
                                    </p:anim>
                                    <p:animEffect transition="in" filter="fade">
                                      <p:cBhvr>
                                        <p:cTn id="433" dur="3000"/>
                                        <p:tgtEl>
                                          <p:spTgt spid="87"/>
                                        </p:tgtEl>
                                      </p:cBhvr>
                                    </p:animEffect>
                                  </p:childTnLst>
                                </p:cTn>
                              </p:par>
                              <p:par>
                                <p:cTn id="434" presetID="31" presetClass="entr" presetSubtype="0" fill="hold" grpId="0" nodeType="withEffect">
                                  <p:stCondLst>
                                    <p:cond delay="7500"/>
                                  </p:stCondLst>
                                  <p:childTnLst>
                                    <p:set>
                                      <p:cBhvr>
                                        <p:cTn id="435" dur="1" fill="hold">
                                          <p:stCondLst>
                                            <p:cond delay="0"/>
                                          </p:stCondLst>
                                        </p:cTn>
                                        <p:tgtEl>
                                          <p:spTgt spid="88"/>
                                        </p:tgtEl>
                                        <p:attrNameLst>
                                          <p:attrName>style.visibility</p:attrName>
                                        </p:attrNameLst>
                                      </p:cBhvr>
                                      <p:to>
                                        <p:strVal val="visible"/>
                                      </p:to>
                                    </p:set>
                                    <p:anim calcmode="lin" valueType="num">
                                      <p:cBhvr>
                                        <p:cTn id="436" dur="3000" fill="hold"/>
                                        <p:tgtEl>
                                          <p:spTgt spid="88"/>
                                        </p:tgtEl>
                                        <p:attrNameLst>
                                          <p:attrName>ppt_w</p:attrName>
                                        </p:attrNameLst>
                                      </p:cBhvr>
                                      <p:tavLst>
                                        <p:tav tm="0">
                                          <p:val>
                                            <p:fltVal val="0"/>
                                          </p:val>
                                        </p:tav>
                                        <p:tav tm="100000">
                                          <p:val>
                                            <p:strVal val="#ppt_w"/>
                                          </p:val>
                                        </p:tav>
                                      </p:tavLst>
                                    </p:anim>
                                    <p:anim calcmode="lin" valueType="num">
                                      <p:cBhvr>
                                        <p:cTn id="437" dur="3000" fill="hold"/>
                                        <p:tgtEl>
                                          <p:spTgt spid="88"/>
                                        </p:tgtEl>
                                        <p:attrNameLst>
                                          <p:attrName>ppt_h</p:attrName>
                                        </p:attrNameLst>
                                      </p:cBhvr>
                                      <p:tavLst>
                                        <p:tav tm="0">
                                          <p:val>
                                            <p:fltVal val="0"/>
                                          </p:val>
                                        </p:tav>
                                        <p:tav tm="100000">
                                          <p:val>
                                            <p:strVal val="#ppt_h"/>
                                          </p:val>
                                        </p:tav>
                                      </p:tavLst>
                                    </p:anim>
                                    <p:anim calcmode="lin" valueType="num">
                                      <p:cBhvr>
                                        <p:cTn id="438" dur="3000" fill="hold"/>
                                        <p:tgtEl>
                                          <p:spTgt spid="88"/>
                                        </p:tgtEl>
                                        <p:attrNameLst>
                                          <p:attrName>style.rotation</p:attrName>
                                        </p:attrNameLst>
                                      </p:cBhvr>
                                      <p:tavLst>
                                        <p:tav tm="0">
                                          <p:val>
                                            <p:fltVal val="90"/>
                                          </p:val>
                                        </p:tav>
                                        <p:tav tm="100000">
                                          <p:val>
                                            <p:fltVal val="0"/>
                                          </p:val>
                                        </p:tav>
                                      </p:tavLst>
                                    </p:anim>
                                    <p:animEffect transition="in" filter="fade">
                                      <p:cBhvr>
                                        <p:cTn id="439" dur="3000"/>
                                        <p:tgtEl>
                                          <p:spTgt spid="88"/>
                                        </p:tgtEl>
                                      </p:cBhvr>
                                    </p:animEffect>
                                  </p:childTnLst>
                                </p:cTn>
                              </p:par>
                              <p:par>
                                <p:cTn id="440" presetID="31" presetClass="entr" presetSubtype="0" fill="hold" nodeType="withEffect">
                                  <p:stCondLst>
                                    <p:cond delay="7500"/>
                                  </p:stCondLst>
                                  <p:childTnLst>
                                    <p:set>
                                      <p:cBhvr>
                                        <p:cTn id="441" dur="1" fill="hold">
                                          <p:stCondLst>
                                            <p:cond delay="0"/>
                                          </p:stCondLst>
                                        </p:cTn>
                                        <p:tgtEl>
                                          <p:spTgt spid="89"/>
                                        </p:tgtEl>
                                        <p:attrNameLst>
                                          <p:attrName>style.visibility</p:attrName>
                                        </p:attrNameLst>
                                      </p:cBhvr>
                                      <p:to>
                                        <p:strVal val="visible"/>
                                      </p:to>
                                    </p:set>
                                    <p:anim calcmode="lin" valueType="num">
                                      <p:cBhvr>
                                        <p:cTn id="442" dur="3000" fill="hold"/>
                                        <p:tgtEl>
                                          <p:spTgt spid="89"/>
                                        </p:tgtEl>
                                        <p:attrNameLst>
                                          <p:attrName>ppt_w</p:attrName>
                                        </p:attrNameLst>
                                      </p:cBhvr>
                                      <p:tavLst>
                                        <p:tav tm="0">
                                          <p:val>
                                            <p:fltVal val="0"/>
                                          </p:val>
                                        </p:tav>
                                        <p:tav tm="100000">
                                          <p:val>
                                            <p:strVal val="#ppt_w"/>
                                          </p:val>
                                        </p:tav>
                                      </p:tavLst>
                                    </p:anim>
                                    <p:anim calcmode="lin" valueType="num">
                                      <p:cBhvr>
                                        <p:cTn id="443" dur="3000" fill="hold"/>
                                        <p:tgtEl>
                                          <p:spTgt spid="89"/>
                                        </p:tgtEl>
                                        <p:attrNameLst>
                                          <p:attrName>ppt_h</p:attrName>
                                        </p:attrNameLst>
                                      </p:cBhvr>
                                      <p:tavLst>
                                        <p:tav tm="0">
                                          <p:val>
                                            <p:fltVal val="0"/>
                                          </p:val>
                                        </p:tav>
                                        <p:tav tm="100000">
                                          <p:val>
                                            <p:strVal val="#ppt_h"/>
                                          </p:val>
                                        </p:tav>
                                      </p:tavLst>
                                    </p:anim>
                                    <p:anim calcmode="lin" valueType="num">
                                      <p:cBhvr>
                                        <p:cTn id="444" dur="3000" fill="hold"/>
                                        <p:tgtEl>
                                          <p:spTgt spid="89"/>
                                        </p:tgtEl>
                                        <p:attrNameLst>
                                          <p:attrName>style.rotation</p:attrName>
                                        </p:attrNameLst>
                                      </p:cBhvr>
                                      <p:tavLst>
                                        <p:tav tm="0">
                                          <p:val>
                                            <p:fltVal val="90"/>
                                          </p:val>
                                        </p:tav>
                                        <p:tav tm="100000">
                                          <p:val>
                                            <p:fltVal val="0"/>
                                          </p:val>
                                        </p:tav>
                                      </p:tavLst>
                                    </p:anim>
                                    <p:animEffect transition="in" filter="fade">
                                      <p:cBhvr>
                                        <p:cTn id="445" dur="3000"/>
                                        <p:tgtEl>
                                          <p:spTgt spid="89"/>
                                        </p:tgtEl>
                                      </p:cBhvr>
                                    </p:animEffect>
                                  </p:childTnLst>
                                </p:cTn>
                              </p:par>
                              <p:par>
                                <p:cTn id="446" presetID="31" presetClass="entr" presetSubtype="0" fill="hold" grpId="0" nodeType="withEffect">
                                  <p:stCondLst>
                                    <p:cond delay="7500"/>
                                  </p:stCondLst>
                                  <p:childTnLst>
                                    <p:set>
                                      <p:cBhvr>
                                        <p:cTn id="447" dur="1" fill="hold">
                                          <p:stCondLst>
                                            <p:cond delay="0"/>
                                          </p:stCondLst>
                                        </p:cTn>
                                        <p:tgtEl>
                                          <p:spTgt spid="90"/>
                                        </p:tgtEl>
                                        <p:attrNameLst>
                                          <p:attrName>style.visibility</p:attrName>
                                        </p:attrNameLst>
                                      </p:cBhvr>
                                      <p:to>
                                        <p:strVal val="visible"/>
                                      </p:to>
                                    </p:set>
                                    <p:anim calcmode="lin" valueType="num">
                                      <p:cBhvr>
                                        <p:cTn id="448" dur="3000" fill="hold"/>
                                        <p:tgtEl>
                                          <p:spTgt spid="90"/>
                                        </p:tgtEl>
                                        <p:attrNameLst>
                                          <p:attrName>ppt_w</p:attrName>
                                        </p:attrNameLst>
                                      </p:cBhvr>
                                      <p:tavLst>
                                        <p:tav tm="0">
                                          <p:val>
                                            <p:fltVal val="0"/>
                                          </p:val>
                                        </p:tav>
                                        <p:tav tm="100000">
                                          <p:val>
                                            <p:strVal val="#ppt_w"/>
                                          </p:val>
                                        </p:tav>
                                      </p:tavLst>
                                    </p:anim>
                                    <p:anim calcmode="lin" valueType="num">
                                      <p:cBhvr>
                                        <p:cTn id="449" dur="3000" fill="hold"/>
                                        <p:tgtEl>
                                          <p:spTgt spid="90"/>
                                        </p:tgtEl>
                                        <p:attrNameLst>
                                          <p:attrName>ppt_h</p:attrName>
                                        </p:attrNameLst>
                                      </p:cBhvr>
                                      <p:tavLst>
                                        <p:tav tm="0">
                                          <p:val>
                                            <p:fltVal val="0"/>
                                          </p:val>
                                        </p:tav>
                                        <p:tav tm="100000">
                                          <p:val>
                                            <p:strVal val="#ppt_h"/>
                                          </p:val>
                                        </p:tav>
                                      </p:tavLst>
                                    </p:anim>
                                    <p:anim calcmode="lin" valueType="num">
                                      <p:cBhvr>
                                        <p:cTn id="450" dur="3000" fill="hold"/>
                                        <p:tgtEl>
                                          <p:spTgt spid="90"/>
                                        </p:tgtEl>
                                        <p:attrNameLst>
                                          <p:attrName>style.rotation</p:attrName>
                                        </p:attrNameLst>
                                      </p:cBhvr>
                                      <p:tavLst>
                                        <p:tav tm="0">
                                          <p:val>
                                            <p:fltVal val="90"/>
                                          </p:val>
                                        </p:tav>
                                        <p:tav tm="100000">
                                          <p:val>
                                            <p:fltVal val="0"/>
                                          </p:val>
                                        </p:tav>
                                      </p:tavLst>
                                    </p:anim>
                                    <p:animEffect transition="in" filter="fade">
                                      <p:cBhvr>
                                        <p:cTn id="451" dur="3000"/>
                                        <p:tgtEl>
                                          <p:spTgt spid="90"/>
                                        </p:tgtEl>
                                      </p:cBhvr>
                                    </p:animEffect>
                                  </p:childTnLst>
                                </p:cTn>
                              </p:par>
                              <p:par>
                                <p:cTn id="452" presetID="31" presetClass="entr" presetSubtype="0" fill="hold" grpId="0" nodeType="withEffect">
                                  <p:stCondLst>
                                    <p:cond delay="7500"/>
                                  </p:stCondLst>
                                  <p:childTnLst>
                                    <p:set>
                                      <p:cBhvr>
                                        <p:cTn id="453" dur="1" fill="hold">
                                          <p:stCondLst>
                                            <p:cond delay="0"/>
                                          </p:stCondLst>
                                        </p:cTn>
                                        <p:tgtEl>
                                          <p:spTgt spid="91"/>
                                        </p:tgtEl>
                                        <p:attrNameLst>
                                          <p:attrName>style.visibility</p:attrName>
                                        </p:attrNameLst>
                                      </p:cBhvr>
                                      <p:to>
                                        <p:strVal val="visible"/>
                                      </p:to>
                                    </p:set>
                                    <p:anim calcmode="lin" valueType="num">
                                      <p:cBhvr>
                                        <p:cTn id="454" dur="3000" fill="hold"/>
                                        <p:tgtEl>
                                          <p:spTgt spid="91"/>
                                        </p:tgtEl>
                                        <p:attrNameLst>
                                          <p:attrName>ppt_w</p:attrName>
                                        </p:attrNameLst>
                                      </p:cBhvr>
                                      <p:tavLst>
                                        <p:tav tm="0">
                                          <p:val>
                                            <p:fltVal val="0"/>
                                          </p:val>
                                        </p:tav>
                                        <p:tav tm="100000">
                                          <p:val>
                                            <p:strVal val="#ppt_w"/>
                                          </p:val>
                                        </p:tav>
                                      </p:tavLst>
                                    </p:anim>
                                    <p:anim calcmode="lin" valueType="num">
                                      <p:cBhvr>
                                        <p:cTn id="455" dur="3000" fill="hold"/>
                                        <p:tgtEl>
                                          <p:spTgt spid="91"/>
                                        </p:tgtEl>
                                        <p:attrNameLst>
                                          <p:attrName>ppt_h</p:attrName>
                                        </p:attrNameLst>
                                      </p:cBhvr>
                                      <p:tavLst>
                                        <p:tav tm="0">
                                          <p:val>
                                            <p:fltVal val="0"/>
                                          </p:val>
                                        </p:tav>
                                        <p:tav tm="100000">
                                          <p:val>
                                            <p:strVal val="#ppt_h"/>
                                          </p:val>
                                        </p:tav>
                                      </p:tavLst>
                                    </p:anim>
                                    <p:anim calcmode="lin" valueType="num">
                                      <p:cBhvr>
                                        <p:cTn id="456" dur="3000" fill="hold"/>
                                        <p:tgtEl>
                                          <p:spTgt spid="91"/>
                                        </p:tgtEl>
                                        <p:attrNameLst>
                                          <p:attrName>style.rotation</p:attrName>
                                        </p:attrNameLst>
                                      </p:cBhvr>
                                      <p:tavLst>
                                        <p:tav tm="0">
                                          <p:val>
                                            <p:fltVal val="90"/>
                                          </p:val>
                                        </p:tav>
                                        <p:tav tm="100000">
                                          <p:val>
                                            <p:fltVal val="0"/>
                                          </p:val>
                                        </p:tav>
                                      </p:tavLst>
                                    </p:anim>
                                    <p:animEffect transition="in" filter="fade">
                                      <p:cBhvr>
                                        <p:cTn id="457" dur="3000"/>
                                        <p:tgtEl>
                                          <p:spTgt spid="91"/>
                                        </p:tgtEl>
                                      </p:cBhvr>
                                    </p:animEffect>
                                  </p:childTnLst>
                                </p:cTn>
                              </p:par>
                              <p:par>
                                <p:cTn id="458" presetID="31" presetClass="entr" presetSubtype="0" fill="hold" grpId="0" nodeType="withEffect">
                                  <p:stCondLst>
                                    <p:cond delay="7500"/>
                                  </p:stCondLst>
                                  <p:childTnLst>
                                    <p:set>
                                      <p:cBhvr>
                                        <p:cTn id="459" dur="1" fill="hold">
                                          <p:stCondLst>
                                            <p:cond delay="0"/>
                                          </p:stCondLst>
                                        </p:cTn>
                                        <p:tgtEl>
                                          <p:spTgt spid="92"/>
                                        </p:tgtEl>
                                        <p:attrNameLst>
                                          <p:attrName>style.visibility</p:attrName>
                                        </p:attrNameLst>
                                      </p:cBhvr>
                                      <p:to>
                                        <p:strVal val="visible"/>
                                      </p:to>
                                    </p:set>
                                    <p:anim calcmode="lin" valueType="num">
                                      <p:cBhvr>
                                        <p:cTn id="460" dur="3000" fill="hold"/>
                                        <p:tgtEl>
                                          <p:spTgt spid="92"/>
                                        </p:tgtEl>
                                        <p:attrNameLst>
                                          <p:attrName>ppt_w</p:attrName>
                                        </p:attrNameLst>
                                      </p:cBhvr>
                                      <p:tavLst>
                                        <p:tav tm="0">
                                          <p:val>
                                            <p:fltVal val="0"/>
                                          </p:val>
                                        </p:tav>
                                        <p:tav tm="100000">
                                          <p:val>
                                            <p:strVal val="#ppt_w"/>
                                          </p:val>
                                        </p:tav>
                                      </p:tavLst>
                                    </p:anim>
                                    <p:anim calcmode="lin" valueType="num">
                                      <p:cBhvr>
                                        <p:cTn id="461" dur="3000" fill="hold"/>
                                        <p:tgtEl>
                                          <p:spTgt spid="92"/>
                                        </p:tgtEl>
                                        <p:attrNameLst>
                                          <p:attrName>ppt_h</p:attrName>
                                        </p:attrNameLst>
                                      </p:cBhvr>
                                      <p:tavLst>
                                        <p:tav tm="0">
                                          <p:val>
                                            <p:fltVal val="0"/>
                                          </p:val>
                                        </p:tav>
                                        <p:tav tm="100000">
                                          <p:val>
                                            <p:strVal val="#ppt_h"/>
                                          </p:val>
                                        </p:tav>
                                      </p:tavLst>
                                    </p:anim>
                                    <p:anim calcmode="lin" valueType="num">
                                      <p:cBhvr>
                                        <p:cTn id="462" dur="3000" fill="hold"/>
                                        <p:tgtEl>
                                          <p:spTgt spid="92"/>
                                        </p:tgtEl>
                                        <p:attrNameLst>
                                          <p:attrName>style.rotation</p:attrName>
                                        </p:attrNameLst>
                                      </p:cBhvr>
                                      <p:tavLst>
                                        <p:tav tm="0">
                                          <p:val>
                                            <p:fltVal val="90"/>
                                          </p:val>
                                        </p:tav>
                                        <p:tav tm="100000">
                                          <p:val>
                                            <p:fltVal val="0"/>
                                          </p:val>
                                        </p:tav>
                                      </p:tavLst>
                                    </p:anim>
                                    <p:animEffect transition="in" filter="fade">
                                      <p:cBhvr>
                                        <p:cTn id="463" dur="3000"/>
                                        <p:tgtEl>
                                          <p:spTgt spid="92"/>
                                        </p:tgtEl>
                                      </p:cBhvr>
                                    </p:animEffect>
                                  </p:childTnLst>
                                </p:cTn>
                              </p:par>
                              <p:par>
                                <p:cTn id="464" presetID="31" presetClass="entr" presetSubtype="0" fill="hold" grpId="0" nodeType="withEffect">
                                  <p:stCondLst>
                                    <p:cond delay="7500"/>
                                  </p:stCondLst>
                                  <p:childTnLst>
                                    <p:set>
                                      <p:cBhvr>
                                        <p:cTn id="465" dur="1" fill="hold">
                                          <p:stCondLst>
                                            <p:cond delay="0"/>
                                          </p:stCondLst>
                                        </p:cTn>
                                        <p:tgtEl>
                                          <p:spTgt spid="93"/>
                                        </p:tgtEl>
                                        <p:attrNameLst>
                                          <p:attrName>style.visibility</p:attrName>
                                        </p:attrNameLst>
                                      </p:cBhvr>
                                      <p:to>
                                        <p:strVal val="visible"/>
                                      </p:to>
                                    </p:set>
                                    <p:anim calcmode="lin" valueType="num">
                                      <p:cBhvr>
                                        <p:cTn id="466" dur="3000" fill="hold"/>
                                        <p:tgtEl>
                                          <p:spTgt spid="93"/>
                                        </p:tgtEl>
                                        <p:attrNameLst>
                                          <p:attrName>ppt_w</p:attrName>
                                        </p:attrNameLst>
                                      </p:cBhvr>
                                      <p:tavLst>
                                        <p:tav tm="0">
                                          <p:val>
                                            <p:fltVal val="0"/>
                                          </p:val>
                                        </p:tav>
                                        <p:tav tm="100000">
                                          <p:val>
                                            <p:strVal val="#ppt_w"/>
                                          </p:val>
                                        </p:tav>
                                      </p:tavLst>
                                    </p:anim>
                                    <p:anim calcmode="lin" valueType="num">
                                      <p:cBhvr>
                                        <p:cTn id="467" dur="3000" fill="hold"/>
                                        <p:tgtEl>
                                          <p:spTgt spid="93"/>
                                        </p:tgtEl>
                                        <p:attrNameLst>
                                          <p:attrName>ppt_h</p:attrName>
                                        </p:attrNameLst>
                                      </p:cBhvr>
                                      <p:tavLst>
                                        <p:tav tm="0">
                                          <p:val>
                                            <p:fltVal val="0"/>
                                          </p:val>
                                        </p:tav>
                                        <p:tav tm="100000">
                                          <p:val>
                                            <p:strVal val="#ppt_h"/>
                                          </p:val>
                                        </p:tav>
                                      </p:tavLst>
                                    </p:anim>
                                    <p:anim calcmode="lin" valueType="num">
                                      <p:cBhvr>
                                        <p:cTn id="468" dur="3000" fill="hold"/>
                                        <p:tgtEl>
                                          <p:spTgt spid="93"/>
                                        </p:tgtEl>
                                        <p:attrNameLst>
                                          <p:attrName>style.rotation</p:attrName>
                                        </p:attrNameLst>
                                      </p:cBhvr>
                                      <p:tavLst>
                                        <p:tav tm="0">
                                          <p:val>
                                            <p:fltVal val="90"/>
                                          </p:val>
                                        </p:tav>
                                        <p:tav tm="100000">
                                          <p:val>
                                            <p:fltVal val="0"/>
                                          </p:val>
                                        </p:tav>
                                      </p:tavLst>
                                    </p:anim>
                                    <p:animEffect transition="in" filter="fade">
                                      <p:cBhvr>
                                        <p:cTn id="469" dur="3000"/>
                                        <p:tgtEl>
                                          <p:spTgt spid="93"/>
                                        </p:tgtEl>
                                      </p:cBhvr>
                                    </p:animEffect>
                                  </p:childTnLst>
                                </p:cTn>
                              </p:par>
                              <p:par>
                                <p:cTn id="470" presetID="31" presetClass="entr" presetSubtype="0" fill="hold" grpId="0" nodeType="withEffect">
                                  <p:stCondLst>
                                    <p:cond delay="7500"/>
                                  </p:stCondLst>
                                  <p:childTnLst>
                                    <p:set>
                                      <p:cBhvr>
                                        <p:cTn id="471" dur="1" fill="hold">
                                          <p:stCondLst>
                                            <p:cond delay="0"/>
                                          </p:stCondLst>
                                        </p:cTn>
                                        <p:tgtEl>
                                          <p:spTgt spid="94"/>
                                        </p:tgtEl>
                                        <p:attrNameLst>
                                          <p:attrName>style.visibility</p:attrName>
                                        </p:attrNameLst>
                                      </p:cBhvr>
                                      <p:to>
                                        <p:strVal val="visible"/>
                                      </p:to>
                                    </p:set>
                                    <p:anim calcmode="lin" valueType="num">
                                      <p:cBhvr>
                                        <p:cTn id="472" dur="3000" fill="hold"/>
                                        <p:tgtEl>
                                          <p:spTgt spid="94"/>
                                        </p:tgtEl>
                                        <p:attrNameLst>
                                          <p:attrName>ppt_w</p:attrName>
                                        </p:attrNameLst>
                                      </p:cBhvr>
                                      <p:tavLst>
                                        <p:tav tm="0">
                                          <p:val>
                                            <p:fltVal val="0"/>
                                          </p:val>
                                        </p:tav>
                                        <p:tav tm="100000">
                                          <p:val>
                                            <p:strVal val="#ppt_w"/>
                                          </p:val>
                                        </p:tav>
                                      </p:tavLst>
                                    </p:anim>
                                    <p:anim calcmode="lin" valueType="num">
                                      <p:cBhvr>
                                        <p:cTn id="473" dur="3000" fill="hold"/>
                                        <p:tgtEl>
                                          <p:spTgt spid="94"/>
                                        </p:tgtEl>
                                        <p:attrNameLst>
                                          <p:attrName>ppt_h</p:attrName>
                                        </p:attrNameLst>
                                      </p:cBhvr>
                                      <p:tavLst>
                                        <p:tav tm="0">
                                          <p:val>
                                            <p:fltVal val="0"/>
                                          </p:val>
                                        </p:tav>
                                        <p:tav tm="100000">
                                          <p:val>
                                            <p:strVal val="#ppt_h"/>
                                          </p:val>
                                        </p:tav>
                                      </p:tavLst>
                                    </p:anim>
                                    <p:anim calcmode="lin" valueType="num">
                                      <p:cBhvr>
                                        <p:cTn id="474" dur="3000" fill="hold"/>
                                        <p:tgtEl>
                                          <p:spTgt spid="94"/>
                                        </p:tgtEl>
                                        <p:attrNameLst>
                                          <p:attrName>style.rotation</p:attrName>
                                        </p:attrNameLst>
                                      </p:cBhvr>
                                      <p:tavLst>
                                        <p:tav tm="0">
                                          <p:val>
                                            <p:fltVal val="90"/>
                                          </p:val>
                                        </p:tav>
                                        <p:tav tm="100000">
                                          <p:val>
                                            <p:fltVal val="0"/>
                                          </p:val>
                                        </p:tav>
                                      </p:tavLst>
                                    </p:anim>
                                    <p:animEffect transition="in" filter="fade">
                                      <p:cBhvr>
                                        <p:cTn id="475" dur="3000"/>
                                        <p:tgtEl>
                                          <p:spTgt spid="94"/>
                                        </p:tgtEl>
                                      </p:cBhvr>
                                    </p:animEffect>
                                  </p:childTnLst>
                                </p:cTn>
                              </p:par>
                              <p:par>
                                <p:cTn id="476" presetID="31" presetClass="entr" presetSubtype="0" fill="hold" grpId="0" nodeType="withEffect">
                                  <p:stCondLst>
                                    <p:cond delay="7500"/>
                                  </p:stCondLst>
                                  <p:childTnLst>
                                    <p:set>
                                      <p:cBhvr>
                                        <p:cTn id="477" dur="1" fill="hold">
                                          <p:stCondLst>
                                            <p:cond delay="0"/>
                                          </p:stCondLst>
                                        </p:cTn>
                                        <p:tgtEl>
                                          <p:spTgt spid="103"/>
                                        </p:tgtEl>
                                        <p:attrNameLst>
                                          <p:attrName>style.visibility</p:attrName>
                                        </p:attrNameLst>
                                      </p:cBhvr>
                                      <p:to>
                                        <p:strVal val="visible"/>
                                      </p:to>
                                    </p:set>
                                    <p:anim calcmode="lin" valueType="num">
                                      <p:cBhvr>
                                        <p:cTn id="478" dur="3000" fill="hold"/>
                                        <p:tgtEl>
                                          <p:spTgt spid="103"/>
                                        </p:tgtEl>
                                        <p:attrNameLst>
                                          <p:attrName>ppt_w</p:attrName>
                                        </p:attrNameLst>
                                      </p:cBhvr>
                                      <p:tavLst>
                                        <p:tav tm="0">
                                          <p:val>
                                            <p:fltVal val="0"/>
                                          </p:val>
                                        </p:tav>
                                        <p:tav tm="100000">
                                          <p:val>
                                            <p:strVal val="#ppt_w"/>
                                          </p:val>
                                        </p:tav>
                                      </p:tavLst>
                                    </p:anim>
                                    <p:anim calcmode="lin" valueType="num">
                                      <p:cBhvr>
                                        <p:cTn id="479" dur="3000" fill="hold"/>
                                        <p:tgtEl>
                                          <p:spTgt spid="103"/>
                                        </p:tgtEl>
                                        <p:attrNameLst>
                                          <p:attrName>ppt_h</p:attrName>
                                        </p:attrNameLst>
                                      </p:cBhvr>
                                      <p:tavLst>
                                        <p:tav tm="0">
                                          <p:val>
                                            <p:fltVal val="0"/>
                                          </p:val>
                                        </p:tav>
                                        <p:tav tm="100000">
                                          <p:val>
                                            <p:strVal val="#ppt_h"/>
                                          </p:val>
                                        </p:tav>
                                      </p:tavLst>
                                    </p:anim>
                                    <p:anim calcmode="lin" valueType="num">
                                      <p:cBhvr>
                                        <p:cTn id="480" dur="3000" fill="hold"/>
                                        <p:tgtEl>
                                          <p:spTgt spid="103"/>
                                        </p:tgtEl>
                                        <p:attrNameLst>
                                          <p:attrName>style.rotation</p:attrName>
                                        </p:attrNameLst>
                                      </p:cBhvr>
                                      <p:tavLst>
                                        <p:tav tm="0">
                                          <p:val>
                                            <p:fltVal val="90"/>
                                          </p:val>
                                        </p:tav>
                                        <p:tav tm="100000">
                                          <p:val>
                                            <p:fltVal val="0"/>
                                          </p:val>
                                        </p:tav>
                                      </p:tavLst>
                                    </p:anim>
                                    <p:animEffect transition="in" filter="fade">
                                      <p:cBhvr>
                                        <p:cTn id="481" dur="3000"/>
                                        <p:tgtEl>
                                          <p:spTgt spid="103"/>
                                        </p:tgtEl>
                                      </p:cBhvr>
                                    </p:animEffect>
                                  </p:childTnLst>
                                </p:cTn>
                              </p:par>
                              <p:par>
                                <p:cTn id="482" presetID="31" presetClass="entr" presetSubtype="0" fill="hold" grpId="0" nodeType="withEffect">
                                  <p:stCondLst>
                                    <p:cond delay="7500"/>
                                  </p:stCondLst>
                                  <p:childTnLst>
                                    <p:set>
                                      <p:cBhvr>
                                        <p:cTn id="483" dur="1" fill="hold">
                                          <p:stCondLst>
                                            <p:cond delay="0"/>
                                          </p:stCondLst>
                                        </p:cTn>
                                        <p:tgtEl>
                                          <p:spTgt spid="104"/>
                                        </p:tgtEl>
                                        <p:attrNameLst>
                                          <p:attrName>style.visibility</p:attrName>
                                        </p:attrNameLst>
                                      </p:cBhvr>
                                      <p:to>
                                        <p:strVal val="visible"/>
                                      </p:to>
                                    </p:set>
                                    <p:anim calcmode="lin" valueType="num">
                                      <p:cBhvr>
                                        <p:cTn id="484" dur="3000" fill="hold"/>
                                        <p:tgtEl>
                                          <p:spTgt spid="104"/>
                                        </p:tgtEl>
                                        <p:attrNameLst>
                                          <p:attrName>ppt_w</p:attrName>
                                        </p:attrNameLst>
                                      </p:cBhvr>
                                      <p:tavLst>
                                        <p:tav tm="0">
                                          <p:val>
                                            <p:fltVal val="0"/>
                                          </p:val>
                                        </p:tav>
                                        <p:tav tm="100000">
                                          <p:val>
                                            <p:strVal val="#ppt_w"/>
                                          </p:val>
                                        </p:tav>
                                      </p:tavLst>
                                    </p:anim>
                                    <p:anim calcmode="lin" valueType="num">
                                      <p:cBhvr>
                                        <p:cTn id="485" dur="3000" fill="hold"/>
                                        <p:tgtEl>
                                          <p:spTgt spid="104"/>
                                        </p:tgtEl>
                                        <p:attrNameLst>
                                          <p:attrName>ppt_h</p:attrName>
                                        </p:attrNameLst>
                                      </p:cBhvr>
                                      <p:tavLst>
                                        <p:tav tm="0">
                                          <p:val>
                                            <p:fltVal val="0"/>
                                          </p:val>
                                        </p:tav>
                                        <p:tav tm="100000">
                                          <p:val>
                                            <p:strVal val="#ppt_h"/>
                                          </p:val>
                                        </p:tav>
                                      </p:tavLst>
                                    </p:anim>
                                    <p:anim calcmode="lin" valueType="num">
                                      <p:cBhvr>
                                        <p:cTn id="486" dur="3000" fill="hold"/>
                                        <p:tgtEl>
                                          <p:spTgt spid="104"/>
                                        </p:tgtEl>
                                        <p:attrNameLst>
                                          <p:attrName>style.rotation</p:attrName>
                                        </p:attrNameLst>
                                      </p:cBhvr>
                                      <p:tavLst>
                                        <p:tav tm="0">
                                          <p:val>
                                            <p:fltVal val="90"/>
                                          </p:val>
                                        </p:tav>
                                        <p:tav tm="100000">
                                          <p:val>
                                            <p:fltVal val="0"/>
                                          </p:val>
                                        </p:tav>
                                      </p:tavLst>
                                    </p:anim>
                                    <p:animEffect transition="in" filter="fade">
                                      <p:cBhvr>
                                        <p:cTn id="487" dur="3000"/>
                                        <p:tgtEl>
                                          <p:spTgt spid="104"/>
                                        </p:tgtEl>
                                      </p:cBhvr>
                                    </p:animEffect>
                                  </p:childTnLst>
                                </p:cTn>
                              </p:par>
                              <p:par>
                                <p:cTn id="488" presetID="31" presetClass="entr" presetSubtype="0" fill="hold" grpId="0" nodeType="withEffect">
                                  <p:stCondLst>
                                    <p:cond delay="7500"/>
                                  </p:stCondLst>
                                  <p:childTnLst>
                                    <p:set>
                                      <p:cBhvr>
                                        <p:cTn id="489" dur="1" fill="hold">
                                          <p:stCondLst>
                                            <p:cond delay="0"/>
                                          </p:stCondLst>
                                        </p:cTn>
                                        <p:tgtEl>
                                          <p:spTgt spid="105"/>
                                        </p:tgtEl>
                                        <p:attrNameLst>
                                          <p:attrName>style.visibility</p:attrName>
                                        </p:attrNameLst>
                                      </p:cBhvr>
                                      <p:to>
                                        <p:strVal val="visible"/>
                                      </p:to>
                                    </p:set>
                                    <p:anim calcmode="lin" valueType="num">
                                      <p:cBhvr>
                                        <p:cTn id="490" dur="3000" fill="hold"/>
                                        <p:tgtEl>
                                          <p:spTgt spid="105"/>
                                        </p:tgtEl>
                                        <p:attrNameLst>
                                          <p:attrName>ppt_w</p:attrName>
                                        </p:attrNameLst>
                                      </p:cBhvr>
                                      <p:tavLst>
                                        <p:tav tm="0">
                                          <p:val>
                                            <p:fltVal val="0"/>
                                          </p:val>
                                        </p:tav>
                                        <p:tav tm="100000">
                                          <p:val>
                                            <p:strVal val="#ppt_w"/>
                                          </p:val>
                                        </p:tav>
                                      </p:tavLst>
                                    </p:anim>
                                    <p:anim calcmode="lin" valueType="num">
                                      <p:cBhvr>
                                        <p:cTn id="491" dur="3000" fill="hold"/>
                                        <p:tgtEl>
                                          <p:spTgt spid="105"/>
                                        </p:tgtEl>
                                        <p:attrNameLst>
                                          <p:attrName>ppt_h</p:attrName>
                                        </p:attrNameLst>
                                      </p:cBhvr>
                                      <p:tavLst>
                                        <p:tav tm="0">
                                          <p:val>
                                            <p:fltVal val="0"/>
                                          </p:val>
                                        </p:tav>
                                        <p:tav tm="100000">
                                          <p:val>
                                            <p:strVal val="#ppt_h"/>
                                          </p:val>
                                        </p:tav>
                                      </p:tavLst>
                                    </p:anim>
                                    <p:anim calcmode="lin" valueType="num">
                                      <p:cBhvr>
                                        <p:cTn id="492" dur="3000" fill="hold"/>
                                        <p:tgtEl>
                                          <p:spTgt spid="105"/>
                                        </p:tgtEl>
                                        <p:attrNameLst>
                                          <p:attrName>style.rotation</p:attrName>
                                        </p:attrNameLst>
                                      </p:cBhvr>
                                      <p:tavLst>
                                        <p:tav tm="0">
                                          <p:val>
                                            <p:fltVal val="90"/>
                                          </p:val>
                                        </p:tav>
                                        <p:tav tm="100000">
                                          <p:val>
                                            <p:fltVal val="0"/>
                                          </p:val>
                                        </p:tav>
                                      </p:tavLst>
                                    </p:anim>
                                    <p:animEffect transition="in" filter="fade">
                                      <p:cBhvr>
                                        <p:cTn id="493" dur="3000"/>
                                        <p:tgtEl>
                                          <p:spTgt spid="105"/>
                                        </p:tgtEl>
                                      </p:cBhvr>
                                    </p:animEffect>
                                  </p:childTnLst>
                                </p:cTn>
                              </p:par>
                              <p:par>
                                <p:cTn id="494" presetID="31" presetClass="entr" presetSubtype="0" fill="hold" grpId="0" nodeType="withEffect">
                                  <p:stCondLst>
                                    <p:cond delay="7500"/>
                                  </p:stCondLst>
                                  <p:childTnLst>
                                    <p:set>
                                      <p:cBhvr>
                                        <p:cTn id="495" dur="1" fill="hold">
                                          <p:stCondLst>
                                            <p:cond delay="0"/>
                                          </p:stCondLst>
                                        </p:cTn>
                                        <p:tgtEl>
                                          <p:spTgt spid="106"/>
                                        </p:tgtEl>
                                        <p:attrNameLst>
                                          <p:attrName>style.visibility</p:attrName>
                                        </p:attrNameLst>
                                      </p:cBhvr>
                                      <p:to>
                                        <p:strVal val="visible"/>
                                      </p:to>
                                    </p:set>
                                    <p:anim calcmode="lin" valueType="num">
                                      <p:cBhvr>
                                        <p:cTn id="496" dur="3000" fill="hold"/>
                                        <p:tgtEl>
                                          <p:spTgt spid="106"/>
                                        </p:tgtEl>
                                        <p:attrNameLst>
                                          <p:attrName>ppt_w</p:attrName>
                                        </p:attrNameLst>
                                      </p:cBhvr>
                                      <p:tavLst>
                                        <p:tav tm="0">
                                          <p:val>
                                            <p:fltVal val="0"/>
                                          </p:val>
                                        </p:tav>
                                        <p:tav tm="100000">
                                          <p:val>
                                            <p:strVal val="#ppt_w"/>
                                          </p:val>
                                        </p:tav>
                                      </p:tavLst>
                                    </p:anim>
                                    <p:anim calcmode="lin" valueType="num">
                                      <p:cBhvr>
                                        <p:cTn id="497" dur="3000" fill="hold"/>
                                        <p:tgtEl>
                                          <p:spTgt spid="106"/>
                                        </p:tgtEl>
                                        <p:attrNameLst>
                                          <p:attrName>ppt_h</p:attrName>
                                        </p:attrNameLst>
                                      </p:cBhvr>
                                      <p:tavLst>
                                        <p:tav tm="0">
                                          <p:val>
                                            <p:fltVal val="0"/>
                                          </p:val>
                                        </p:tav>
                                        <p:tav tm="100000">
                                          <p:val>
                                            <p:strVal val="#ppt_h"/>
                                          </p:val>
                                        </p:tav>
                                      </p:tavLst>
                                    </p:anim>
                                    <p:anim calcmode="lin" valueType="num">
                                      <p:cBhvr>
                                        <p:cTn id="498" dur="3000" fill="hold"/>
                                        <p:tgtEl>
                                          <p:spTgt spid="106"/>
                                        </p:tgtEl>
                                        <p:attrNameLst>
                                          <p:attrName>style.rotation</p:attrName>
                                        </p:attrNameLst>
                                      </p:cBhvr>
                                      <p:tavLst>
                                        <p:tav tm="0">
                                          <p:val>
                                            <p:fltVal val="90"/>
                                          </p:val>
                                        </p:tav>
                                        <p:tav tm="100000">
                                          <p:val>
                                            <p:fltVal val="0"/>
                                          </p:val>
                                        </p:tav>
                                      </p:tavLst>
                                    </p:anim>
                                    <p:animEffect transition="in" filter="fade">
                                      <p:cBhvr>
                                        <p:cTn id="499" dur="3000"/>
                                        <p:tgtEl>
                                          <p:spTgt spid="106"/>
                                        </p:tgtEl>
                                      </p:cBhvr>
                                    </p:animEffect>
                                  </p:childTnLst>
                                </p:cTn>
                              </p:par>
                              <p:par>
                                <p:cTn id="500" presetID="31" presetClass="entr" presetSubtype="0" fill="hold" nodeType="withEffect">
                                  <p:stCondLst>
                                    <p:cond delay="7500"/>
                                  </p:stCondLst>
                                  <p:childTnLst>
                                    <p:set>
                                      <p:cBhvr>
                                        <p:cTn id="501" dur="1" fill="hold">
                                          <p:stCondLst>
                                            <p:cond delay="0"/>
                                          </p:stCondLst>
                                        </p:cTn>
                                        <p:tgtEl>
                                          <p:spTgt spid="107"/>
                                        </p:tgtEl>
                                        <p:attrNameLst>
                                          <p:attrName>style.visibility</p:attrName>
                                        </p:attrNameLst>
                                      </p:cBhvr>
                                      <p:to>
                                        <p:strVal val="visible"/>
                                      </p:to>
                                    </p:set>
                                    <p:anim calcmode="lin" valueType="num">
                                      <p:cBhvr>
                                        <p:cTn id="502" dur="3000" fill="hold"/>
                                        <p:tgtEl>
                                          <p:spTgt spid="107"/>
                                        </p:tgtEl>
                                        <p:attrNameLst>
                                          <p:attrName>ppt_w</p:attrName>
                                        </p:attrNameLst>
                                      </p:cBhvr>
                                      <p:tavLst>
                                        <p:tav tm="0">
                                          <p:val>
                                            <p:fltVal val="0"/>
                                          </p:val>
                                        </p:tav>
                                        <p:tav tm="100000">
                                          <p:val>
                                            <p:strVal val="#ppt_w"/>
                                          </p:val>
                                        </p:tav>
                                      </p:tavLst>
                                    </p:anim>
                                    <p:anim calcmode="lin" valueType="num">
                                      <p:cBhvr>
                                        <p:cTn id="503" dur="3000" fill="hold"/>
                                        <p:tgtEl>
                                          <p:spTgt spid="107"/>
                                        </p:tgtEl>
                                        <p:attrNameLst>
                                          <p:attrName>ppt_h</p:attrName>
                                        </p:attrNameLst>
                                      </p:cBhvr>
                                      <p:tavLst>
                                        <p:tav tm="0">
                                          <p:val>
                                            <p:fltVal val="0"/>
                                          </p:val>
                                        </p:tav>
                                        <p:tav tm="100000">
                                          <p:val>
                                            <p:strVal val="#ppt_h"/>
                                          </p:val>
                                        </p:tav>
                                      </p:tavLst>
                                    </p:anim>
                                    <p:anim calcmode="lin" valueType="num">
                                      <p:cBhvr>
                                        <p:cTn id="504" dur="3000" fill="hold"/>
                                        <p:tgtEl>
                                          <p:spTgt spid="107"/>
                                        </p:tgtEl>
                                        <p:attrNameLst>
                                          <p:attrName>style.rotation</p:attrName>
                                        </p:attrNameLst>
                                      </p:cBhvr>
                                      <p:tavLst>
                                        <p:tav tm="0">
                                          <p:val>
                                            <p:fltVal val="90"/>
                                          </p:val>
                                        </p:tav>
                                        <p:tav tm="100000">
                                          <p:val>
                                            <p:fltVal val="0"/>
                                          </p:val>
                                        </p:tav>
                                      </p:tavLst>
                                    </p:anim>
                                    <p:animEffect transition="in" filter="fade">
                                      <p:cBhvr>
                                        <p:cTn id="505" dur="3000"/>
                                        <p:tgtEl>
                                          <p:spTgt spid="107"/>
                                        </p:tgtEl>
                                      </p:cBhvr>
                                    </p:animEffect>
                                  </p:childTnLst>
                                </p:cTn>
                              </p:par>
                              <p:par>
                                <p:cTn id="506" presetID="31" presetClass="entr" presetSubtype="0" fill="hold" grpId="0" nodeType="withEffect">
                                  <p:stCondLst>
                                    <p:cond delay="7500"/>
                                  </p:stCondLst>
                                  <p:childTnLst>
                                    <p:set>
                                      <p:cBhvr>
                                        <p:cTn id="507" dur="1" fill="hold">
                                          <p:stCondLst>
                                            <p:cond delay="0"/>
                                          </p:stCondLst>
                                        </p:cTn>
                                        <p:tgtEl>
                                          <p:spTgt spid="108"/>
                                        </p:tgtEl>
                                        <p:attrNameLst>
                                          <p:attrName>style.visibility</p:attrName>
                                        </p:attrNameLst>
                                      </p:cBhvr>
                                      <p:to>
                                        <p:strVal val="visible"/>
                                      </p:to>
                                    </p:set>
                                    <p:anim calcmode="lin" valueType="num">
                                      <p:cBhvr>
                                        <p:cTn id="508" dur="3000" fill="hold"/>
                                        <p:tgtEl>
                                          <p:spTgt spid="108"/>
                                        </p:tgtEl>
                                        <p:attrNameLst>
                                          <p:attrName>ppt_w</p:attrName>
                                        </p:attrNameLst>
                                      </p:cBhvr>
                                      <p:tavLst>
                                        <p:tav tm="0">
                                          <p:val>
                                            <p:fltVal val="0"/>
                                          </p:val>
                                        </p:tav>
                                        <p:tav tm="100000">
                                          <p:val>
                                            <p:strVal val="#ppt_w"/>
                                          </p:val>
                                        </p:tav>
                                      </p:tavLst>
                                    </p:anim>
                                    <p:anim calcmode="lin" valueType="num">
                                      <p:cBhvr>
                                        <p:cTn id="509" dur="3000" fill="hold"/>
                                        <p:tgtEl>
                                          <p:spTgt spid="108"/>
                                        </p:tgtEl>
                                        <p:attrNameLst>
                                          <p:attrName>ppt_h</p:attrName>
                                        </p:attrNameLst>
                                      </p:cBhvr>
                                      <p:tavLst>
                                        <p:tav tm="0">
                                          <p:val>
                                            <p:fltVal val="0"/>
                                          </p:val>
                                        </p:tav>
                                        <p:tav tm="100000">
                                          <p:val>
                                            <p:strVal val="#ppt_h"/>
                                          </p:val>
                                        </p:tav>
                                      </p:tavLst>
                                    </p:anim>
                                    <p:anim calcmode="lin" valueType="num">
                                      <p:cBhvr>
                                        <p:cTn id="510" dur="3000" fill="hold"/>
                                        <p:tgtEl>
                                          <p:spTgt spid="108"/>
                                        </p:tgtEl>
                                        <p:attrNameLst>
                                          <p:attrName>style.rotation</p:attrName>
                                        </p:attrNameLst>
                                      </p:cBhvr>
                                      <p:tavLst>
                                        <p:tav tm="0">
                                          <p:val>
                                            <p:fltVal val="90"/>
                                          </p:val>
                                        </p:tav>
                                        <p:tav tm="100000">
                                          <p:val>
                                            <p:fltVal val="0"/>
                                          </p:val>
                                        </p:tav>
                                      </p:tavLst>
                                    </p:anim>
                                    <p:animEffect transition="in" filter="fade">
                                      <p:cBhvr>
                                        <p:cTn id="511" dur="3000"/>
                                        <p:tgtEl>
                                          <p:spTgt spid="108"/>
                                        </p:tgtEl>
                                      </p:cBhvr>
                                    </p:animEffect>
                                  </p:childTnLst>
                                </p:cTn>
                              </p:par>
                              <p:par>
                                <p:cTn id="512" presetID="31" presetClass="entr" presetSubtype="0" fill="hold" grpId="0" nodeType="withEffect">
                                  <p:stCondLst>
                                    <p:cond delay="7500"/>
                                  </p:stCondLst>
                                  <p:childTnLst>
                                    <p:set>
                                      <p:cBhvr>
                                        <p:cTn id="513" dur="1" fill="hold">
                                          <p:stCondLst>
                                            <p:cond delay="0"/>
                                          </p:stCondLst>
                                        </p:cTn>
                                        <p:tgtEl>
                                          <p:spTgt spid="109"/>
                                        </p:tgtEl>
                                        <p:attrNameLst>
                                          <p:attrName>style.visibility</p:attrName>
                                        </p:attrNameLst>
                                      </p:cBhvr>
                                      <p:to>
                                        <p:strVal val="visible"/>
                                      </p:to>
                                    </p:set>
                                    <p:anim calcmode="lin" valueType="num">
                                      <p:cBhvr>
                                        <p:cTn id="514" dur="3000" fill="hold"/>
                                        <p:tgtEl>
                                          <p:spTgt spid="109"/>
                                        </p:tgtEl>
                                        <p:attrNameLst>
                                          <p:attrName>ppt_w</p:attrName>
                                        </p:attrNameLst>
                                      </p:cBhvr>
                                      <p:tavLst>
                                        <p:tav tm="0">
                                          <p:val>
                                            <p:fltVal val="0"/>
                                          </p:val>
                                        </p:tav>
                                        <p:tav tm="100000">
                                          <p:val>
                                            <p:strVal val="#ppt_w"/>
                                          </p:val>
                                        </p:tav>
                                      </p:tavLst>
                                    </p:anim>
                                    <p:anim calcmode="lin" valueType="num">
                                      <p:cBhvr>
                                        <p:cTn id="515" dur="3000" fill="hold"/>
                                        <p:tgtEl>
                                          <p:spTgt spid="109"/>
                                        </p:tgtEl>
                                        <p:attrNameLst>
                                          <p:attrName>ppt_h</p:attrName>
                                        </p:attrNameLst>
                                      </p:cBhvr>
                                      <p:tavLst>
                                        <p:tav tm="0">
                                          <p:val>
                                            <p:fltVal val="0"/>
                                          </p:val>
                                        </p:tav>
                                        <p:tav tm="100000">
                                          <p:val>
                                            <p:strVal val="#ppt_h"/>
                                          </p:val>
                                        </p:tav>
                                      </p:tavLst>
                                    </p:anim>
                                    <p:anim calcmode="lin" valueType="num">
                                      <p:cBhvr>
                                        <p:cTn id="516" dur="3000" fill="hold"/>
                                        <p:tgtEl>
                                          <p:spTgt spid="109"/>
                                        </p:tgtEl>
                                        <p:attrNameLst>
                                          <p:attrName>style.rotation</p:attrName>
                                        </p:attrNameLst>
                                      </p:cBhvr>
                                      <p:tavLst>
                                        <p:tav tm="0">
                                          <p:val>
                                            <p:fltVal val="90"/>
                                          </p:val>
                                        </p:tav>
                                        <p:tav tm="100000">
                                          <p:val>
                                            <p:fltVal val="0"/>
                                          </p:val>
                                        </p:tav>
                                      </p:tavLst>
                                    </p:anim>
                                    <p:animEffect transition="in" filter="fade">
                                      <p:cBhvr>
                                        <p:cTn id="517" dur="3000"/>
                                        <p:tgtEl>
                                          <p:spTgt spid="109"/>
                                        </p:tgtEl>
                                      </p:cBhvr>
                                    </p:animEffect>
                                  </p:childTnLst>
                                </p:cTn>
                              </p:par>
                              <p:par>
                                <p:cTn id="518" presetID="31" presetClass="entr" presetSubtype="0" fill="hold" grpId="0" nodeType="withEffect">
                                  <p:stCondLst>
                                    <p:cond delay="7500"/>
                                  </p:stCondLst>
                                  <p:childTnLst>
                                    <p:set>
                                      <p:cBhvr>
                                        <p:cTn id="519" dur="1" fill="hold">
                                          <p:stCondLst>
                                            <p:cond delay="0"/>
                                          </p:stCondLst>
                                        </p:cTn>
                                        <p:tgtEl>
                                          <p:spTgt spid="110"/>
                                        </p:tgtEl>
                                        <p:attrNameLst>
                                          <p:attrName>style.visibility</p:attrName>
                                        </p:attrNameLst>
                                      </p:cBhvr>
                                      <p:to>
                                        <p:strVal val="visible"/>
                                      </p:to>
                                    </p:set>
                                    <p:anim calcmode="lin" valueType="num">
                                      <p:cBhvr>
                                        <p:cTn id="520" dur="3000" fill="hold"/>
                                        <p:tgtEl>
                                          <p:spTgt spid="110"/>
                                        </p:tgtEl>
                                        <p:attrNameLst>
                                          <p:attrName>ppt_w</p:attrName>
                                        </p:attrNameLst>
                                      </p:cBhvr>
                                      <p:tavLst>
                                        <p:tav tm="0">
                                          <p:val>
                                            <p:fltVal val="0"/>
                                          </p:val>
                                        </p:tav>
                                        <p:tav tm="100000">
                                          <p:val>
                                            <p:strVal val="#ppt_w"/>
                                          </p:val>
                                        </p:tav>
                                      </p:tavLst>
                                    </p:anim>
                                    <p:anim calcmode="lin" valueType="num">
                                      <p:cBhvr>
                                        <p:cTn id="521" dur="3000" fill="hold"/>
                                        <p:tgtEl>
                                          <p:spTgt spid="110"/>
                                        </p:tgtEl>
                                        <p:attrNameLst>
                                          <p:attrName>ppt_h</p:attrName>
                                        </p:attrNameLst>
                                      </p:cBhvr>
                                      <p:tavLst>
                                        <p:tav tm="0">
                                          <p:val>
                                            <p:fltVal val="0"/>
                                          </p:val>
                                        </p:tav>
                                        <p:tav tm="100000">
                                          <p:val>
                                            <p:strVal val="#ppt_h"/>
                                          </p:val>
                                        </p:tav>
                                      </p:tavLst>
                                    </p:anim>
                                    <p:anim calcmode="lin" valueType="num">
                                      <p:cBhvr>
                                        <p:cTn id="522" dur="3000" fill="hold"/>
                                        <p:tgtEl>
                                          <p:spTgt spid="110"/>
                                        </p:tgtEl>
                                        <p:attrNameLst>
                                          <p:attrName>style.rotation</p:attrName>
                                        </p:attrNameLst>
                                      </p:cBhvr>
                                      <p:tavLst>
                                        <p:tav tm="0">
                                          <p:val>
                                            <p:fltVal val="90"/>
                                          </p:val>
                                        </p:tav>
                                        <p:tav tm="100000">
                                          <p:val>
                                            <p:fltVal val="0"/>
                                          </p:val>
                                        </p:tav>
                                      </p:tavLst>
                                    </p:anim>
                                    <p:animEffect transition="in" filter="fade">
                                      <p:cBhvr>
                                        <p:cTn id="523" dur="3000"/>
                                        <p:tgtEl>
                                          <p:spTgt spid="110"/>
                                        </p:tgtEl>
                                      </p:cBhvr>
                                    </p:animEffect>
                                  </p:childTnLst>
                                </p:cTn>
                              </p:par>
                              <p:par>
                                <p:cTn id="524" presetID="31" presetClass="entr" presetSubtype="0" fill="hold" grpId="0" nodeType="withEffect">
                                  <p:stCondLst>
                                    <p:cond delay="7500"/>
                                  </p:stCondLst>
                                  <p:childTnLst>
                                    <p:set>
                                      <p:cBhvr>
                                        <p:cTn id="525" dur="1" fill="hold">
                                          <p:stCondLst>
                                            <p:cond delay="0"/>
                                          </p:stCondLst>
                                        </p:cTn>
                                        <p:tgtEl>
                                          <p:spTgt spid="111"/>
                                        </p:tgtEl>
                                        <p:attrNameLst>
                                          <p:attrName>style.visibility</p:attrName>
                                        </p:attrNameLst>
                                      </p:cBhvr>
                                      <p:to>
                                        <p:strVal val="visible"/>
                                      </p:to>
                                    </p:set>
                                    <p:anim calcmode="lin" valueType="num">
                                      <p:cBhvr>
                                        <p:cTn id="526" dur="3000" fill="hold"/>
                                        <p:tgtEl>
                                          <p:spTgt spid="111"/>
                                        </p:tgtEl>
                                        <p:attrNameLst>
                                          <p:attrName>ppt_w</p:attrName>
                                        </p:attrNameLst>
                                      </p:cBhvr>
                                      <p:tavLst>
                                        <p:tav tm="0">
                                          <p:val>
                                            <p:fltVal val="0"/>
                                          </p:val>
                                        </p:tav>
                                        <p:tav tm="100000">
                                          <p:val>
                                            <p:strVal val="#ppt_w"/>
                                          </p:val>
                                        </p:tav>
                                      </p:tavLst>
                                    </p:anim>
                                    <p:anim calcmode="lin" valueType="num">
                                      <p:cBhvr>
                                        <p:cTn id="527" dur="3000" fill="hold"/>
                                        <p:tgtEl>
                                          <p:spTgt spid="111"/>
                                        </p:tgtEl>
                                        <p:attrNameLst>
                                          <p:attrName>ppt_h</p:attrName>
                                        </p:attrNameLst>
                                      </p:cBhvr>
                                      <p:tavLst>
                                        <p:tav tm="0">
                                          <p:val>
                                            <p:fltVal val="0"/>
                                          </p:val>
                                        </p:tav>
                                        <p:tav tm="100000">
                                          <p:val>
                                            <p:strVal val="#ppt_h"/>
                                          </p:val>
                                        </p:tav>
                                      </p:tavLst>
                                    </p:anim>
                                    <p:anim calcmode="lin" valueType="num">
                                      <p:cBhvr>
                                        <p:cTn id="528" dur="3000" fill="hold"/>
                                        <p:tgtEl>
                                          <p:spTgt spid="111"/>
                                        </p:tgtEl>
                                        <p:attrNameLst>
                                          <p:attrName>style.rotation</p:attrName>
                                        </p:attrNameLst>
                                      </p:cBhvr>
                                      <p:tavLst>
                                        <p:tav tm="0">
                                          <p:val>
                                            <p:fltVal val="90"/>
                                          </p:val>
                                        </p:tav>
                                        <p:tav tm="100000">
                                          <p:val>
                                            <p:fltVal val="0"/>
                                          </p:val>
                                        </p:tav>
                                      </p:tavLst>
                                    </p:anim>
                                    <p:animEffect transition="in" filter="fade">
                                      <p:cBhvr>
                                        <p:cTn id="529" dur="3000"/>
                                        <p:tgtEl>
                                          <p:spTgt spid="111"/>
                                        </p:tgtEl>
                                      </p:cBhvr>
                                    </p:animEffect>
                                  </p:childTnLst>
                                </p:cTn>
                              </p:par>
                              <p:par>
                                <p:cTn id="530" presetID="31" presetClass="entr" presetSubtype="0" fill="hold" grpId="0" nodeType="withEffect">
                                  <p:stCondLst>
                                    <p:cond delay="7500"/>
                                  </p:stCondLst>
                                  <p:childTnLst>
                                    <p:set>
                                      <p:cBhvr>
                                        <p:cTn id="531" dur="1" fill="hold">
                                          <p:stCondLst>
                                            <p:cond delay="0"/>
                                          </p:stCondLst>
                                        </p:cTn>
                                        <p:tgtEl>
                                          <p:spTgt spid="112"/>
                                        </p:tgtEl>
                                        <p:attrNameLst>
                                          <p:attrName>style.visibility</p:attrName>
                                        </p:attrNameLst>
                                      </p:cBhvr>
                                      <p:to>
                                        <p:strVal val="visible"/>
                                      </p:to>
                                    </p:set>
                                    <p:anim calcmode="lin" valueType="num">
                                      <p:cBhvr>
                                        <p:cTn id="532" dur="3000" fill="hold"/>
                                        <p:tgtEl>
                                          <p:spTgt spid="112"/>
                                        </p:tgtEl>
                                        <p:attrNameLst>
                                          <p:attrName>ppt_w</p:attrName>
                                        </p:attrNameLst>
                                      </p:cBhvr>
                                      <p:tavLst>
                                        <p:tav tm="0">
                                          <p:val>
                                            <p:fltVal val="0"/>
                                          </p:val>
                                        </p:tav>
                                        <p:tav tm="100000">
                                          <p:val>
                                            <p:strVal val="#ppt_w"/>
                                          </p:val>
                                        </p:tav>
                                      </p:tavLst>
                                    </p:anim>
                                    <p:anim calcmode="lin" valueType="num">
                                      <p:cBhvr>
                                        <p:cTn id="533" dur="3000" fill="hold"/>
                                        <p:tgtEl>
                                          <p:spTgt spid="112"/>
                                        </p:tgtEl>
                                        <p:attrNameLst>
                                          <p:attrName>ppt_h</p:attrName>
                                        </p:attrNameLst>
                                      </p:cBhvr>
                                      <p:tavLst>
                                        <p:tav tm="0">
                                          <p:val>
                                            <p:fltVal val="0"/>
                                          </p:val>
                                        </p:tav>
                                        <p:tav tm="100000">
                                          <p:val>
                                            <p:strVal val="#ppt_h"/>
                                          </p:val>
                                        </p:tav>
                                      </p:tavLst>
                                    </p:anim>
                                    <p:anim calcmode="lin" valueType="num">
                                      <p:cBhvr>
                                        <p:cTn id="534" dur="3000" fill="hold"/>
                                        <p:tgtEl>
                                          <p:spTgt spid="112"/>
                                        </p:tgtEl>
                                        <p:attrNameLst>
                                          <p:attrName>style.rotation</p:attrName>
                                        </p:attrNameLst>
                                      </p:cBhvr>
                                      <p:tavLst>
                                        <p:tav tm="0">
                                          <p:val>
                                            <p:fltVal val="90"/>
                                          </p:val>
                                        </p:tav>
                                        <p:tav tm="100000">
                                          <p:val>
                                            <p:fltVal val="0"/>
                                          </p:val>
                                        </p:tav>
                                      </p:tavLst>
                                    </p:anim>
                                    <p:animEffect transition="in" filter="fade">
                                      <p:cBhvr>
                                        <p:cTn id="535" dur="3000"/>
                                        <p:tgtEl>
                                          <p:spTgt spid="112"/>
                                        </p:tgtEl>
                                      </p:cBhvr>
                                    </p:animEffect>
                                  </p:childTnLst>
                                </p:cTn>
                              </p:par>
                              <p:par>
                                <p:cTn id="536" presetID="31" presetClass="entr" presetSubtype="0" fill="hold" nodeType="withEffect">
                                  <p:stCondLst>
                                    <p:cond delay="7500"/>
                                  </p:stCondLst>
                                  <p:childTnLst>
                                    <p:set>
                                      <p:cBhvr>
                                        <p:cTn id="537" dur="1" fill="hold">
                                          <p:stCondLst>
                                            <p:cond delay="0"/>
                                          </p:stCondLst>
                                        </p:cTn>
                                        <p:tgtEl>
                                          <p:spTgt spid="113"/>
                                        </p:tgtEl>
                                        <p:attrNameLst>
                                          <p:attrName>style.visibility</p:attrName>
                                        </p:attrNameLst>
                                      </p:cBhvr>
                                      <p:to>
                                        <p:strVal val="visible"/>
                                      </p:to>
                                    </p:set>
                                    <p:anim calcmode="lin" valueType="num">
                                      <p:cBhvr>
                                        <p:cTn id="538" dur="3000" fill="hold"/>
                                        <p:tgtEl>
                                          <p:spTgt spid="113"/>
                                        </p:tgtEl>
                                        <p:attrNameLst>
                                          <p:attrName>ppt_w</p:attrName>
                                        </p:attrNameLst>
                                      </p:cBhvr>
                                      <p:tavLst>
                                        <p:tav tm="0">
                                          <p:val>
                                            <p:fltVal val="0"/>
                                          </p:val>
                                        </p:tav>
                                        <p:tav tm="100000">
                                          <p:val>
                                            <p:strVal val="#ppt_w"/>
                                          </p:val>
                                        </p:tav>
                                      </p:tavLst>
                                    </p:anim>
                                    <p:anim calcmode="lin" valueType="num">
                                      <p:cBhvr>
                                        <p:cTn id="539" dur="3000" fill="hold"/>
                                        <p:tgtEl>
                                          <p:spTgt spid="113"/>
                                        </p:tgtEl>
                                        <p:attrNameLst>
                                          <p:attrName>ppt_h</p:attrName>
                                        </p:attrNameLst>
                                      </p:cBhvr>
                                      <p:tavLst>
                                        <p:tav tm="0">
                                          <p:val>
                                            <p:fltVal val="0"/>
                                          </p:val>
                                        </p:tav>
                                        <p:tav tm="100000">
                                          <p:val>
                                            <p:strVal val="#ppt_h"/>
                                          </p:val>
                                        </p:tav>
                                      </p:tavLst>
                                    </p:anim>
                                    <p:anim calcmode="lin" valueType="num">
                                      <p:cBhvr>
                                        <p:cTn id="540" dur="3000" fill="hold"/>
                                        <p:tgtEl>
                                          <p:spTgt spid="113"/>
                                        </p:tgtEl>
                                        <p:attrNameLst>
                                          <p:attrName>style.rotation</p:attrName>
                                        </p:attrNameLst>
                                      </p:cBhvr>
                                      <p:tavLst>
                                        <p:tav tm="0">
                                          <p:val>
                                            <p:fltVal val="90"/>
                                          </p:val>
                                        </p:tav>
                                        <p:tav tm="100000">
                                          <p:val>
                                            <p:fltVal val="0"/>
                                          </p:val>
                                        </p:tav>
                                      </p:tavLst>
                                    </p:anim>
                                    <p:animEffect transition="in" filter="fade">
                                      <p:cBhvr>
                                        <p:cTn id="541" dur="3000"/>
                                        <p:tgtEl>
                                          <p:spTgt spid="113"/>
                                        </p:tgtEl>
                                      </p:cBhvr>
                                    </p:animEffect>
                                  </p:childTnLst>
                                </p:cTn>
                              </p:par>
                              <p:par>
                                <p:cTn id="542" presetID="31" presetClass="entr" presetSubtype="0" fill="hold" grpId="0" nodeType="withEffect">
                                  <p:stCondLst>
                                    <p:cond delay="7500"/>
                                  </p:stCondLst>
                                  <p:childTnLst>
                                    <p:set>
                                      <p:cBhvr>
                                        <p:cTn id="543" dur="1" fill="hold">
                                          <p:stCondLst>
                                            <p:cond delay="0"/>
                                          </p:stCondLst>
                                        </p:cTn>
                                        <p:tgtEl>
                                          <p:spTgt spid="114"/>
                                        </p:tgtEl>
                                        <p:attrNameLst>
                                          <p:attrName>style.visibility</p:attrName>
                                        </p:attrNameLst>
                                      </p:cBhvr>
                                      <p:to>
                                        <p:strVal val="visible"/>
                                      </p:to>
                                    </p:set>
                                    <p:anim calcmode="lin" valueType="num">
                                      <p:cBhvr>
                                        <p:cTn id="544" dur="3000" fill="hold"/>
                                        <p:tgtEl>
                                          <p:spTgt spid="114"/>
                                        </p:tgtEl>
                                        <p:attrNameLst>
                                          <p:attrName>ppt_w</p:attrName>
                                        </p:attrNameLst>
                                      </p:cBhvr>
                                      <p:tavLst>
                                        <p:tav tm="0">
                                          <p:val>
                                            <p:fltVal val="0"/>
                                          </p:val>
                                        </p:tav>
                                        <p:tav tm="100000">
                                          <p:val>
                                            <p:strVal val="#ppt_w"/>
                                          </p:val>
                                        </p:tav>
                                      </p:tavLst>
                                    </p:anim>
                                    <p:anim calcmode="lin" valueType="num">
                                      <p:cBhvr>
                                        <p:cTn id="545" dur="3000" fill="hold"/>
                                        <p:tgtEl>
                                          <p:spTgt spid="114"/>
                                        </p:tgtEl>
                                        <p:attrNameLst>
                                          <p:attrName>ppt_h</p:attrName>
                                        </p:attrNameLst>
                                      </p:cBhvr>
                                      <p:tavLst>
                                        <p:tav tm="0">
                                          <p:val>
                                            <p:fltVal val="0"/>
                                          </p:val>
                                        </p:tav>
                                        <p:tav tm="100000">
                                          <p:val>
                                            <p:strVal val="#ppt_h"/>
                                          </p:val>
                                        </p:tav>
                                      </p:tavLst>
                                    </p:anim>
                                    <p:anim calcmode="lin" valueType="num">
                                      <p:cBhvr>
                                        <p:cTn id="546" dur="3000" fill="hold"/>
                                        <p:tgtEl>
                                          <p:spTgt spid="114"/>
                                        </p:tgtEl>
                                        <p:attrNameLst>
                                          <p:attrName>style.rotation</p:attrName>
                                        </p:attrNameLst>
                                      </p:cBhvr>
                                      <p:tavLst>
                                        <p:tav tm="0">
                                          <p:val>
                                            <p:fltVal val="90"/>
                                          </p:val>
                                        </p:tav>
                                        <p:tav tm="100000">
                                          <p:val>
                                            <p:fltVal val="0"/>
                                          </p:val>
                                        </p:tav>
                                      </p:tavLst>
                                    </p:anim>
                                    <p:animEffect transition="in" filter="fade">
                                      <p:cBhvr>
                                        <p:cTn id="547" dur="3000"/>
                                        <p:tgtEl>
                                          <p:spTgt spid="114"/>
                                        </p:tgtEl>
                                      </p:cBhvr>
                                    </p:animEffect>
                                  </p:childTnLst>
                                </p:cTn>
                              </p:par>
                              <p:par>
                                <p:cTn id="548" presetID="21" presetClass="emph" presetSubtype="0" fill="hold" grpId="1" nodeType="withEffect">
                                  <p:stCondLst>
                                    <p:cond delay="10250"/>
                                  </p:stCondLst>
                                  <p:childTnLst>
                                    <p:animClr clrSpc="hsl" dir="cw">
                                      <p:cBhvr override="childStyle">
                                        <p:cTn id="549" dur="1500" fill="hold"/>
                                        <p:tgtEl>
                                          <p:spTgt spid="27"/>
                                        </p:tgtEl>
                                        <p:attrNameLst>
                                          <p:attrName>style.color</p:attrName>
                                        </p:attrNameLst>
                                      </p:cBhvr>
                                      <p:by>
                                        <p:hsl h="7200000" s="0" l="0"/>
                                      </p:by>
                                    </p:animClr>
                                    <p:animClr clrSpc="hsl" dir="cw">
                                      <p:cBhvr>
                                        <p:cTn id="550" dur="1500" fill="hold"/>
                                        <p:tgtEl>
                                          <p:spTgt spid="27"/>
                                        </p:tgtEl>
                                        <p:attrNameLst>
                                          <p:attrName>fillcolor</p:attrName>
                                        </p:attrNameLst>
                                      </p:cBhvr>
                                      <p:by>
                                        <p:hsl h="7200000" s="0" l="0"/>
                                      </p:by>
                                    </p:animClr>
                                    <p:animClr clrSpc="hsl" dir="cw">
                                      <p:cBhvr>
                                        <p:cTn id="551" dur="1500" fill="hold"/>
                                        <p:tgtEl>
                                          <p:spTgt spid="27"/>
                                        </p:tgtEl>
                                        <p:attrNameLst>
                                          <p:attrName>stroke.color</p:attrName>
                                        </p:attrNameLst>
                                      </p:cBhvr>
                                      <p:by>
                                        <p:hsl h="7200000" s="0" l="0"/>
                                      </p:by>
                                    </p:animClr>
                                    <p:set>
                                      <p:cBhvr>
                                        <p:cTn id="552" dur="1500" fill="hold"/>
                                        <p:tgtEl>
                                          <p:spTgt spid="27"/>
                                        </p:tgtEl>
                                        <p:attrNameLst>
                                          <p:attrName>fill.type</p:attrName>
                                        </p:attrNameLst>
                                      </p:cBhvr>
                                      <p:to>
                                        <p:strVal val="solid"/>
                                      </p:to>
                                    </p:set>
                                  </p:childTnLst>
                                </p:cTn>
                              </p:par>
                              <p:par>
                                <p:cTn id="553" presetID="21" presetClass="emph" presetSubtype="0" fill="hold" grpId="1" nodeType="withEffect">
                                  <p:stCondLst>
                                    <p:cond delay="10250"/>
                                  </p:stCondLst>
                                  <p:childTnLst>
                                    <p:animClr clrSpc="hsl" dir="cw">
                                      <p:cBhvr override="childStyle">
                                        <p:cTn id="554" dur="1500" fill="hold"/>
                                        <p:tgtEl>
                                          <p:spTgt spid="53"/>
                                        </p:tgtEl>
                                        <p:attrNameLst>
                                          <p:attrName>style.color</p:attrName>
                                        </p:attrNameLst>
                                      </p:cBhvr>
                                      <p:by>
                                        <p:hsl h="7200000" s="0" l="0"/>
                                      </p:by>
                                    </p:animClr>
                                    <p:animClr clrSpc="hsl" dir="cw">
                                      <p:cBhvr>
                                        <p:cTn id="555" dur="1500" fill="hold"/>
                                        <p:tgtEl>
                                          <p:spTgt spid="53"/>
                                        </p:tgtEl>
                                        <p:attrNameLst>
                                          <p:attrName>fillcolor</p:attrName>
                                        </p:attrNameLst>
                                      </p:cBhvr>
                                      <p:by>
                                        <p:hsl h="7200000" s="0" l="0"/>
                                      </p:by>
                                    </p:animClr>
                                    <p:animClr clrSpc="hsl" dir="cw">
                                      <p:cBhvr>
                                        <p:cTn id="556" dur="1500" fill="hold"/>
                                        <p:tgtEl>
                                          <p:spTgt spid="53"/>
                                        </p:tgtEl>
                                        <p:attrNameLst>
                                          <p:attrName>stroke.color</p:attrName>
                                        </p:attrNameLst>
                                      </p:cBhvr>
                                      <p:by>
                                        <p:hsl h="7200000" s="0" l="0"/>
                                      </p:by>
                                    </p:animClr>
                                    <p:set>
                                      <p:cBhvr>
                                        <p:cTn id="557" dur="1500" fill="hold"/>
                                        <p:tgtEl>
                                          <p:spTgt spid="53"/>
                                        </p:tgtEl>
                                        <p:attrNameLst>
                                          <p:attrName>fill.type</p:attrName>
                                        </p:attrNameLst>
                                      </p:cBhvr>
                                      <p:to>
                                        <p:strVal val="solid"/>
                                      </p:to>
                                    </p:set>
                                  </p:childTnLst>
                                </p:cTn>
                              </p:par>
                              <p:par>
                                <p:cTn id="558" presetID="21" presetClass="emph" presetSubtype="0" fill="hold" grpId="1" nodeType="withEffect">
                                  <p:stCondLst>
                                    <p:cond delay="10250"/>
                                  </p:stCondLst>
                                  <p:childTnLst>
                                    <p:animClr clrSpc="hsl" dir="cw">
                                      <p:cBhvr override="childStyle">
                                        <p:cTn id="559" dur="1500" fill="hold"/>
                                        <p:tgtEl>
                                          <p:spTgt spid="54"/>
                                        </p:tgtEl>
                                        <p:attrNameLst>
                                          <p:attrName>style.color</p:attrName>
                                        </p:attrNameLst>
                                      </p:cBhvr>
                                      <p:by>
                                        <p:hsl h="7200000" s="0" l="0"/>
                                      </p:by>
                                    </p:animClr>
                                    <p:animClr clrSpc="hsl" dir="cw">
                                      <p:cBhvr>
                                        <p:cTn id="560" dur="1500" fill="hold"/>
                                        <p:tgtEl>
                                          <p:spTgt spid="54"/>
                                        </p:tgtEl>
                                        <p:attrNameLst>
                                          <p:attrName>fillcolor</p:attrName>
                                        </p:attrNameLst>
                                      </p:cBhvr>
                                      <p:by>
                                        <p:hsl h="7200000" s="0" l="0"/>
                                      </p:by>
                                    </p:animClr>
                                    <p:animClr clrSpc="hsl" dir="cw">
                                      <p:cBhvr>
                                        <p:cTn id="561" dur="1500" fill="hold"/>
                                        <p:tgtEl>
                                          <p:spTgt spid="54"/>
                                        </p:tgtEl>
                                        <p:attrNameLst>
                                          <p:attrName>stroke.color</p:attrName>
                                        </p:attrNameLst>
                                      </p:cBhvr>
                                      <p:by>
                                        <p:hsl h="7200000" s="0" l="0"/>
                                      </p:by>
                                    </p:animClr>
                                    <p:set>
                                      <p:cBhvr>
                                        <p:cTn id="562" dur="1500" fill="hold"/>
                                        <p:tgtEl>
                                          <p:spTgt spid="54"/>
                                        </p:tgtEl>
                                        <p:attrNameLst>
                                          <p:attrName>fill.type</p:attrName>
                                        </p:attrNameLst>
                                      </p:cBhvr>
                                      <p:to>
                                        <p:strVal val="solid"/>
                                      </p:to>
                                    </p:set>
                                  </p:childTnLst>
                                </p:cTn>
                              </p:par>
                              <p:par>
                                <p:cTn id="563" presetID="21" presetClass="emph" presetSubtype="0" fill="hold" grpId="1" nodeType="withEffect">
                                  <p:stCondLst>
                                    <p:cond delay="10250"/>
                                  </p:stCondLst>
                                  <p:childTnLst>
                                    <p:animClr clrSpc="hsl" dir="cw">
                                      <p:cBhvr override="childStyle">
                                        <p:cTn id="564" dur="1500" fill="hold"/>
                                        <p:tgtEl>
                                          <p:spTgt spid="55"/>
                                        </p:tgtEl>
                                        <p:attrNameLst>
                                          <p:attrName>style.color</p:attrName>
                                        </p:attrNameLst>
                                      </p:cBhvr>
                                      <p:by>
                                        <p:hsl h="7200000" s="0" l="0"/>
                                      </p:by>
                                    </p:animClr>
                                    <p:animClr clrSpc="hsl" dir="cw">
                                      <p:cBhvr>
                                        <p:cTn id="565" dur="1500" fill="hold"/>
                                        <p:tgtEl>
                                          <p:spTgt spid="55"/>
                                        </p:tgtEl>
                                        <p:attrNameLst>
                                          <p:attrName>fillcolor</p:attrName>
                                        </p:attrNameLst>
                                      </p:cBhvr>
                                      <p:by>
                                        <p:hsl h="7200000" s="0" l="0"/>
                                      </p:by>
                                    </p:animClr>
                                    <p:animClr clrSpc="hsl" dir="cw">
                                      <p:cBhvr>
                                        <p:cTn id="566" dur="1500" fill="hold"/>
                                        <p:tgtEl>
                                          <p:spTgt spid="55"/>
                                        </p:tgtEl>
                                        <p:attrNameLst>
                                          <p:attrName>stroke.color</p:attrName>
                                        </p:attrNameLst>
                                      </p:cBhvr>
                                      <p:by>
                                        <p:hsl h="7200000" s="0" l="0"/>
                                      </p:by>
                                    </p:animClr>
                                    <p:set>
                                      <p:cBhvr>
                                        <p:cTn id="567" dur="1500" fill="hold"/>
                                        <p:tgtEl>
                                          <p:spTgt spid="55"/>
                                        </p:tgtEl>
                                        <p:attrNameLst>
                                          <p:attrName>fill.type</p:attrName>
                                        </p:attrNameLst>
                                      </p:cBhvr>
                                      <p:to>
                                        <p:strVal val="solid"/>
                                      </p:to>
                                    </p:set>
                                  </p:childTnLst>
                                </p:cTn>
                              </p:par>
                              <p:par>
                                <p:cTn id="568" presetID="21" presetClass="emph" presetSubtype="0" fill="hold" grpId="1" nodeType="withEffect">
                                  <p:stCondLst>
                                    <p:cond delay="10250"/>
                                  </p:stCondLst>
                                  <p:childTnLst>
                                    <p:animClr clrSpc="hsl" dir="cw">
                                      <p:cBhvr override="childStyle">
                                        <p:cTn id="569" dur="1500" fill="hold"/>
                                        <p:tgtEl>
                                          <p:spTgt spid="56"/>
                                        </p:tgtEl>
                                        <p:attrNameLst>
                                          <p:attrName>style.color</p:attrName>
                                        </p:attrNameLst>
                                      </p:cBhvr>
                                      <p:by>
                                        <p:hsl h="7200000" s="0" l="0"/>
                                      </p:by>
                                    </p:animClr>
                                    <p:animClr clrSpc="hsl" dir="cw">
                                      <p:cBhvr>
                                        <p:cTn id="570" dur="1500" fill="hold"/>
                                        <p:tgtEl>
                                          <p:spTgt spid="56"/>
                                        </p:tgtEl>
                                        <p:attrNameLst>
                                          <p:attrName>fillcolor</p:attrName>
                                        </p:attrNameLst>
                                      </p:cBhvr>
                                      <p:by>
                                        <p:hsl h="7200000" s="0" l="0"/>
                                      </p:by>
                                    </p:animClr>
                                    <p:animClr clrSpc="hsl" dir="cw">
                                      <p:cBhvr>
                                        <p:cTn id="571" dur="1500" fill="hold"/>
                                        <p:tgtEl>
                                          <p:spTgt spid="56"/>
                                        </p:tgtEl>
                                        <p:attrNameLst>
                                          <p:attrName>stroke.color</p:attrName>
                                        </p:attrNameLst>
                                      </p:cBhvr>
                                      <p:by>
                                        <p:hsl h="7200000" s="0" l="0"/>
                                      </p:by>
                                    </p:animClr>
                                    <p:set>
                                      <p:cBhvr>
                                        <p:cTn id="572" dur="1500" fill="hold"/>
                                        <p:tgtEl>
                                          <p:spTgt spid="56"/>
                                        </p:tgtEl>
                                        <p:attrNameLst>
                                          <p:attrName>fill.type</p:attrName>
                                        </p:attrNameLst>
                                      </p:cBhvr>
                                      <p:to>
                                        <p:strVal val="solid"/>
                                      </p:to>
                                    </p:set>
                                  </p:childTnLst>
                                </p:cTn>
                              </p:par>
                              <p:par>
                                <p:cTn id="573" presetID="21" presetClass="emph" presetSubtype="0" fill="hold" grpId="1" nodeType="withEffect">
                                  <p:stCondLst>
                                    <p:cond delay="10250"/>
                                  </p:stCondLst>
                                  <p:childTnLst>
                                    <p:animClr clrSpc="hsl" dir="cw">
                                      <p:cBhvr override="childStyle">
                                        <p:cTn id="574" dur="1500" fill="hold"/>
                                        <p:tgtEl>
                                          <p:spTgt spid="57"/>
                                        </p:tgtEl>
                                        <p:attrNameLst>
                                          <p:attrName>style.color</p:attrName>
                                        </p:attrNameLst>
                                      </p:cBhvr>
                                      <p:by>
                                        <p:hsl h="7200000" s="0" l="0"/>
                                      </p:by>
                                    </p:animClr>
                                    <p:animClr clrSpc="hsl" dir="cw">
                                      <p:cBhvr>
                                        <p:cTn id="575" dur="1500" fill="hold"/>
                                        <p:tgtEl>
                                          <p:spTgt spid="57"/>
                                        </p:tgtEl>
                                        <p:attrNameLst>
                                          <p:attrName>fillcolor</p:attrName>
                                        </p:attrNameLst>
                                      </p:cBhvr>
                                      <p:by>
                                        <p:hsl h="7200000" s="0" l="0"/>
                                      </p:by>
                                    </p:animClr>
                                    <p:animClr clrSpc="hsl" dir="cw">
                                      <p:cBhvr>
                                        <p:cTn id="576" dur="1500" fill="hold"/>
                                        <p:tgtEl>
                                          <p:spTgt spid="57"/>
                                        </p:tgtEl>
                                        <p:attrNameLst>
                                          <p:attrName>stroke.color</p:attrName>
                                        </p:attrNameLst>
                                      </p:cBhvr>
                                      <p:by>
                                        <p:hsl h="7200000" s="0" l="0"/>
                                      </p:by>
                                    </p:animClr>
                                    <p:set>
                                      <p:cBhvr>
                                        <p:cTn id="577" dur="1500" fill="hold"/>
                                        <p:tgtEl>
                                          <p:spTgt spid="57"/>
                                        </p:tgtEl>
                                        <p:attrNameLst>
                                          <p:attrName>fill.type</p:attrName>
                                        </p:attrNameLst>
                                      </p:cBhvr>
                                      <p:to>
                                        <p:strVal val="solid"/>
                                      </p:to>
                                    </p:set>
                                  </p:childTnLst>
                                </p:cTn>
                              </p:par>
                              <p:par>
                                <p:cTn id="578" presetID="21" presetClass="emph" presetSubtype="0" fill="hold" grpId="1" nodeType="withEffect">
                                  <p:stCondLst>
                                    <p:cond delay="10250"/>
                                  </p:stCondLst>
                                  <p:childTnLst>
                                    <p:animClr clrSpc="hsl" dir="cw">
                                      <p:cBhvr override="childStyle">
                                        <p:cTn id="579" dur="1500" fill="hold"/>
                                        <p:tgtEl>
                                          <p:spTgt spid="58"/>
                                        </p:tgtEl>
                                        <p:attrNameLst>
                                          <p:attrName>style.color</p:attrName>
                                        </p:attrNameLst>
                                      </p:cBhvr>
                                      <p:by>
                                        <p:hsl h="7200000" s="0" l="0"/>
                                      </p:by>
                                    </p:animClr>
                                    <p:animClr clrSpc="hsl" dir="cw">
                                      <p:cBhvr>
                                        <p:cTn id="580" dur="1500" fill="hold"/>
                                        <p:tgtEl>
                                          <p:spTgt spid="58"/>
                                        </p:tgtEl>
                                        <p:attrNameLst>
                                          <p:attrName>fillcolor</p:attrName>
                                        </p:attrNameLst>
                                      </p:cBhvr>
                                      <p:by>
                                        <p:hsl h="7200000" s="0" l="0"/>
                                      </p:by>
                                    </p:animClr>
                                    <p:animClr clrSpc="hsl" dir="cw">
                                      <p:cBhvr>
                                        <p:cTn id="581" dur="1500" fill="hold"/>
                                        <p:tgtEl>
                                          <p:spTgt spid="58"/>
                                        </p:tgtEl>
                                        <p:attrNameLst>
                                          <p:attrName>stroke.color</p:attrName>
                                        </p:attrNameLst>
                                      </p:cBhvr>
                                      <p:by>
                                        <p:hsl h="7200000" s="0" l="0"/>
                                      </p:by>
                                    </p:animClr>
                                    <p:set>
                                      <p:cBhvr>
                                        <p:cTn id="582" dur="1500" fill="hold"/>
                                        <p:tgtEl>
                                          <p:spTgt spid="58"/>
                                        </p:tgtEl>
                                        <p:attrNameLst>
                                          <p:attrName>fill.type</p:attrName>
                                        </p:attrNameLst>
                                      </p:cBhvr>
                                      <p:to>
                                        <p:strVal val="solid"/>
                                      </p:to>
                                    </p:set>
                                  </p:childTnLst>
                                </p:cTn>
                              </p:par>
                              <p:par>
                                <p:cTn id="583" presetID="21" presetClass="emph" presetSubtype="0" fill="hold" grpId="1" nodeType="withEffect">
                                  <p:stCondLst>
                                    <p:cond delay="10250"/>
                                  </p:stCondLst>
                                  <p:childTnLst>
                                    <p:animClr clrSpc="hsl" dir="cw">
                                      <p:cBhvr override="childStyle">
                                        <p:cTn id="584" dur="1500" fill="hold"/>
                                        <p:tgtEl>
                                          <p:spTgt spid="59"/>
                                        </p:tgtEl>
                                        <p:attrNameLst>
                                          <p:attrName>style.color</p:attrName>
                                        </p:attrNameLst>
                                      </p:cBhvr>
                                      <p:by>
                                        <p:hsl h="7200000" s="0" l="0"/>
                                      </p:by>
                                    </p:animClr>
                                    <p:animClr clrSpc="hsl" dir="cw">
                                      <p:cBhvr>
                                        <p:cTn id="585" dur="1500" fill="hold"/>
                                        <p:tgtEl>
                                          <p:spTgt spid="59"/>
                                        </p:tgtEl>
                                        <p:attrNameLst>
                                          <p:attrName>fillcolor</p:attrName>
                                        </p:attrNameLst>
                                      </p:cBhvr>
                                      <p:by>
                                        <p:hsl h="7200000" s="0" l="0"/>
                                      </p:by>
                                    </p:animClr>
                                    <p:animClr clrSpc="hsl" dir="cw">
                                      <p:cBhvr>
                                        <p:cTn id="586" dur="1500" fill="hold"/>
                                        <p:tgtEl>
                                          <p:spTgt spid="59"/>
                                        </p:tgtEl>
                                        <p:attrNameLst>
                                          <p:attrName>stroke.color</p:attrName>
                                        </p:attrNameLst>
                                      </p:cBhvr>
                                      <p:by>
                                        <p:hsl h="7200000" s="0" l="0"/>
                                      </p:by>
                                    </p:animClr>
                                    <p:set>
                                      <p:cBhvr>
                                        <p:cTn id="587" dur="1500" fill="hold"/>
                                        <p:tgtEl>
                                          <p:spTgt spid="59"/>
                                        </p:tgtEl>
                                        <p:attrNameLst>
                                          <p:attrName>fill.type</p:attrName>
                                        </p:attrNameLst>
                                      </p:cBhvr>
                                      <p:to>
                                        <p:strVal val="solid"/>
                                      </p:to>
                                    </p:set>
                                  </p:childTnLst>
                                </p:cTn>
                              </p:par>
                              <p:par>
                                <p:cTn id="588" presetID="21" presetClass="emph" presetSubtype="0" fill="hold" grpId="1" nodeType="withEffect">
                                  <p:stCondLst>
                                    <p:cond delay="10250"/>
                                  </p:stCondLst>
                                  <p:childTnLst>
                                    <p:animClr clrSpc="hsl" dir="cw">
                                      <p:cBhvr override="childStyle">
                                        <p:cTn id="589" dur="1500" fill="hold"/>
                                        <p:tgtEl>
                                          <p:spTgt spid="28"/>
                                        </p:tgtEl>
                                        <p:attrNameLst>
                                          <p:attrName>style.color</p:attrName>
                                        </p:attrNameLst>
                                      </p:cBhvr>
                                      <p:by>
                                        <p:hsl h="7200000" s="0" l="0"/>
                                      </p:by>
                                    </p:animClr>
                                    <p:animClr clrSpc="hsl" dir="cw">
                                      <p:cBhvr>
                                        <p:cTn id="590" dur="1500" fill="hold"/>
                                        <p:tgtEl>
                                          <p:spTgt spid="28"/>
                                        </p:tgtEl>
                                        <p:attrNameLst>
                                          <p:attrName>fillcolor</p:attrName>
                                        </p:attrNameLst>
                                      </p:cBhvr>
                                      <p:by>
                                        <p:hsl h="7200000" s="0" l="0"/>
                                      </p:by>
                                    </p:animClr>
                                    <p:animClr clrSpc="hsl" dir="cw">
                                      <p:cBhvr>
                                        <p:cTn id="591" dur="1500" fill="hold"/>
                                        <p:tgtEl>
                                          <p:spTgt spid="28"/>
                                        </p:tgtEl>
                                        <p:attrNameLst>
                                          <p:attrName>stroke.color</p:attrName>
                                        </p:attrNameLst>
                                      </p:cBhvr>
                                      <p:by>
                                        <p:hsl h="7200000" s="0" l="0"/>
                                      </p:by>
                                    </p:animClr>
                                    <p:set>
                                      <p:cBhvr>
                                        <p:cTn id="592" dur="1500" fill="hold"/>
                                        <p:tgtEl>
                                          <p:spTgt spid="28"/>
                                        </p:tgtEl>
                                        <p:attrNameLst>
                                          <p:attrName>fill.type</p:attrName>
                                        </p:attrNameLst>
                                      </p:cBhvr>
                                      <p:to>
                                        <p:strVal val="solid"/>
                                      </p:to>
                                    </p:set>
                                  </p:childTnLst>
                                </p:cTn>
                              </p:par>
                              <p:par>
                                <p:cTn id="593" presetID="21" presetClass="emph" presetSubtype="0" fill="hold" grpId="1" nodeType="withEffect">
                                  <p:stCondLst>
                                    <p:cond delay="10250"/>
                                  </p:stCondLst>
                                  <p:childTnLst>
                                    <p:animClr clrSpc="hsl" dir="cw">
                                      <p:cBhvr override="childStyle">
                                        <p:cTn id="594" dur="1500" fill="hold"/>
                                        <p:tgtEl>
                                          <p:spTgt spid="34"/>
                                        </p:tgtEl>
                                        <p:attrNameLst>
                                          <p:attrName>style.color</p:attrName>
                                        </p:attrNameLst>
                                      </p:cBhvr>
                                      <p:by>
                                        <p:hsl h="7200000" s="0" l="0"/>
                                      </p:by>
                                    </p:animClr>
                                    <p:animClr clrSpc="hsl" dir="cw">
                                      <p:cBhvr>
                                        <p:cTn id="595" dur="1500" fill="hold"/>
                                        <p:tgtEl>
                                          <p:spTgt spid="34"/>
                                        </p:tgtEl>
                                        <p:attrNameLst>
                                          <p:attrName>fillcolor</p:attrName>
                                        </p:attrNameLst>
                                      </p:cBhvr>
                                      <p:by>
                                        <p:hsl h="7200000" s="0" l="0"/>
                                      </p:by>
                                    </p:animClr>
                                    <p:animClr clrSpc="hsl" dir="cw">
                                      <p:cBhvr>
                                        <p:cTn id="596" dur="1500" fill="hold"/>
                                        <p:tgtEl>
                                          <p:spTgt spid="34"/>
                                        </p:tgtEl>
                                        <p:attrNameLst>
                                          <p:attrName>stroke.color</p:attrName>
                                        </p:attrNameLst>
                                      </p:cBhvr>
                                      <p:by>
                                        <p:hsl h="7200000" s="0" l="0"/>
                                      </p:by>
                                    </p:animClr>
                                    <p:set>
                                      <p:cBhvr>
                                        <p:cTn id="597" dur="1500" fill="hold"/>
                                        <p:tgtEl>
                                          <p:spTgt spid="34"/>
                                        </p:tgtEl>
                                        <p:attrNameLst>
                                          <p:attrName>fill.type</p:attrName>
                                        </p:attrNameLst>
                                      </p:cBhvr>
                                      <p:to>
                                        <p:strVal val="solid"/>
                                      </p:to>
                                    </p:set>
                                  </p:childTnLst>
                                </p:cTn>
                              </p:par>
                              <p:par>
                                <p:cTn id="598" presetID="21" presetClass="emph" presetSubtype="0" fill="hold" grpId="1" nodeType="withEffect">
                                  <p:stCondLst>
                                    <p:cond delay="10250"/>
                                  </p:stCondLst>
                                  <p:childTnLst>
                                    <p:animClr clrSpc="hsl" dir="cw">
                                      <p:cBhvr override="childStyle">
                                        <p:cTn id="599" dur="1500" fill="hold"/>
                                        <p:tgtEl>
                                          <p:spTgt spid="35"/>
                                        </p:tgtEl>
                                        <p:attrNameLst>
                                          <p:attrName>style.color</p:attrName>
                                        </p:attrNameLst>
                                      </p:cBhvr>
                                      <p:by>
                                        <p:hsl h="7200000" s="0" l="0"/>
                                      </p:by>
                                    </p:animClr>
                                    <p:animClr clrSpc="hsl" dir="cw">
                                      <p:cBhvr>
                                        <p:cTn id="600" dur="1500" fill="hold"/>
                                        <p:tgtEl>
                                          <p:spTgt spid="35"/>
                                        </p:tgtEl>
                                        <p:attrNameLst>
                                          <p:attrName>fillcolor</p:attrName>
                                        </p:attrNameLst>
                                      </p:cBhvr>
                                      <p:by>
                                        <p:hsl h="7200000" s="0" l="0"/>
                                      </p:by>
                                    </p:animClr>
                                    <p:animClr clrSpc="hsl" dir="cw">
                                      <p:cBhvr>
                                        <p:cTn id="601" dur="1500" fill="hold"/>
                                        <p:tgtEl>
                                          <p:spTgt spid="35"/>
                                        </p:tgtEl>
                                        <p:attrNameLst>
                                          <p:attrName>stroke.color</p:attrName>
                                        </p:attrNameLst>
                                      </p:cBhvr>
                                      <p:by>
                                        <p:hsl h="7200000" s="0" l="0"/>
                                      </p:by>
                                    </p:animClr>
                                    <p:set>
                                      <p:cBhvr>
                                        <p:cTn id="602" dur="1500" fill="hold"/>
                                        <p:tgtEl>
                                          <p:spTgt spid="35"/>
                                        </p:tgtEl>
                                        <p:attrNameLst>
                                          <p:attrName>fill.type</p:attrName>
                                        </p:attrNameLst>
                                      </p:cBhvr>
                                      <p:to>
                                        <p:strVal val="solid"/>
                                      </p:to>
                                    </p:set>
                                  </p:childTnLst>
                                </p:cTn>
                              </p:par>
                              <p:par>
                                <p:cTn id="603" presetID="21" presetClass="emph" presetSubtype="0" fill="hold" grpId="1" nodeType="withEffect">
                                  <p:stCondLst>
                                    <p:cond delay="10250"/>
                                  </p:stCondLst>
                                  <p:childTnLst>
                                    <p:animClr clrSpc="hsl" dir="cw">
                                      <p:cBhvr override="childStyle">
                                        <p:cTn id="604" dur="1500" fill="hold"/>
                                        <p:tgtEl>
                                          <p:spTgt spid="36"/>
                                        </p:tgtEl>
                                        <p:attrNameLst>
                                          <p:attrName>style.color</p:attrName>
                                        </p:attrNameLst>
                                      </p:cBhvr>
                                      <p:by>
                                        <p:hsl h="7200000" s="0" l="0"/>
                                      </p:by>
                                    </p:animClr>
                                    <p:animClr clrSpc="hsl" dir="cw">
                                      <p:cBhvr>
                                        <p:cTn id="605" dur="1500" fill="hold"/>
                                        <p:tgtEl>
                                          <p:spTgt spid="36"/>
                                        </p:tgtEl>
                                        <p:attrNameLst>
                                          <p:attrName>fillcolor</p:attrName>
                                        </p:attrNameLst>
                                      </p:cBhvr>
                                      <p:by>
                                        <p:hsl h="7200000" s="0" l="0"/>
                                      </p:by>
                                    </p:animClr>
                                    <p:animClr clrSpc="hsl" dir="cw">
                                      <p:cBhvr>
                                        <p:cTn id="606" dur="1500" fill="hold"/>
                                        <p:tgtEl>
                                          <p:spTgt spid="36"/>
                                        </p:tgtEl>
                                        <p:attrNameLst>
                                          <p:attrName>stroke.color</p:attrName>
                                        </p:attrNameLst>
                                      </p:cBhvr>
                                      <p:by>
                                        <p:hsl h="7200000" s="0" l="0"/>
                                      </p:by>
                                    </p:animClr>
                                    <p:set>
                                      <p:cBhvr>
                                        <p:cTn id="607" dur="1500" fill="hold"/>
                                        <p:tgtEl>
                                          <p:spTgt spid="36"/>
                                        </p:tgtEl>
                                        <p:attrNameLst>
                                          <p:attrName>fill.type</p:attrName>
                                        </p:attrNameLst>
                                      </p:cBhvr>
                                      <p:to>
                                        <p:strVal val="solid"/>
                                      </p:to>
                                    </p:set>
                                  </p:childTnLst>
                                </p:cTn>
                              </p:par>
                              <p:par>
                                <p:cTn id="608" presetID="21" presetClass="emph" presetSubtype="0" fill="hold" grpId="1" nodeType="withEffect">
                                  <p:stCondLst>
                                    <p:cond delay="10250"/>
                                  </p:stCondLst>
                                  <p:childTnLst>
                                    <p:animClr clrSpc="hsl" dir="cw">
                                      <p:cBhvr override="childStyle">
                                        <p:cTn id="609" dur="1500" fill="hold"/>
                                        <p:tgtEl>
                                          <p:spTgt spid="29"/>
                                        </p:tgtEl>
                                        <p:attrNameLst>
                                          <p:attrName>style.color</p:attrName>
                                        </p:attrNameLst>
                                      </p:cBhvr>
                                      <p:by>
                                        <p:hsl h="7200000" s="0" l="0"/>
                                      </p:by>
                                    </p:animClr>
                                    <p:animClr clrSpc="hsl" dir="cw">
                                      <p:cBhvr>
                                        <p:cTn id="610" dur="1500" fill="hold"/>
                                        <p:tgtEl>
                                          <p:spTgt spid="29"/>
                                        </p:tgtEl>
                                        <p:attrNameLst>
                                          <p:attrName>fillcolor</p:attrName>
                                        </p:attrNameLst>
                                      </p:cBhvr>
                                      <p:by>
                                        <p:hsl h="7200000" s="0" l="0"/>
                                      </p:by>
                                    </p:animClr>
                                    <p:animClr clrSpc="hsl" dir="cw">
                                      <p:cBhvr>
                                        <p:cTn id="611" dur="1500" fill="hold"/>
                                        <p:tgtEl>
                                          <p:spTgt spid="29"/>
                                        </p:tgtEl>
                                        <p:attrNameLst>
                                          <p:attrName>stroke.color</p:attrName>
                                        </p:attrNameLst>
                                      </p:cBhvr>
                                      <p:by>
                                        <p:hsl h="7200000" s="0" l="0"/>
                                      </p:by>
                                    </p:animClr>
                                    <p:set>
                                      <p:cBhvr>
                                        <p:cTn id="612" dur="1500" fill="hold"/>
                                        <p:tgtEl>
                                          <p:spTgt spid="29"/>
                                        </p:tgtEl>
                                        <p:attrNameLst>
                                          <p:attrName>fill.type</p:attrName>
                                        </p:attrNameLst>
                                      </p:cBhvr>
                                      <p:to>
                                        <p:strVal val="solid"/>
                                      </p:to>
                                    </p:set>
                                  </p:childTnLst>
                                </p:cTn>
                              </p:par>
                              <p:par>
                                <p:cTn id="613" presetID="21" presetClass="emph" presetSubtype="0" fill="hold" grpId="1" nodeType="withEffect">
                                  <p:stCondLst>
                                    <p:cond delay="10250"/>
                                  </p:stCondLst>
                                  <p:childTnLst>
                                    <p:animClr clrSpc="hsl" dir="cw">
                                      <p:cBhvr override="childStyle">
                                        <p:cTn id="614" dur="1500" fill="hold"/>
                                        <p:tgtEl>
                                          <p:spTgt spid="47"/>
                                        </p:tgtEl>
                                        <p:attrNameLst>
                                          <p:attrName>style.color</p:attrName>
                                        </p:attrNameLst>
                                      </p:cBhvr>
                                      <p:by>
                                        <p:hsl h="7200000" s="0" l="0"/>
                                      </p:by>
                                    </p:animClr>
                                    <p:animClr clrSpc="hsl" dir="cw">
                                      <p:cBhvr>
                                        <p:cTn id="615" dur="1500" fill="hold"/>
                                        <p:tgtEl>
                                          <p:spTgt spid="47"/>
                                        </p:tgtEl>
                                        <p:attrNameLst>
                                          <p:attrName>fillcolor</p:attrName>
                                        </p:attrNameLst>
                                      </p:cBhvr>
                                      <p:by>
                                        <p:hsl h="7200000" s="0" l="0"/>
                                      </p:by>
                                    </p:animClr>
                                    <p:animClr clrSpc="hsl" dir="cw">
                                      <p:cBhvr>
                                        <p:cTn id="616" dur="1500" fill="hold"/>
                                        <p:tgtEl>
                                          <p:spTgt spid="47"/>
                                        </p:tgtEl>
                                        <p:attrNameLst>
                                          <p:attrName>stroke.color</p:attrName>
                                        </p:attrNameLst>
                                      </p:cBhvr>
                                      <p:by>
                                        <p:hsl h="7200000" s="0" l="0"/>
                                      </p:by>
                                    </p:animClr>
                                    <p:set>
                                      <p:cBhvr>
                                        <p:cTn id="617" dur="1500" fill="hold"/>
                                        <p:tgtEl>
                                          <p:spTgt spid="47"/>
                                        </p:tgtEl>
                                        <p:attrNameLst>
                                          <p:attrName>fill.type</p:attrName>
                                        </p:attrNameLst>
                                      </p:cBhvr>
                                      <p:to>
                                        <p:strVal val="solid"/>
                                      </p:to>
                                    </p:set>
                                  </p:childTnLst>
                                </p:cTn>
                              </p:par>
                              <p:par>
                                <p:cTn id="618" presetID="21" presetClass="emph" presetSubtype="0" fill="hold" grpId="1" nodeType="withEffect">
                                  <p:stCondLst>
                                    <p:cond delay="10250"/>
                                  </p:stCondLst>
                                  <p:childTnLst>
                                    <p:animClr clrSpc="hsl" dir="cw">
                                      <p:cBhvr override="childStyle">
                                        <p:cTn id="619" dur="1500" fill="hold"/>
                                        <p:tgtEl>
                                          <p:spTgt spid="48"/>
                                        </p:tgtEl>
                                        <p:attrNameLst>
                                          <p:attrName>style.color</p:attrName>
                                        </p:attrNameLst>
                                      </p:cBhvr>
                                      <p:by>
                                        <p:hsl h="7200000" s="0" l="0"/>
                                      </p:by>
                                    </p:animClr>
                                    <p:animClr clrSpc="hsl" dir="cw">
                                      <p:cBhvr>
                                        <p:cTn id="620" dur="1500" fill="hold"/>
                                        <p:tgtEl>
                                          <p:spTgt spid="48"/>
                                        </p:tgtEl>
                                        <p:attrNameLst>
                                          <p:attrName>fillcolor</p:attrName>
                                        </p:attrNameLst>
                                      </p:cBhvr>
                                      <p:by>
                                        <p:hsl h="7200000" s="0" l="0"/>
                                      </p:by>
                                    </p:animClr>
                                    <p:animClr clrSpc="hsl" dir="cw">
                                      <p:cBhvr>
                                        <p:cTn id="621" dur="1500" fill="hold"/>
                                        <p:tgtEl>
                                          <p:spTgt spid="48"/>
                                        </p:tgtEl>
                                        <p:attrNameLst>
                                          <p:attrName>stroke.color</p:attrName>
                                        </p:attrNameLst>
                                      </p:cBhvr>
                                      <p:by>
                                        <p:hsl h="7200000" s="0" l="0"/>
                                      </p:by>
                                    </p:animClr>
                                    <p:set>
                                      <p:cBhvr>
                                        <p:cTn id="622" dur="1500" fill="hold"/>
                                        <p:tgtEl>
                                          <p:spTgt spid="48"/>
                                        </p:tgtEl>
                                        <p:attrNameLst>
                                          <p:attrName>fill.type</p:attrName>
                                        </p:attrNameLst>
                                      </p:cBhvr>
                                      <p:to>
                                        <p:strVal val="solid"/>
                                      </p:to>
                                    </p:set>
                                  </p:childTnLst>
                                </p:cTn>
                              </p:par>
                              <p:par>
                                <p:cTn id="623" presetID="21" presetClass="emph" presetSubtype="0" fill="hold" grpId="1" nodeType="withEffect">
                                  <p:stCondLst>
                                    <p:cond delay="10250"/>
                                  </p:stCondLst>
                                  <p:childTnLst>
                                    <p:animClr clrSpc="hsl" dir="cw">
                                      <p:cBhvr override="childStyle">
                                        <p:cTn id="624" dur="1500" fill="hold"/>
                                        <p:tgtEl>
                                          <p:spTgt spid="49"/>
                                        </p:tgtEl>
                                        <p:attrNameLst>
                                          <p:attrName>style.color</p:attrName>
                                        </p:attrNameLst>
                                      </p:cBhvr>
                                      <p:by>
                                        <p:hsl h="7200000" s="0" l="0"/>
                                      </p:by>
                                    </p:animClr>
                                    <p:animClr clrSpc="hsl" dir="cw">
                                      <p:cBhvr>
                                        <p:cTn id="625" dur="1500" fill="hold"/>
                                        <p:tgtEl>
                                          <p:spTgt spid="49"/>
                                        </p:tgtEl>
                                        <p:attrNameLst>
                                          <p:attrName>fillcolor</p:attrName>
                                        </p:attrNameLst>
                                      </p:cBhvr>
                                      <p:by>
                                        <p:hsl h="7200000" s="0" l="0"/>
                                      </p:by>
                                    </p:animClr>
                                    <p:animClr clrSpc="hsl" dir="cw">
                                      <p:cBhvr>
                                        <p:cTn id="626" dur="1500" fill="hold"/>
                                        <p:tgtEl>
                                          <p:spTgt spid="49"/>
                                        </p:tgtEl>
                                        <p:attrNameLst>
                                          <p:attrName>stroke.color</p:attrName>
                                        </p:attrNameLst>
                                      </p:cBhvr>
                                      <p:by>
                                        <p:hsl h="7200000" s="0" l="0"/>
                                      </p:by>
                                    </p:animClr>
                                    <p:set>
                                      <p:cBhvr>
                                        <p:cTn id="627" dur="1500" fill="hold"/>
                                        <p:tgtEl>
                                          <p:spTgt spid="49"/>
                                        </p:tgtEl>
                                        <p:attrNameLst>
                                          <p:attrName>fill.type</p:attrName>
                                        </p:attrNameLst>
                                      </p:cBhvr>
                                      <p:to>
                                        <p:strVal val="solid"/>
                                      </p:to>
                                    </p:set>
                                  </p:childTnLst>
                                </p:cTn>
                              </p:par>
                              <p:par>
                                <p:cTn id="628" presetID="21" presetClass="emph" presetSubtype="0" fill="hold" grpId="1" nodeType="withEffect">
                                  <p:stCondLst>
                                    <p:cond delay="10250"/>
                                  </p:stCondLst>
                                  <p:childTnLst>
                                    <p:animClr clrSpc="hsl" dir="cw">
                                      <p:cBhvr override="childStyle">
                                        <p:cTn id="629" dur="1500" fill="hold"/>
                                        <p:tgtEl>
                                          <p:spTgt spid="50"/>
                                        </p:tgtEl>
                                        <p:attrNameLst>
                                          <p:attrName>style.color</p:attrName>
                                        </p:attrNameLst>
                                      </p:cBhvr>
                                      <p:by>
                                        <p:hsl h="7200000" s="0" l="0"/>
                                      </p:by>
                                    </p:animClr>
                                    <p:animClr clrSpc="hsl" dir="cw">
                                      <p:cBhvr>
                                        <p:cTn id="630" dur="1500" fill="hold"/>
                                        <p:tgtEl>
                                          <p:spTgt spid="50"/>
                                        </p:tgtEl>
                                        <p:attrNameLst>
                                          <p:attrName>fillcolor</p:attrName>
                                        </p:attrNameLst>
                                      </p:cBhvr>
                                      <p:by>
                                        <p:hsl h="7200000" s="0" l="0"/>
                                      </p:by>
                                    </p:animClr>
                                    <p:animClr clrSpc="hsl" dir="cw">
                                      <p:cBhvr>
                                        <p:cTn id="631" dur="1500" fill="hold"/>
                                        <p:tgtEl>
                                          <p:spTgt spid="50"/>
                                        </p:tgtEl>
                                        <p:attrNameLst>
                                          <p:attrName>stroke.color</p:attrName>
                                        </p:attrNameLst>
                                      </p:cBhvr>
                                      <p:by>
                                        <p:hsl h="7200000" s="0" l="0"/>
                                      </p:by>
                                    </p:animClr>
                                    <p:set>
                                      <p:cBhvr>
                                        <p:cTn id="632" dur="1500" fill="hold"/>
                                        <p:tgtEl>
                                          <p:spTgt spid="50"/>
                                        </p:tgtEl>
                                        <p:attrNameLst>
                                          <p:attrName>fill.type</p:attrName>
                                        </p:attrNameLst>
                                      </p:cBhvr>
                                      <p:to>
                                        <p:strVal val="solid"/>
                                      </p:to>
                                    </p:set>
                                  </p:childTnLst>
                                </p:cTn>
                              </p:par>
                              <p:par>
                                <p:cTn id="633" presetID="21" presetClass="emph" presetSubtype="0" fill="hold" grpId="1" nodeType="withEffect">
                                  <p:stCondLst>
                                    <p:cond delay="10250"/>
                                  </p:stCondLst>
                                  <p:childTnLst>
                                    <p:animClr clrSpc="hsl" dir="cw">
                                      <p:cBhvr override="childStyle">
                                        <p:cTn id="634" dur="1500" fill="hold"/>
                                        <p:tgtEl>
                                          <p:spTgt spid="51"/>
                                        </p:tgtEl>
                                        <p:attrNameLst>
                                          <p:attrName>style.color</p:attrName>
                                        </p:attrNameLst>
                                      </p:cBhvr>
                                      <p:by>
                                        <p:hsl h="7200000" s="0" l="0"/>
                                      </p:by>
                                    </p:animClr>
                                    <p:animClr clrSpc="hsl" dir="cw">
                                      <p:cBhvr>
                                        <p:cTn id="635" dur="1500" fill="hold"/>
                                        <p:tgtEl>
                                          <p:spTgt spid="51"/>
                                        </p:tgtEl>
                                        <p:attrNameLst>
                                          <p:attrName>fillcolor</p:attrName>
                                        </p:attrNameLst>
                                      </p:cBhvr>
                                      <p:by>
                                        <p:hsl h="7200000" s="0" l="0"/>
                                      </p:by>
                                    </p:animClr>
                                    <p:animClr clrSpc="hsl" dir="cw">
                                      <p:cBhvr>
                                        <p:cTn id="636" dur="1500" fill="hold"/>
                                        <p:tgtEl>
                                          <p:spTgt spid="51"/>
                                        </p:tgtEl>
                                        <p:attrNameLst>
                                          <p:attrName>stroke.color</p:attrName>
                                        </p:attrNameLst>
                                      </p:cBhvr>
                                      <p:by>
                                        <p:hsl h="7200000" s="0" l="0"/>
                                      </p:by>
                                    </p:animClr>
                                    <p:set>
                                      <p:cBhvr>
                                        <p:cTn id="637" dur="1500" fill="hold"/>
                                        <p:tgtEl>
                                          <p:spTgt spid="51"/>
                                        </p:tgtEl>
                                        <p:attrNameLst>
                                          <p:attrName>fill.type</p:attrName>
                                        </p:attrNameLst>
                                      </p:cBhvr>
                                      <p:to>
                                        <p:strVal val="solid"/>
                                      </p:to>
                                    </p:set>
                                  </p:childTnLst>
                                </p:cTn>
                              </p:par>
                              <p:par>
                                <p:cTn id="638" presetID="21" presetClass="emph" presetSubtype="0" fill="hold" grpId="1" nodeType="withEffect">
                                  <p:stCondLst>
                                    <p:cond delay="10250"/>
                                  </p:stCondLst>
                                  <p:childTnLst>
                                    <p:animClr clrSpc="hsl" dir="cw">
                                      <p:cBhvr override="childStyle">
                                        <p:cTn id="639" dur="1500" fill="hold"/>
                                        <p:tgtEl>
                                          <p:spTgt spid="52"/>
                                        </p:tgtEl>
                                        <p:attrNameLst>
                                          <p:attrName>style.color</p:attrName>
                                        </p:attrNameLst>
                                      </p:cBhvr>
                                      <p:by>
                                        <p:hsl h="7200000" s="0" l="0"/>
                                      </p:by>
                                    </p:animClr>
                                    <p:animClr clrSpc="hsl" dir="cw">
                                      <p:cBhvr>
                                        <p:cTn id="640" dur="1500" fill="hold"/>
                                        <p:tgtEl>
                                          <p:spTgt spid="52"/>
                                        </p:tgtEl>
                                        <p:attrNameLst>
                                          <p:attrName>fillcolor</p:attrName>
                                        </p:attrNameLst>
                                      </p:cBhvr>
                                      <p:by>
                                        <p:hsl h="7200000" s="0" l="0"/>
                                      </p:by>
                                    </p:animClr>
                                    <p:animClr clrSpc="hsl" dir="cw">
                                      <p:cBhvr>
                                        <p:cTn id="641" dur="1500" fill="hold"/>
                                        <p:tgtEl>
                                          <p:spTgt spid="52"/>
                                        </p:tgtEl>
                                        <p:attrNameLst>
                                          <p:attrName>stroke.color</p:attrName>
                                        </p:attrNameLst>
                                      </p:cBhvr>
                                      <p:by>
                                        <p:hsl h="7200000" s="0" l="0"/>
                                      </p:by>
                                    </p:animClr>
                                    <p:set>
                                      <p:cBhvr>
                                        <p:cTn id="642" dur="1500" fill="hold"/>
                                        <p:tgtEl>
                                          <p:spTgt spid="52"/>
                                        </p:tgtEl>
                                        <p:attrNameLst>
                                          <p:attrName>fill.type</p:attrName>
                                        </p:attrNameLst>
                                      </p:cBhvr>
                                      <p:to>
                                        <p:strVal val="solid"/>
                                      </p:to>
                                    </p:set>
                                  </p:childTnLst>
                                </p:cTn>
                              </p:par>
                              <p:par>
                                <p:cTn id="643" presetID="21" presetClass="emph" presetSubtype="0" fill="hold" grpId="1" nodeType="withEffect">
                                  <p:stCondLst>
                                    <p:cond delay="10250"/>
                                  </p:stCondLst>
                                  <p:childTnLst>
                                    <p:animClr clrSpc="hsl" dir="cw">
                                      <p:cBhvr override="childStyle">
                                        <p:cTn id="644" dur="1500" fill="hold"/>
                                        <p:tgtEl>
                                          <p:spTgt spid="30"/>
                                        </p:tgtEl>
                                        <p:attrNameLst>
                                          <p:attrName>style.color</p:attrName>
                                        </p:attrNameLst>
                                      </p:cBhvr>
                                      <p:by>
                                        <p:hsl h="7200000" s="0" l="0"/>
                                      </p:by>
                                    </p:animClr>
                                    <p:animClr clrSpc="hsl" dir="cw">
                                      <p:cBhvr>
                                        <p:cTn id="645" dur="1500" fill="hold"/>
                                        <p:tgtEl>
                                          <p:spTgt spid="30"/>
                                        </p:tgtEl>
                                        <p:attrNameLst>
                                          <p:attrName>fillcolor</p:attrName>
                                        </p:attrNameLst>
                                      </p:cBhvr>
                                      <p:by>
                                        <p:hsl h="7200000" s="0" l="0"/>
                                      </p:by>
                                    </p:animClr>
                                    <p:animClr clrSpc="hsl" dir="cw">
                                      <p:cBhvr>
                                        <p:cTn id="646" dur="1500" fill="hold"/>
                                        <p:tgtEl>
                                          <p:spTgt spid="30"/>
                                        </p:tgtEl>
                                        <p:attrNameLst>
                                          <p:attrName>stroke.color</p:attrName>
                                        </p:attrNameLst>
                                      </p:cBhvr>
                                      <p:by>
                                        <p:hsl h="7200000" s="0" l="0"/>
                                      </p:by>
                                    </p:animClr>
                                    <p:set>
                                      <p:cBhvr>
                                        <p:cTn id="647" dur="1500" fill="hold"/>
                                        <p:tgtEl>
                                          <p:spTgt spid="30"/>
                                        </p:tgtEl>
                                        <p:attrNameLst>
                                          <p:attrName>fill.type</p:attrName>
                                        </p:attrNameLst>
                                      </p:cBhvr>
                                      <p:to>
                                        <p:strVal val="solid"/>
                                      </p:to>
                                    </p:set>
                                  </p:childTnLst>
                                </p:cTn>
                              </p:par>
                              <p:par>
                                <p:cTn id="648" presetID="21" presetClass="emph" presetSubtype="0" fill="hold" grpId="1" nodeType="withEffect">
                                  <p:stCondLst>
                                    <p:cond delay="10250"/>
                                  </p:stCondLst>
                                  <p:childTnLst>
                                    <p:animClr clrSpc="hsl" dir="cw">
                                      <p:cBhvr override="childStyle">
                                        <p:cTn id="649" dur="1500" fill="hold"/>
                                        <p:tgtEl>
                                          <p:spTgt spid="41"/>
                                        </p:tgtEl>
                                        <p:attrNameLst>
                                          <p:attrName>style.color</p:attrName>
                                        </p:attrNameLst>
                                      </p:cBhvr>
                                      <p:by>
                                        <p:hsl h="7200000" s="0" l="0"/>
                                      </p:by>
                                    </p:animClr>
                                    <p:animClr clrSpc="hsl" dir="cw">
                                      <p:cBhvr>
                                        <p:cTn id="650" dur="1500" fill="hold"/>
                                        <p:tgtEl>
                                          <p:spTgt spid="41"/>
                                        </p:tgtEl>
                                        <p:attrNameLst>
                                          <p:attrName>fillcolor</p:attrName>
                                        </p:attrNameLst>
                                      </p:cBhvr>
                                      <p:by>
                                        <p:hsl h="7200000" s="0" l="0"/>
                                      </p:by>
                                    </p:animClr>
                                    <p:animClr clrSpc="hsl" dir="cw">
                                      <p:cBhvr>
                                        <p:cTn id="651" dur="1500" fill="hold"/>
                                        <p:tgtEl>
                                          <p:spTgt spid="41"/>
                                        </p:tgtEl>
                                        <p:attrNameLst>
                                          <p:attrName>stroke.color</p:attrName>
                                        </p:attrNameLst>
                                      </p:cBhvr>
                                      <p:by>
                                        <p:hsl h="7200000" s="0" l="0"/>
                                      </p:by>
                                    </p:animClr>
                                    <p:set>
                                      <p:cBhvr>
                                        <p:cTn id="652" dur="1500" fill="hold"/>
                                        <p:tgtEl>
                                          <p:spTgt spid="41"/>
                                        </p:tgtEl>
                                        <p:attrNameLst>
                                          <p:attrName>fill.type</p:attrName>
                                        </p:attrNameLst>
                                      </p:cBhvr>
                                      <p:to>
                                        <p:strVal val="solid"/>
                                      </p:to>
                                    </p:set>
                                  </p:childTnLst>
                                </p:cTn>
                              </p:par>
                              <p:par>
                                <p:cTn id="653" presetID="21" presetClass="emph" presetSubtype="0" fill="hold" grpId="1" nodeType="withEffect">
                                  <p:stCondLst>
                                    <p:cond delay="10250"/>
                                  </p:stCondLst>
                                  <p:childTnLst>
                                    <p:animClr clrSpc="hsl" dir="cw">
                                      <p:cBhvr override="childStyle">
                                        <p:cTn id="654" dur="1500" fill="hold"/>
                                        <p:tgtEl>
                                          <p:spTgt spid="42"/>
                                        </p:tgtEl>
                                        <p:attrNameLst>
                                          <p:attrName>style.color</p:attrName>
                                        </p:attrNameLst>
                                      </p:cBhvr>
                                      <p:by>
                                        <p:hsl h="7200000" s="0" l="0"/>
                                      </p:by>
                                    </p:animClr>
                                    <p:animClr clrSpc="hsl" dir="cw">
                                      <p:cBhvr>
                                        <p:cTn id="655" dur="1500" fill="hold"/>
                                        <p:tgtEl>
                                          <p:spTgt spid="42"/>
                                        </p:tgtEl>
                                        <p:attrNameLst>
                                          <p:attrName>fillcolor</p:attrName>
                                        </p:attrNameLst>
                                      </p:cBhvr>
                                      <p:by>
                                        <p:hsl h="7200000" s="0" l="0"/>
                                      </p:by>
                                    </p:animClr>
                                    <p:animClr clrSpc="hsl" dir="cw">
                                      <p:cBhvr>
                                        <p:cTn id="656" dur="1500" fill="hold"/>
                                        <p:tgtEl>
                                          <p:spTgt spid="42"/>
                                        </p:tgtEl>
                                        <p:attrNameLst>
                                          <p:attrName>stroke.color</p:attrName>
                                        </p:attrNameLst>
                                      </p:cBhvr>
                                      <p:by>
                                        <p:hsl h="7200000" s="0" l="0"/>
                                      </p:by>
                                    </p:animClr>
                                    <p:set>
                                      <p:cBhvr>
                                        <p:cTn id="657" dur="1500" fill="hold"/>
                                        <p:tgtEl>
                                          <p:spTgt spid="42"/>
                                        </p:tgtEl>
                                        <p:attrNameLst>
                                          <p:attrName>fill.type</p:attrName>
                                        </p:attrNameLst>
                                      </p:cBhvr>
                                      <p:to>
                                        <p:strVal val="solid"/>
                                      </p:to>
                                    </p:set>
                                  </p:childTnLst>
                                </p:cTn>
                              </p:par>
                              <p:par>
                                <p:cTn id="658" presetID="21" presetClass="emph" presetSubtype="0" fill="hold" grpId="1" nodeType="withEffect">
                                  <p:stCondLst>
                                    <p:cond delay="10250"/>
                                  </p:stCondLst>
                                  <p:childTnLst>
                                    <p:animClr clrSpc="hsl" dir="cw">
                                      <p:cBhvr override="childStyle">
                                        <p:cTn id="659" dur="1500" fill="hold"/>
                                        <p:tgtEl>
                                          <p:spTgt spid="43"/>
                                        </p:tgtEl>
                                        <p:attrNameLst>
                                          <p:attrName>style.color</p:attrName>
                                        </p:attrNameLst>
                                      </p:cBhvr>
                                      <p:by>
                                        <p:hsl h="7200000" s="0" l="0"/>
                                      </p:by>
                                    </p:animClr>
                                    <p:animClr clrSpc="hsl" dir="cw">
                                      <p:cBhvr>
                                        <p:cTn id="660" dur="1500" fill="hold"/>
                                        <p:tgtEl>
                                          <p:spTgt spid="43"/>
                                        </p:tgtEl>
                                        <p:attrNameLst>
                                          <p:attrName>fillcolor</p:attrName>
                                        </p:attrNameLst>
                                      </p:cBhvr>
                                      <p:by>
                                        <p:hsl h="7200000" s="0" l="0"/>
                                      </p:by>
                                    </p:animClr>
                                    <p:animClr clrSpc="hsl" dir="cw">
                                      <p:cBhvr>
                                        <p:cTn id="661" dur="1500" fill="hold"/>
                                        <p:tgtEl>
                                          <p:spTgt spid="43"/>
                                        </p:tgtEl>
                                        <p:attrNameLst>
                                          <p:attrName>stroke.color</p:attrName>
                                        </p:attrNameLst>
                                      </p:cBhvr>
                                      <p:by>
                                        <p:hsl h="7200000" s="0" l="0"/>
                                      </p:by>
                                    </p:animClr>
                                    <p:set>
                                      <p:cBhvr>
                                        <p:cTn id="662" dur="1500" fill="hold"/>
                                        <p:tgtEl>
                                          <p:spTgt spid="43"/>
                                        </p:tgtEl>
                                        <p:attrNameLst>
                                          <p:attrName>fill.type</p:attrName>
                                        </p:attrNameLst>
                                      </p:cBhvr>
                                      <p:to>
                                        <p:strVal val="solid"/>
                                      </p:to>
                                    </p:set>
                                  </p:childTnLst>
                                </p:cTn>
                              </p:par>
                              <p:par>
                                <p:cTn id="663" presetID="21" presetClass="emph" presetSubtype="0" fill="hold" grpId="1" nodeType="withEffect">
                                  <p:stCondLst>
                                    <p:cond delay="10250"/>
                                  </p:stCondLst>
                                  <p:childTnLst>
                                    <p:animClr clrSpc="hsl" dir="cw">
                                      <p:cBhvr override="childStyle">
                                        <p:cTn id="664" dur="1500" fill="hold"/>
                                        <p:tgtEl>
                                          <p:spTgt spid="44"/>
                                        </p:tgtEl>
                                        <p:attrNameLst>
                                          <p:attrName>style.color</p:attrName>
                                        </p:attrNameLst>
                                      </p:cBhvr>
                                      <p:by>
                                        <p:hsl h="7200000" s="0" l="0"/>
                                      </p:by>
                                    </p:animClr>
                                    <p:animClr clrSpc="hsl" dir="cw">
                                      <p:cBhvr>
                                        <p:cTn id="665" dur="1500" fill="hold"/>
                                        <p:tgtEl>
                                          <p:spTgt spid="44"/>
                                        </p:tgtEl>
                                        <p:attrNameLst>
                                          <p:attrName>fillcolor</p:attrName>
                                        </p:attrNameLst>
                                      </p:cBhvr>
                                      <p:by>
                                        <p:hsl h="7200000" s="0" l="0"/>
                                      </p:by>
                                    </p:animClr>
                                    <p:animClr clrSpc="hsl" dir="cw">
                                      <p:cBhvr>
                                        <p:cTn id="666" dur="1500" fill="hold"/>
                                        <p:tgtEl>
                                          <p:spTgt spid="44"/>
                                        </p:tgtEl>
                                        <p:attrNameLst>
                                          <p:attrName>stroke.color</p:attrName>
                                        </p:attrNameLst>
                                      </p:cBhvr>
                                      <p:by>
                                        <p:hsl h="7200000" s="0" l="0"/>
                                      </p:by>
                                    </p:animClr>
                                    <p:set>
                                      <p:cBhvr>
                                        <p:cTn id="667" dur="1500" fill="hold"/>
                                        <p:tgtEl>
                                          <p:spTgt spid="44"/>
                                        </p:tgtEl>
                                        <p:attrNameLst>
                                          <p:attrName>fill.type</p:attrName>
                                        </p:attrNameLst>
                                      </p:cBhvr>
                                      <p:to>
                                        <p:strVal val="solid"/>
                                      </p:to>
                                    </p:set>
                                  </p:childTnLst>
                                </p:cTn>
                              </p:par>
                              <p:par>
                                <p:cTn id="668" presetID="21" presetClass="emph" presetSubtype="0" fill="hold" grpId="1" nodeType="withEffect">
                                  <p:stCondLst>
                                    <p:cond delay="10250"/>
                                  </p:stCondLst>
                                  <p:childTnLst>
                                    <p:animClr clrSpc="hsl" dir="cw">
                                      <p:cBhvr override="childStyle">
                                        <p:cTn id="669" dur="1500" fill="hold"/>
                                        <p:tgtEl>
                                          <p:spTgt spid="45"/>
                                        </p:tgtEl>
                                        <p:attrNameLst>
                                          <p:attrName>style.color</p:attrName>
                                        </p:attrNameLst>
                                      </p:cBhvr>
                                      <p:by>
                                        <p:hsl h="7200000" s="0" l="0"/>
                                      </p:by>
                                    </p:animClr>
                                    <p:animClr clrSpc="hsl" dir="cw">
                                      <p:cBhvr>
                                        <p:cTn id="670" dur="1500" fill="hold"/>
                                        <p:tgtEl>
                                          <p:spTgt spid="45"/>
                                        </p:tgtEl>
                                        <p:attrNameLst>
                                          <p:attrName>fillcolor</p:attrName>
                                        </p:attrNameLst>
                                      </p:cBhvr>
                                      <p:by>
                                        <p:hsl h="7200000" s="0" l="0"/>
                                      </p:by>
                                    </p:animClr>
                                    <p:animClr clrSpc="hsl" dir="cw">
                                      <p:cBhvr>
                                        <p:cTn id="671" dur="1500" fill="hold"/>
                                        <p:tgtEl>
                                          <p:spTgt spid="45"/>
                                        </p:tgtEl>
                                        <p:attrNameLst>
                                          <p:attrName>stroke.color</p:attrName>
                                        </p:attrNameLst>
                                      </p:cBhvr>
                                      <p:by>
                                        <p:hsl h="7200000" s="0" l="0"/>
                                      </p:by>
                                    </p:animClr>
                                    <p:set>
                                      <p:cBhvr>
                                        <p:cTn id="672" dur="1500" fill="hold"/>
                                        <p:tgtEl>
                                          <p:spTgt spid="45"/>
                                        </p:tgtEl>
                                        <p:attrNameLst>
                                          <p:attrName>fill.type</p:attrName>
                                        </p:attrNameLst>
                                      </p:cBhvr>
                                      <p:to>
                                        <p:strVal val="solid"/>
                                      </p:to>
                                    </p:set>
                                  </p:childTnLst>
                                </p:cTn>
                              </p:par>
                              <p:par>
                                <p:cTn id="673" presetID="21" presetClass="emph" presetSubtype="0" fill="hold" grpId="1" nodeType="withEffect">
                                  <p:stCondLst>
                                    <p:cond delay="10250"/>
                                  </p:stCondLst>
                                  <p:childTnLst>
                                    <p:animClr clrSpc="hsl" dir="cw">
                                      <p:cBhvr override="childStyle">
                                        <p:cTn id="674" dur="1500" fill="hold"/>
                                        <p:tgtEl>
                                          <p:spTgt spid="46"/>
                                        </p:tgtEl>
                                        <p:attrNameLst>
                                          <p:attrName>style.color</p:attrName>
                                        </p:attrNameLst>
                                      </p:cBhvr>
                                      <p:by>
                                        <p:hsl h="7200000" s="0" l="0"/>
                                      </p:by>
                                    </p:animClr>
                                    <p:animClr clrSpc="hsl" dir="cw">
                                      <p:cBhvr>
                                        <p:cTn id="675" dur="1500" fill="hold"/>
                                        <p:tgtEl>
                                          <p:spTgt spid="46"/>
                                        </p:tgtEl>
                                        <p:attrNameLst>
                                          <p:attrName>fillcolor</p:attrName>
                                        </p:attrNameLst>
                                      </p:cBhvr>
                                      <p:by>
                                        <p:hsl h="7200000" s="0" l="0"/>
                                      </p:by>
                                    </p:animClr>
                                    <p:animClr clrSpc="hsl" dir="cw">
                                      <p:cBhvr>
                                        <p:cTn id="676" dur="1500" fill="hold"/>
                                        <p:tgtEl>
                                          <p:spTgt spid="46"/>
                                        </p:tgtEl>
                                        <p:attrNameLst>
                                          <p:attrName>stroke.color</p:attrName>
                                        </p:attrNameLst>
                                      </p:cBhvr>
                                      <p:by>
                                        <p:hsl h="7200000" s="0" l="0"/>
                                      </p:by>
                                    </p:animClr>
                                    <p:set>
                                      <p:cBhvr>
                                        <p:cTn id="677" dur="1500" fill="hold"/>
                                        <p:tgtEl>
                                          <p:spTgt spid="46"/>
                                        </p:tgtEl>
                                        <p:attrNameLst>
                                          <p:attrName>fill.type</p:attrName>
                                        </p:attrNameLst>
                                      </p:cBhvr>
                                      <p:to>
                                        <p:strVal val="solid"/>
                                      </p:to>
                                    </p:set>
                                  </p:childTnLst>
                                </p:cTn>
                              </p:par>
                              <p:par>
                                <p:cTn id="678" presetID="21" presetClass="emph" presetSubtype="0" fill="hold" grpId="1" nodeType="withEffect">
                                  <p:stCondLst>
                                    <p:cond delay="10250"/>
                                  </p:stCondLst>
                                  <p:childTnLst>
                                    <p:animClr clrSpc="hsl" dir="cw">
                                      <p:cBhvr override="childStyle">
                                        <p:cTn id="679" dur="1500" fill="hold"/>
                                        <p:tgtEl>
                                          <p:spTgt spid="66"/>
                                        </p:tgtEl>
                                        <p:attrNameLst>
                                          <p:attrName>style.color</p:attrName>
                                        </p:attrNameLst>
                                      </p:cBhvr>
                                      <p:by>
                                        <p:hsl h="7200000" s="0" l="0"/>
                                      </p:by>
                                    </p:animClr>
                                    <p:animClr clrSpc="hsl" dir="cw">
                                      <p:cBhvr>
                                        <p:cTn id="680" dur="1500" fill="hold"/>
                                        <p:tgtEl>
                                          <p:spTgt spid="66"/>
                                        </p:tgtEl>
                                        <p:attrNameLst>
                                          <p:attrName>fillcolor</p:attrName>
                                        </p:attrNameLst>
                                      </p:cBhvr>
                                      <p:by>
                                        <p:hsl h="7200000" s="0" l="0"/>
                                      </p:by>
                                    </p:animClr>
                                    <p:animClr clrSpc="hsl" dir="cw">
                                      <p:cBhvr>
                                        <p:cTn id="681" dur="1500" fill="hold"/>
                                        <p:tgtEl>
                                          <p:spTgt spid="66"/>
                                        </p:tgtEl>
                                        <p:attrNameLst>
                                          <p:attrName>stroke.color</p:attrName>
                                        </p:attrNameLst>
                                      </p:cBhvr>
                                      <p:by>
                                        <p:hsl h="7200000" s="0" l="0"/>
                                      </p:by>
                                    </p:animClr>
                                    <p:set>
                                      <p:cBhvr>
                                        <p:cTn id="682" dur="1500" fill="hold"/>
                                        <p:tgtEl>
                                          <p:spTgt spid="66"/>
                                        </p:tgtEl>
                                        <p:attrNameLst>
                                          <p:attrName>fill.type</p:attrName>
                                        </p:attrNameLst>
                                      </p:cBhvr>
                                      <p:to>
                                        <p:strVal val="solid"/>
                                      </p:to>
                                    </p:set>
                                  </p:childTnLst>
                                </p:cTn>
                              </p:par>
                              <p:par>
                                <p:cTn id="683" presetID="21" presetClass="emph" presetSubtype="0" fill="hold" grpId="1" nodeType="withEffect">
                                  <p:stCondLst>
                                    <p:cond delay="10250"/>
                                  </p:stCondLst>
                                  <p:childTnLst>
                                    <p:animClr clrSpc="hsl" dir="cw">
                                      <p:cBhvr override="childStyle">
                                        <p:cTn id="684" dur="1500" fill="hold"/>
                                        <p:tgtEl>
                                          <p:spTgt spid="67"/>
                                        </p:tgtEl>
                                        <p:attrNameLst>
                                          <p:attrName>style.color</p:attrName>
                                        </p:attrNameLst>
                                      </p:cBhvr>
                                      <p:by>
                                        <p:hsl h="7200000" s="0" l="0"/>
                                      </p:by>
                                    </p:animClr>
                                    <p:animClr clrSpc="hsl" dir="cw">
                                      <p:cBhvr>
                                        <p:cTn id="685" dur="1500" fill="hold"/>
                                        <p:tgtEl>
                                          <p:spTgt spid="67"/>
                                        </p:tgtEl>
                                        <p:attrNameLst>
                                          <p:attrName>fillcolor</p:attrName>
                                        </p:attrNameLst>
                                      </p:cBhvr>
                                      <p:by>
                                        <p:hsl h="7200000" s="0" l="0"/>
                                      </p:by>
                                    </p:animClr>
                                    <p:animClr clrSpc="hsl" dir="cw">
                                      <p:cBhvr>
                                        <p:cTn id="686" dur="1500" fill="hold"/>
                                        <p:tgtEl>
                                          <p:spTgt spid="67"/>
                                        </p:tgtEl>
                                        <p:attrNameLst>
                                          <p:attrName>stroke.color</p:attrName>
                                        </p:attrNameLst>
                                      </p:cBhvr>
                                      <p:by>
                                        <p:hsl h="7200000" s="0" l="0"/>
                                      </p:by>
                                    </p:animClr>
                                    <p:set>
                                      <p:cBhvr>
                                        <p:cTn id="687" dur="1500" fill="hold"/>
                                        <p:tgtEl>
                                          <p:spTgt spid="67"/>
                                        </p:tgtEl>
                                        <p:attrNameLst>
                                          <p:attrName>fill.type</p:attrName>
                                        </p:attrNameLst>
                                      </p:cBhvr>
                                      <p:to>
                                        <p:strVal val="solid"/>
                                      </p:to>
                                    </p:set>
                                  </p:childTnLst>
                                </p:cTn>
                              </p:par>
                              <p:par>
                                <p:cTn id="688" presetID="21" presetClass="emph" presetSubtype="0" fill="hold" grpId="1" nodeType="withEffect">
                                  <p:stCondLst>
                                    <p:cond delay="10250"/>
                                  </p:stCondLst>
                                  <p:childTnLst>
                                    <p:animClr clrSpc="hsl" dir="cw">
                                      <p:cBhvr override="childStyle">
                                        <p:cTn id="689" dur="1500" fill="hold"/>
                                        <p:tgtEl>
                                          <p:spTgt spid="68"/>
                                        </p:tgtEl>
                                        <p:attrNameLst>
                                          <p:attrName>style.color</p:attrName>
                                        </p:attrNameLst>
                                      </p:cBhvr>
                                      <p:by>
                                        <p:hsl h="7200000" s="0" l="0"/>
                                      </p:by>
                                    </p:animClr>
                                    <p:animClr clrSpc="hsl" dir="cw">
                                      <p:cBhvr>
                                        <p:cTn id="690" dur="1500" fill="hold"/>
                                        <p:tgtEl>
                                          <p:spTgt spid="68"/>
                                        </p:tgtEl>
                                        <p:attrNameLst>
                                          <p:attrName>fillcolor</p:attrName>
                                        </p:attrNameLst>
                                      </p:cBhvr>
                                      <p:by>
                                        <p:hsl h="7200000" s="0" l="0"/>
                                      </p:by>
                                    </p:animClr>
                                    <p:animClr clrSpc="hsl" dir="cw">
                                      <p:cBhvr>
                                        <p:cTn id="691" dur="1500" fill="hold"/>
                                        <p:tgtEl>
                                          <p:spTgt spid="68"/>
                                        </p:tgtEl>
                                        <p:attrNameLst>
                                          <p:attrName>stroke.color</p:attrName>
                                        </p:attrNameLst>
                                      </p:cBhvr>
                                      <p:by>
                                        <p:hsl h="7200000" s="0" l="0"/>
                                      </p:by>
                                    </p:animClr>
                                    <p:set>
                                      <p:cBhvr>
                                        <p:cTn id="692" dur="1500" fill="hold"/>
                                        <p:tgtEl>
                                          <p:spTgt spid="68"/>
                                        </p:tgtEl>
                                        <p:attrNameLst>
                                          <p:attrName>fill.type</p:attrName>
                                        </p:attrNameLst>
                                      </p:cBhvr>
                                      <p:to>
                                        <p:strVal val="solid"/>
                                      </p:to>
                                    </p:set>
                                  </p:childTnLst>
                                </p:cTn>
                              </p:par>
                              <p:par>
                                <p:cTn id="693" presetID="21" presetClass="emph" presetSubtype="0" fill="hold" grpId="1" nodeType="withEffect">
                                  <p:stCondLst>
                                    <p:cond delay="10250"/>
                                  </p:stCondLst>
                                  <p:childTnLst>
                                    <p:animClr clrSpc="hsl" dir="cw">
                                      <p:cBhvr override="childStyle">
                                        <p:cTn id="694" dur="1500" fill="hold"/>
                                        <p:tgtEl>
                                          <p:spTgt spid="69"/>
                                        </p:tgtEl>
                                        <p:attrNameLst>
                                          <p:attrName>style.color</p:attrName>
                                        </p:attrNameLst>
                                      </p:cBhvr>
                                      <p:by>
                                        <p:hsl h="7200000" s="0" l="0"/>
                                      </p:by>
                                    </p:animClr>
                                    <p:animClr clrSpc="hsl" dir="cw">
                                      <p:cBhvr>
                                        <p:cTn id="695" dur="1500" fill="hold"/>
                                        <p:tgtEl>
                                          <p:spTgt spid="69"/>
                                        </p:tgtEl>
                                        <p:attrNameLst>
                                          <p:attrName>fillcolor</p:attrName>
                                        </p:attrNameLst>
                                      </p:cBhvr>
                                      <p:by>
                                        <p:hsl h="7200000" s="0" l="0"/>
                                      </p:by>
                                    </p:animClr>
                                    <p:animClr clrSpc="hsl" dir="cw">
                                      <p:cBhvr>
                                        <p:cTn id="696" dur="1500" fill="hold"/>
                                        <p:tgtEl>
                                          <p:spTgt spid="69"/>
                                        </p:tgtEl>
                                        <p:attrNameLst>
                                          <p:attrName>stroke.color</p:attrName>
                                        </p:attrNameLst>
                                      </p:cBhvr>
                                      <p:by>
                                        <p:hsl h="7200000" s="0" l="0"/>
                                      </p:by>
                                    </p:animClr>
                                    <p:set>
                                      <p:cBhvr>
                                        <p:cTn id="697" dur="1500" fill="hold"/>
                                        <p:tgtEl>
                                          <p:spTgt spid="69"/>
                                        </p:tgtEl>
                                        <p:attrNameLst>
                                          <p:attrName>fill.type</p:attrName>
                                        </p:attrNameLst>
                                      </p:cBhvr>
                                      <p:to>
                                        <p:strVal val="solid"/>
                                      </p:to>
                                    </p:set>
                                  </p:childTnLst>
                                </p:cTn>
                              </p:par>
                              <p:par>
                                <p:cTn id="698" presetID="21" presetClass="emph" presetSubtype="0" fill="hold" grpId="1" nodeType="withEffect">
                                  <p:stCondLst>
                                    <p:cond delay="10250"/>
                                  </p:stCondLst>
                                  <p:childTnLst>
                                    <p:animClr clrSpc="hsl" dir="cw">
                                      <p:cBhvr override="childStyle">
                                        <p:cTn id="699" dur="1500" fill="hold"/>
                                        <p:tgtEl>
                                          <p:spTgt spid="70"/>
                                        </p:tgtEl>
                                        <p:attrNameLst>
                                          <p:attrName>style.color</p:attrName>
                                        </p:attrNameLst>
                                      </p:cBhvr>
                                      <p:by>
                                        <p:hsl h="7200000" s="0" l="0"/>
                                      </p:by>
                                    </p:animClr>
                                    <p:animClr clrSpc="hsl" dir="cw">
                                      <p:cBhvr>
                                        <p:cTn id="700" dur="1500" fill="hold"/>
                                        <p:tgtEl>
                                          <p:spTgt spid="70"/>
                                        </p:tgtEl>
                                        <p:attrNameLst>
                                          <p:attrName>fillcolor</p:attrName>
                                        </p:attrNameLst>
                                      </p:cBhvr>
                                      <p:by>
                                        <p:hsl h="7200000" s="0" l="0"/>
                                      </p:by>
                                    </p:animClr>
                                    <p:animClr clrSpc="hsl" dir="cw">
                                      <p:cBhvr>
                                        <p:cTn id="701" dur="1500" fill="hold"/>
                                        <p:tgtEl>
                                          <p:spTgt spid="70"/>
                                        </p:tgtEl>
                                        <p:attrNameLst>
                                          <p:attrName>stroke.color</p:attrName>
                                        </p:attrNameLst>
                                      </p:cBhvr>
                                      <p:by>
                                        <p:hsl h="7200000" s="0" l="0"/>
                                      </p:by>
                                    </p:animClr>
                                    <p:set>
                                      <p:cBhvr>
                                        <p:cTn id="702" dur="1500" fill="hold"/>
                                        <p:tgtEl>
                                          <p:spTgt spid="70"/>
                                        </p:tgtEl>
                                        <p:attrNameLst>
                                          <p:attrName>fill.type</p:attrName>
                                        </p:attrNameLst>
                                      </p:cBhvr>
                                      <p:to>
                                        <p:strVal val="solid"/>
                                      </p:to>
                                    </p:set>
                                  </p:childTnLst>
                                </p:cTn>
                              </p:par>
                              <p:par>
                                <p:cTn id="703" presetID="21" presetClass="emph" presetSubtype="0" fill="hold" grpId="1" nodeType="withEffect">
                                  <p:stCondLst>
                                    <p:cond delay="10250"/>
                                  </p:stCondLst>
                                  <p:childTnLst>
                                    <p:animClr clrSpc="hsl" dir="cw">
                                      <p:cBhvr override="childStyle">
                                        <p:cTn id="704" dur="1500" fill="hold"/>
                                        <p:tgtEl>
                                          <p:spTgt spid="71"/>
                                        </p:tgtEl>
                                        <p:attrNameLst>
                                          <p:attrName>style.color</p:attrName>
                                        </p:attrNameLst>
                                      </p:cBhvr>
                                      <p:by>
                                        <p:hsl h="7200000" s="0" l="0"/>
                                      </p:by>
                                    </p:animClr>
                                    <p:animClr clrSpc="hsl" dir="cw">
                                      <p:cBhvr>
                                        <p:cTn id="705" dur="1500" fill="hold"/>
                                        <p:tgtEl>
                                          <p:spTgt spid="71"/>
                                        </p:tgtEl>
                                        <p:attrNameLst>
                                          <p:attrName>fillcolor</p:attrName>
                                        </p:attrNameLst>
                                      </p:cBhvr>
                                      <p:by>
                                        <p:hsl h="7200000" s="0" l="0"/>
                                      </p:by>
                                    </p:animClr>
                                    <p:animClr clrSpc="hsl" dir="cw">
                                      <p:cBhvr>
                                        <p:cTn id="706" dur="1500" fill="hold"/>
                                        <p:tgtEl>
                                          <p:spTgt spid="71"/>
                                        </p:tgtEl>
                                        <p:attrNameLst>
                                          <p:attrName>stroke.color</p:attrName>
                                        </p:attrNameLst>
                                      </p:cBhvr>
                                      <p:by>
                                        <p:hsl h="7200000" s="0" l="0"/>
                                      </p:by>
                                    </p:animClr>
                                    <p:set>
                                      <p:cBhvr>
                                        <p:cTn id="707" dur="1500" fill="hold"/>
                                        <p:tgtEl>
                                          <p:spTgt spid="71"/>
                                        </p:tgtEl>
                                        <p:attrNameLst>
                                          <p:attrName>fill.type</p:attrName>
                                        </p:attrNameLst>
                                      </p:cBhvr>
                                      <p:to>
                                        <p:strVal val="solid"/>
                                      </p:to>
                                    </p:set>
                                  </p:childTnLst>
                                </p:cTn>
                              </p:par>
                              <p:par>
                                <p:cTn id="708" presetID="21" presetClass="emph" presetSubtype="0" fill="hold" grpId="1" nodeType="withEffect">
                                  <p:stCondLst>
                                    <p:cond delay="10250"/>
                                  </p:stCondLst>
                                  <p:childTnLst>
                                    <p:animClr clrSpc="hsl" dir="cw">
                                      <p:cBhvr override="childStyle">
                                        <p:cTn id="709" dur="1500" fill="hold"/>
                                        <p:tgtEl>
                                          <p:spTgt spid="73"/>
                                        </p:tgtEl>
                                        <p:attrNameLst>
                                          <p:attrName>style.color</p:attrName>
                                        </p:attrNameLst>
                                      </p:cBhvr>
                                      <p:by>
                                        <p:hsl h="7200000" s="0" l="0"/>
                                      </p:by>
                                    </p:animClr>
                                    <p:animClr clrSpc="hsl" dir="cw">
                                      <p:cBhvr>
                                        <p:cTn id="710" dur="1500" fill="hold"/>
                                        <p:tgtEl>
                                          <p:spTgt spid="73"/>
                                        </p:tgtEl>
                                        <p:attrNameLst>
                                          <p:attrName>fillcolor</p:attrName>
                                        </p:attrNameLst>
                                      </p:cBhvr>
                                      <p:by>
                                        <p:hsl h="7200000" s="0" l="0"/>
                                      </p:by>
                                    </p:animClr>
                                    <p:animClr clrSpc="hsl" dir="cw">
                                      <p:cBhvr>
                                        <p:cTn id="711" dur="1500" fill="hold"/>
                                        <p:tgtEl>
                                          <p:spTgt spid="73"/>
                                        </p:tgtEl>
                                        <p:attrNameLst>
                                          <p:attrName>stroke.color</p:attrName>
                                        </p:attrNameLst>
                                      </p:cBhvr>
                                      <p:by>
                                        <p:hsl h="7200000" s="0" l="0"/>
                                      </p:by>
                                    </p:animClr>
                                    <p:set>
                                      <p:cBhvr>
                                        <p:cTn id="712" dur="1500" fill="hold"/>
                                        <p:tgtEl>
                                          <p:spTgt spid="73"/>
                                        </p:tgtEl>
                                        <p:attrNameLst>
                                          <p:attrName>fill.type</p:attrName>
                                        </p:attrNameLst>
                                      </p:cBhvr>
                                      <p:to>
                                        <p:strVal val="solid"/>
                                      </p:to>
                                    </p:set>
                                  </p:childTnLst>
                                </p:cTn>
                              </p:par>
                              <p:par>
                                <p:cTn id="713" presetID="21" presetClass="emph" presetSubtype="0" fill="hold" grpId="1" nodeType="withEffect">
                                  <p:stCondLst>
                                    <p:cond delay="10250"/>
                                  </p:stCondLst>
                                  <p:childTnLst>
                                    <p:animClr clrSpc="hsl" dir="cw">
                                      <p:cBhvr override="childStyle">
                                        <p:cTn id="714" dur="1500" fill="hold"/>
                                        <p:tgtEl>
                                          <p:spTgt spid="74"/>
                                        </p:tgtEl>
                                        <p:attrNameLst>
                                          <p:attrName>style.color</p:attrName>
                                        </p:attrNameLst>
                                      </p:cBhvr>
                                      <p:by>
                                        <p:hsl h="7200000" s="0" l="0"/>
                                      </p:by>
                                    </p:animClr>
                                    <p:animClr clrSpc="hsl" dir="cw">
                                      <p:cBhvr>
                                        <p:cTn id="715" dur="1500" fill="hold"/>
                                        <p:tgtEl>
                                          <p:spTgt spid="74"/>
                                        </p:tgtEl>
                                        <p:attrNameLst>
                                          <p:attrName>fillcolor</p:attrName>
                                        </p:attrNameLst>
                                      </p:cBhvr>
                                      <p:by>
                                        <p:hsl h="7200000" s="0" l="0"/>
                                      </p:by>
                                    </p:animClr>
                                    <p:animClr clrSpc="hsl" dir="cw">
                                      <p:cBhvr>
                                        <p:cTn id="716" dur="1500" fill="hold"/>
                                        <p:tgtEl>
                                          <p:spTgt spid="74"/>
                                        </p:tgtEl>
                                        <p:attrNameLst>
                                          <p:attrName>stroke.color</p:attrName>
                                        </p:attrNameLst>
                                      </p:cBhvr>
                                      <p:by>
                                        <p:hsl h="7200000" s="0" l="0"/>
                                      </p:by>
                                    </p:animClr>
                                    <p:set>
                                      <p:cBhvr>
                                        <p:cTn id="717" dur="1500" fill="hold"/>
                                        <p:tgtEl>
                                          <p:spTgt spid="74"/>
                                        </p:tgtEl>
                                        <p:attrNameLst>
                                          <p:attrName>fill.type</p:attrName>
                                        </p:attrNameLst>
                                      </p:cBhvr>
                                      <p:to>
                                        <p:strVal val="solid"/>
                                      </p:to>
                                    </p:set>
                                  </p:childTnLst>
                                </p:cTn>
                              </p:par>
                              <p:par>
                                <p:cTn id="718" presetID="21" presetClass="emph" presetSubtype="0" fill="hold" grpId="1" nodeType="withEffect">
                                  <p:stCondLst>
                                    <p:cond delay="10250"/>
                                  </p:stCondLst>
                                  <p:childTnLst>
                                    <p:animClr clrSpc="hsl" dir="cw">
                                      <p:cBhvr override="childStyle">
                                        <p:cTn id="719" dur="1500" fill="hold"/>
                                        <p:tgtEl>
                                          <p:spTgt spid="76"/>
                                        </p:tgtEl>
                                        <p:attrNameLst>
                                          <p:attrName>style.color</p:attrName>
                                        </p:attrNameLst>
                                      </p:cBhvr>
                                      <p:by>
                                        <p:hsl h="7200000" s="0" l="0"/>
                                      </p:by>
                                    </p:animClr>
                                    <p:animClr clrSpc="hsl" dir="cw">
                                      <p:cBhvr>
                                        <p:cTn id="720" dur="1500" fill="hold"/>
                                        <p:tgtEl>
                                          <p:spTgt spid="76"/>
                                        </p:tgtEl>
                                        <p:attrNameLst>
                                          <p:attrName>fillcolor</p:attrName>
                                        </p:attrNameLst>
                                      </p:cBhvr>
                                      <p:by>
                                        <p:hsl h="7200000" s="0" l="0"/>
                                      </p:by>
                                    </p:animClr>
                                    <p:animClr clrSpc="hsl" dir="cw">
                                      <p:cBhvr>
                                        <p:cTn id="721" dur="1500" fill="hold"/>
                                        <p:tgtEl>
                                          <p:spTgt spid="76"/>
                                        </p:tgtEl>
                                        <p:attrNameLst>
                                          <p:attrName>stroke.color</p:attrName>
                                        </p:attrNameLst>
                                      </p:cBhvr>
                                      <p:by>
                                        <p:hsl h="7200000" s="0" l="0"/>
                                      </p:by>
                                    </p:animClr>
                                    <p:set>
                                      <p:cBhvr>
                                        <p:cTn id="722" dur="1500" fill="hold"/>
                                        <p:tgtEl>
                                          <p:spTgt spid="76"/>
                                        </p:tgtEl>
                                        <p:attrNameLst>
                                          <p:attrName>fill.type</p:attrName>
                                        </p:attrNameLst>
                                      </p:cBhvr>
                                      <p:to>
                                        <p:strVal val="solid"/>
                                      </p:to>
                                    </p:set>
                                  </p:childTnLst>
                                </p:cTn>
                              </p:par>
                              <p:par>
                                <p:cTn id="723" presetID="21" presetClass="emph" presetSubtype="0" fill="hold" grpId="1" nodeType="withEffect">
                                  <p:stCondLst>
                                    <p:cond delay="10250"/>
                                  </p:stCondLst>
                                  <p:childTnLst>
                                    <p:animClr clrSpc="hsl" dir="cw">
                                      <p:cBhvr override="childStyle">
                                        <p:cTn id="724" dur="1500" fill="hold"/>
                                        <p:tgtEl>
                                          <p:spTgt spid="77"/>
                                        </p:tgtEl>
                                        <p:attrNameLst>
                                          <p:attrName>style.color</p:attrName>
                                        </p:attrNameLst>
                                      </p:cBhvr>
                                      <p:by>
                                        <p:hsl h="7200000" s="0" l="0"/>
                                      </p:by>
                                    </p:animClr>
                                    <p:animClr clrSpc="hsl" dir="cw">
                                      <p:cBhvr>
                                        <p:cTn id="725" dur="1500" fill="hold"/>
                                        <p:tgtEl>
                                          <p:spTgt spid="77"/>
                                        </p:tgtEl>
                                        <p:attrNameLst>
                                          <p:attrName>fillcolor</p:attrName>
                                        </p:attrNameLst>
                                      </p:cBhvr>
                                      <p:by>
                                        <p:hsl h="7200000" s="0" l="0"/>
                                      </p:by>
                                    </p:animClr>
                                    <p:animClr clrSpc="hsl" dir="cw">
                                      <p:cBhvr>
                                        <p:cTn id="726" dur="1500" fill="hold"/>
                                        <p:tgtEl>
                                          <p:spTgt spid="77"/>
                                        </p:tgtEl>
                                        <p:attrNameLst>
                                          <p:attrName>stroke.color</p:attrName>
                                        </p:attrNameLst>
                                      </p:cBhvr>
                                      <p:by>
                                        <p:hsl h="7200000" s="0" l="0"/>
                                      </p:by>
                                    </p:animClr>
                                    <p:set>
                                      <p:cBhvr>
                                        <p:cTn id="727" dur="1500" fill="hold"/>
                                        <p:tgtEl>
                                          <p:spTgt spid="77"/>
                                        </p:tgtEl>
                                        <p:attrNameLst>
                                          <p:attrName>fill.type</p:attrName>
                                        </p:attrNameLst>
                                      </p:cBhvr>
                                      <p:to>
                                        <p:strVal val="solid"/>
                                      </p:to>
                                    </p:set>
                                  </p:childTnLst>
                                </p:cTn>
                              </p:par>
                              <p:par>
                                <p:cTn id="728" presetID="21" presetClass="emph" presetSubtype="0" fill="hold" grpId="1" nodeType="withEffect">
                                  <p:stCondLst>
                                    <p:cond delay="10250"/>
                                  </p:stCondLst>
                                  <p:childTnLst>
                                    <p:animClr clrSpc="hsl" dir="cw">
                                      <p:cBhvr override="childStyle">
                                        <p:cTn id="729" dur="1500" fill="hold"/>
                                        <p:tgtEl>
                                          <p:spTgt spid="78"/>
                                        </p:tgtEl>
                                        <p:attrNameLst>
                                          <p:attrName>style.color</p:attrName>
                                        </p:attrNameLst>
                                      </p:cBhvr>
                                      <p:by>
                                        <p:hsl h="7200000" s="0" l="0"/>
                                      </p:by>
                                    </p:animClr>
                                    <p:animClr clrSpc="hsl" dir="cw">
                                      <p:cBhvr>
                                        <p:cTn id="730" dur="1500" fill="hold"/>
                                        <p:tgtEl>
                                          <p:spTgt spid="78"/>
                                        </p:tgtEl>
                                        <p:attrNameLst>
                                          <p:attrName>fillcolor</p:attrName>
                                        </p:attrNameLst>
                                      </p:cBhvr>
                                      <p:by>
                                        <p:hsl h="7200000" s="0" l="0"/>
                                      </p:by>
                                    </p:animClr>
                                    <p:animClr clrSpc="hsl" dir="cw">
                                      <p:cBhvr>
                                        <p:cTn id="731" dur="1500" fill="hold"/>
                                        <p:tgtEl>
                                          <p:spTgt spid="78"/>
                                        </p:tgtEl>
                                        <p:attrNameLst>
                                          <p:attrName>stroke.color</p:attrName>
                                        </p:attrNameLst>
                                      </p:cBhvr>
                                      <p:by>
                                        <p:hsl h="7200000" s="0" l="0"/>
                                      </p:by>
                                    </p:animClr>
                                    <p:set>
                                      <p:cBhvr>
                                        <p:cTn id="732" dur="1500" fill="hold"/>
                                        <p:tgtEl>
                                          <p:spTgt spid="78"/>
                                        </p:tgtEl>
                                        <p:attrNameLst>
                                          <p:attrName>fill.type</p:attrName>
                                        </p:attrNameLst>
                                      </p:cBhvr>
                                      <p:to>
                                        <p:strVal val="solid"/>
                                      </p:to>
                                    </p:set>
                                  </p:childTnLst>
                                </p:cTn>
                              </p:par>
                              <p:par>
                                <p:cTn id="733" presetID="21" presetClass="emph" presetSubtype="0" fill="hold" grpId="1" nodeType="withEffect">
                                  <p:stCondLst>
                                    <p:cond delay="10250"/>
                                  </p:stCondLst>
                                  <p:childTnLst>
                                    <p:animClr clrSpc="hsl" dir="cw">
                                      <p:cBhvr override="childStyle">
                                        <p:cTn id="734" dur="1500" fill="hold"/>
                                        <p:tgtEl>
                                          <p:spTgt spid="79"/>
                                        </p:tgtEl>
                                        <p:attrNameLst>
                                          <p:attrName>style.color</p:attrName>
                                        </p:attrNameLst>
                                      </p:cBhvr>
                                      <p:by>
                                        <p:hsl h="7200000" s="0" l="0"/>
                                      </p:by>
                                    </p:animClr>
                                    <p:animClr clrSpc="hsl" dir="cw">
                                      <p:cBhvr>
                                        <p:cTn id="735" dur="1500" fill="hold"/>
                                        <p:tgtEl>
                                          <p:spTgt spid="79"/>
                                        </p:tgtEl>
                                        <p:attrNameLst>
                                          <p:attrName>fillcolor</p:attrName>
                                        </p:attrNameLst>
                                      </p:cBhvr>
                                      <p:by>
                                        <p:hsl h="7200000" s="0" l="0"/>
                                      </p:by>
                                    </p:animClr>
                                    <p:animClr clrSpc="hsl" dir="cw">
                                      <p:cBhvr>
                                        <p:cTn id="736" dur="1500" fill="hold"/>
                                        <p:tgtEl>
                                          <p:spTgt spid="79"/>
                                        </p:tgtEl>
                                        <p:attrNameLst>
                                          <p:attrName>stroke.color</p:attrName>
                                        </p:attrNameLst>
                                      </p:cBhvr>
                                      <p:by>
                                        <p:hsl h="7200000" s="0" l="0"/>
                                      </p:by>
                                    </p:animClr>
                                    <p:set>
                                      <p:cBhvr>
                                        <p:cTn id="737" dur="1500" fill="hold"/>
                                        <p:tgtEl>
                                          <p:spTgt spid="79"/>
                                        </p:tgtEl>
                                        <p:attrNameLst>
                                          <p:attrName>fill.type</p:attrName>
                                        </p:attrNameLst>
                                      </p:cBhvr>
                                      <p:to>
                                        <p:strVal val="solid"/>
                                      </p:to>
                                    </p:set>
                                  </p:childTnLst>
                                </p:cTn>
                              </p:par>
                              <p:par>
                                <p:cTn id="738" presetID="21" presetClass="emph" presetSubtype="0" fill="hold" grpId="1" nodeType="withEffect">
                                  <p:stCondLst>
                                    <p:cond delay="10250"/>
                                  </p:stCondLst>
                                  <p:childTnLst>
                                    <p:animClr clrSpc="hsl" dir="cw">
                                      <p:cBhvr override="childStyle">
                                        <p:cTn id="739" dur="1500" fill="hold"/>
                                        <p:tgtEl>
                                          <p:spTgt spid="80"/>
                                        </p:tgtEl>
                                        <p:attrNameLst>
                                          <p:attrName>style.color</p:attrName>
                                        </p:attrNameLst>
                                      </p:cBhvr>
                                      <p:by>
                                        <p:hsl h="7200000" s="0" l="0"/>
                                      </p:by>
                                    </p:animClr>
                                    <p:animClr clrSpc="hsl" dir="cw">
                                      <p:cBhvr>
                                        <p:cTn id="740" dur="1500" fill="hold"/>
                                        <p:tgtEl>
                                          <p:spTgt spid="80"/>
                                        </p:tgtEl>
                                        <p:attrNameLst>
                                          <p:attrName>fillcolor</p:attrName>
                                        </p:attrNameLst>
                                      </p:cBhvr>
                                      <p:by>
                                        <p:hsl h="7200000" s="0" l="0"/>
                                      </p:by>
                                    </p:animClr>
                                    <p:animClr clrSpc="hsl" dir="cw">
                                      <p:cBhvr>
                                        <p:cTn id="741" dur="1500" fill="hold"/>
                                        <p:tgtEl>
                                          <p:spTgt spid="80"/>
                                        </p:tgtEl>
                                        <p:attrNameLst>
                                          <p:attrName>stroke.color</p:attrName>
                                        </p:attrNameLst>
                                      </p:cBhvr>
                                      <p:by>
                                        <p:hsl h="7200000" s="0" l="0"/>
                                      </p:by>
                                    </p:animClr>
                                    <p:set>
                                      <p:cBhvr>
                                        <p:cTn id="742" dur="1500" fill="hold"/>
                                        <p:tgtEl>
                                          <p:spTgt spid="80"/>
                                        </p:tgtEl>
                                        <p:attrNameLst>
                                          <p:attrName>fill.type</p:attrName>
                                        </p:attrNameLst>
                                      </p:cBhvr>
                                      <p:to>
                                        <p:strVal val="solid"/>
                                      </p:to>
                                    </p:set>
                                  </p:childTnLst>
                                </p:cTn>
                              </p:par>
                              <p:par>
                                <p:cTn id="743" presetID="21" presetClass="emph" presetSubtype="0" fill="hold" grpId="1" nodeType="withEffect">
                                  <p:stCondLst>
                                    <p:cond delay="10250"/>
                                  </p:stCondLst>
                                  <p:childTnLst>
                                    <p:animClr clrSpc="hsl" dir="cw">
                                      <p:cBhvr override="childStyle">
                                        <p:cTn id="744" dur="1500" fill="hold"/>
                                        <p:tgtEl>
                                          <p:spTgt spid="81"/>
                                        </p:tgtEl>
                                        <p:attrNameLst>
                                          <p:attrName>style.color</p:attrName>
                                        </p:attrNameLst>
                                      </p:cBhvr>
                                      <p:by>
                                        <p:hsl h="7200000" s="0" l="0"/>
                                      </p:by>
                                    </p:animClr>
                                    <p:animClr clrSpc="hsl" dir="cw">
                                      <p:cBhvr>
                                        <p:cTn id="745" dur="1500" fill="hold"/>
                                        <p:tgtEl>
                                          <p:spTgt spid="81"/>
                                        </p:tgtEl>
                                        <p:attrNameLst>
                                          <p:attrName>fillcolor</p:attrName>
                                        </p:attrNameLst>
                                      </p:cBhvr>
                                      <p:by>
                                        <p:hsl h="7200000" s="0" l="0"/>
                                      </p:by>
                                    </p:animClr>
                                    <p:animClr clrSpc="hsl" dir="cw">
                                      <p:cBhvr>
                                        <p:cTn id="746" dur="1500" fill="hold"/>
                                        <p:tgtEl>
                                          <p:spTgt spid="81"/>
                                        </p:tgtEl>
                                        <p:attrNameLst>
                                          <p:attrName>stroke.color</p:attrName>
                                        </p:attrNameLst>
                                      </p:cBhvr>
                                      <p:by>
                                        <p:hsl h="7200000" s="0" l="0"/>
                                      </p:by>
                                    </p:animClr>
                                    <p:set>
                                      <p:cBhvr>
                                        <p:cTn id="747" dur="1500" fill="hold"/>
                                        <p:tgtEl>
                                          <p:spTgt spid="81"/>
                                        </p:tgtEl>
                                        <p:attrNameLst>
                                          <p:attrName>fill.type</p:attrName>
                                        </p:attrNameLst>
                                      </p:cBhvr>
                                      <p:to>
                                        <p:strVal val="solid"/>
                                      </p:to>
                                    </p:set>
                                  </p:childTnLst>
                                </p:cTn>
                              </p:par>
                              <p:par>
                                <p:cTn id="748" presetID="21" presetClass="emph" presetSubtype="0" fill="hold" grpId="1" nodeType="withEffect">
                                  <p:stCondLst>
                                    <p:cond delay="10250"/>
                                  </p:stCondLst>
                                  <p:childTnLst>
                                    <p:animClr clrSpc="hsl" dir="cw">
                                      <p:cBhvr override="childStyle">
                                        <p:cTn id="749" dur="1500" fill="hold"/>
                                        <p:tgtEl>
                                          <p:spTgt spid="82"/>
                                        </p:tgtEl>
                                        <p:attrNameLst>
                                          <p:attrName>style.color</p:attrName>
                                        </p:attrNameLst>
                                      </p:cBhvr>
                                      <p:by>
                                        <p:hsl h="7200000" s="0" l="0"/>
                                      </p:by>
                                    </p:animClr>
                                    <p:animClr clrSpc="hsl" dir="cw">
                                      <p:cBhvr>
                                        <p:cTn id="750" dur="1500" fill="hold"/>
                                        <p:tgtEl>
                                          <p:spTgt spid="82"/>
                                        </p:tgtEl>
                                        <p:attrNameLst>
                                          <p:attrName>fillcolor</p:attrName>
                                        </p:attrNameLst>
                                      </p:cBhvr>
                                      <p:by>
                                        <p:hsl h="7200000" s="0" l="0"/>
                                      </p:by>
                                    </p:animClr>
                                    <p:animClr clrSpc="hsl" dir="cw">
                                      <p:cBhvr>
                                        <p:cTn id="751" dur="1500" fill="hold"/>
                                        <p:tgtEl>
                                          <p:spTgt spid="82"/>
                                        </p:tgtEl>
                                        <p:attrNameLst>
                                          <p:attrName>stroke.color</p:attrName>
                                        </p:attrNameLst>
                                      </p:cBhvr>
                                      <p:by>
                                        <p:hsl h="7200000" s="0" l="0"/>
                                      </p:by>
                                    </p:animClr>
                                    <p:set>
                                      <p:cBhvr>
                                        <p:cTn id="752" dur="1500" fill="hold"/>
                                        <p:tgtEl>
                                          <p:spTgt spid="82"/>
                                        </p:tgtEl>
                                        <p:attrNameLst>
                                          <p:attrName>fill.type</p:attrName>
                                        </p:attrNameLst>
                                      </p:cBhvr>
                                      <p:to>
                                        <p:strVal val="solid"/>
                                      </p:to>
                                    </p:set>
                                  </p:childTnLst>
                                </p:cTn>
                              </p:par>
                              <p:par>
                                <p:cTn id="753" presetID="21" presetClass="emph" presetSubtype="0" fill="hold" grpId="1" nodeType="withEffect">
                                  <p:stCondLst>
                                    <p:cond delay="10250"/>
                                  </p:stCondLst>
                                  <p:childTnLst>
                                    <p:animClr clrSpc="hsl" dir="cw">
                                      <p:cBhvr override="childStyle">
                                        <p:cTn id="754" dur="1500" fill="hold"/>
                                        <p:tgtEl>
                                          <p:spTgt spid="83"/>
                                        </p:tgtEl>
                                        <p:attrNameLst>
                                          <p:attrName>style.color</p:attrName>
                                        </p:attrNameLst>
                                      </p:cBhvr>
                                      <p:by>
                                        <p:hsl h="7200000" s="0" l="0"/>
                                      </p:by>
                                    </p:animClr>
                                    <p:animClr clrSpc="hsl" dir="cw">
                                      <p:cBhvr>
                                        <p:cTn id="755" dur="1500" fill="hold"/>
                                        <p:tgtEl>
                                          <p:spTgt spid="83"/>
                                        </p:tgtEl>
                                        <p:attrNameLst>
                                          <p:attrName>fillcolor</p:attrName>
                                        </p:attrNameLst>
                                      </p:cBhvr>
                                      <p:by>
                                        <p:hsl h="7200000" s="0" l="0"/>
                                      </p:by>
                                    </p:animClr>
                                    <p:animClr clrSpc="hsl" dir="cw">
                                      <p:cBhvr>
                                        <p:cTn id="756" dur="1500" fill="hold"/>
                                        <p:tgtEl>
                                          <p:spTgt spid="83"/>
                                        </p:tgtEl>
                                        <p:attrNameLst>
                                          <p:attrName>stroke.color</p:attrName>
                                        </p:attrNameLst>
                                      </p:cBhvr>
                                      <p:by>
                                        <p:hsl h="7200000" s="0" l="0"/>
                                      </p:by>
                                    </p:animClr>
                                    <p:set>
                                      <p:cBhvr>
                                        <p:cTn id="757" dur="1500" fill="hold"/>
                                        <p:tgtEl>
                                          <p:spTgt spid="83"/>
                                        </p:tgtEl>
                                        <p:attrNameLst>
                                          <p:attrName>fill.type</p:attrName>
                                        </p:attrNameLst>
                                      </p:cBhvr>
                                      <p:to>
                                        <p:strVal val="solid"/>
                                      </p:to>
                                    </p:set>
                                  </p:childTnLst>
                                </p:cTn>
                              </p:par>
                              <p:par>
                                <p:cTn id="758" presetID="21" presetClass="emph" presetSubtype="0" fill="hold" nodeType="withEffect">
                                  <p:stCondLst>
                                    <p:cond delay="10250"/>
                                  </p:stCondLst>
                                  <p:childTnLst>
                                    <p:animClr clrSpc="hsl" dir="cw">
                                      <p:cBhvr override="childStyle">
                                        <p:cTn id="759" dur="1500" fill="hold"/>
                                        <p:tgtEl>
                                          <p:spTgt spid="61"/>
                                        </p:tgtEl>
                                        <p:attrNameLst>
                                          <p:attrName>style.color</p:attrName>
                                        </p:attrNameLst>
                                      </p:cBhvr>
                                      <p:by>
                                        <p:hsl h="7200000" s="0" l="0"/>
                                      </p:by>
                                    </p:animClr>
                                    <p:animClr clrSpc="hsl" dir="cw">
                                      <p:cBhvr>
                                        <p:cTn id="760" dur="1500" fill="hold"/>
                                        <p:tgtEl>
                                          <p:spTgt spid="61"/>
                                        </p:tgtEl>
                                        <p:attrNameLst>
                                          <p:attrName>fillcolor</p:attrName>
                                        </p:attrNameLst>
                                      </p:cBhvr>
                                      <p:by>
                                        <p:hsl h="7200000" s="0" l="0"/>
                                      </p:by>
                                    </p:animClr>
                                    <p:animClr clrSpc="hsl" dir="cw">
                                      <p:cBhvr>
                                        <p:cTn id="761" dur="1500" fill="hold"/>
                                        <p:tgtEl>
                                          <p:spTgt spid="61"/>
                                        </p:tgtEl>
                                        <p:attrNameLst>
                                          <p:attrName>stroke.color</p:attrName>
                                        </p:attrNameLst>
                                      </p:cBhvr>
                                      <p:by>
                                        <p:hsl h="7200000" s="0" l="0"/>
                                      </p:by>
                                    </p:animClr>
                                    <p:set>
                                      <p:cBhvr>
                                        <p:cTn id="762" dur="1500" fill="hold"/>
                                        <p:tgtEl>
                                          <p:spTgt spid="61"/>
                                        </p:tgtEl>
                                        <p:attrNameLst>
                                          <p:attrName>fill.type</p:attrName>
                                        </p:attrNameLst>
                                      </p:cBhvr>
                                      <p:to>
                                        <p:strVal val="solid"/>
                                      </p:to>
                                    </p:set>
                                  </p:childTnLst>
                                </p:cTn>
                              </p:par>
                              <p:par>
                                <p:cTn id="763" presetID="21" presetClass="emph" presetSubtype="0" fill="hold" nodeType="withEffect">
                                  <p:stCondLst>
                                    <p:cond delay="10250"/>
                                  </p:stCondLst>
                                  <p:childTnLst>
                                    <p:animClr clrSpc="hsl" dir="cw">
                                      <p:cBhvr override="childStyle">
                                        <p:cTn id="764" dur="1500" fill="hold"/>
                                        <p:tgtEl>
                                          <p:spTgt spid="62"/>
                                        </p:tgtEl>
                                        <p:attrNameLst>
                                          <p:attrName>style.color</p:attrName>
                                        </p:attrNameLst>
                                      </p:cBhvr>
                                      <p:by>
                                        <p:hsl h="7200000" s="0" l="0"/>
                                      </p:by>
                                    </p:animClr>
                                    <p:animClr clrSpc="hsl" dir="cw">
                                      <p:cBhvr>
                                        <p:cTn id="765" dur="1500" fill="hold"/>
                                        <p:tgtEl>
                                          <p:spTgt spid="62"/>
                                        </p:tgtEl>
                                        <p:attrNameLst>
                                          <p:attrName>fillcolor</p:attrName>
                                        </p:attrNameLst>
                                      </p:cBhvr>
                                      <p:by>
                                        <p:hsl h="7200000" s="0" l="0"/>
                                      </p:by>
                                    </p:animClr>
                                    <p:animClr clrSpc="hsl" dir="cw">
                                      <p:cBhvr>
                                        <p:cTn id="766" dur="1500" fill="hold"/>
                                        <p:tgtEl>
                                          <p:spTgt spid="62"/>
                                        </p:tgtEl>
                                        <p:attrNameLst>
                                          <p:attrName>stroke.color</p:attrName>
                                        </p:attrNameLst>
                                      </p:cBhvr>
                                      <p:by>
                                        <p:hsl h="7200000" s="0" l="0"/>
                                      </p:by>
                                    </p:animClr>
                                    <p:set>
                                      <p:cBhvr>
                                        <p:cTn id="767" dur="1500" fill="hold"/>
                                        <p:tgtEl>
                                          <p:spTgt spid="62"/>
                                        </p:tgtEl>
                                        <p:attrNameLst>
                                          <p:attrName>fill.type</p:attrName>
                                        </p:attrNameLst>
                                      </p:cBhvr>
                                      <p:to>
                                        <p:strVal val="solid"/>
                                      </p:to>
                                    </p:set>
                                  </p:childTnLst>
                                </p:cTn>
                              </p:par>
                              <p:par>
                                <p:cTn id="768" presetID="21" presetClass="emph" presetSubtype="0" fill="hold" nodeType="withEffect">
                                  <p:stCondLst>
                                    <p:cond delay="10250"/>
                                  </p:stCondLst>
                                  <p:childTnLst>
                                    <p:animClr clrSpc="hsl" dir="cw">
                                      <p:cBhvr override="childStyle">
                                        <p:cTn id="769" dur="1500" fill="hold"/>
                                        <p:tgtEl>
                                          <p:spTgt spid="64"/>
                                        </p:tgtEl>
                                        <p:attrNameLst>
                                          <p:attrName>style.color</p:attrName>
                                        </p:attrNameLst>
                                      </p:cBhvr>
                                      <p:by>
                                        <p:hsl h="7200000" s="0" l="0"/>
                                      </p:by>
                                    </p:animClr>
                                    <p:animClr clrSpc="hsl" dir="cw">
                                      <p:cBhvr>
                                        <p:cTn id="770" dur="1500" fill="hold"/>
                                        <p:tgtEl>
                                          <p:spTgt spid="64"/>
                                        </p:tgtEl>
                                        <p:attrNameLst>
                                          <p:attrName>fillcolor</p:attrName>
                                        </p:attrNameLst>
                                      </p:cBhvr>
                                      <p:by>
                                        <p:hsl h="7200000" s="0" l="0"/>
                                      </p:by>
                                    </p:animClr>
                                    <p:animClr clrSpc="hsl" dir="cw">
                                      <p:cBhvr>
                                        <p:cTn id="771" dur="1500" fill="hold"/>
                                        <p:tgtEl>
                                          <p:spTgt spid="64"/>
                                        </p:tgtEl>
                                        <p:attrNameLst>
                                          <p:attrName>stroke.color</p:attrName>
                                        </p:attrNameLst>
                                      </p:cBhvr>
                                      <p:by>
                                        <p:hsl h="7200000" s="0" l="0"/>
                                      </p:by>
                                    </p:animClr>
                                    <p:set>
                                      <p:cBhvr>
                                        <p:cTn id="772" dur="1500" fill="hold"/>
                                        <p:tgtEl>
                                          <p:spTgt spid="64"/>
                                        </p:tgtEl>
                                        <p:attrNameLst>
                                          <p:attrName>fill.type</p:attrName>
                                        </p:attrNameLst>
                                      </p:cBhvr>
                                      <p:to>
                                        <p:strVal val="solid"/>
                                      </p:to>
                                    </p:set>
                                  </p:childTnLst>
                                </p:cTn>
                              </p:par>
                              <p:par>
                                <p:cTn id="773" presetID="21" presetClass="emph" presetSubtype="0" fill="hold" nodeType="withEffect">
                                  <p:stCondLst>
                                    <p:cond delay="10250"/>
                                  </p:stCondLst>
                                  <p:childTnLst>
                                    <p:animClr clrSpc="hsl" dir="cw">
                                      <p:cBhvr override="childStyle">
                                        <p:cTn id="774" dur="1500" fill="hold"/>
                                        <p:tgtEl>
                                          <p:spTgt spid="38"/>
                                        </p:tgtEl>
                                        <p:attrNameLst>
                                          <p:attrName>style.color</p:attrName>
                                        </p:attrNameLst>
                                      </p:cBhvr>
                                      <p:by>
                                        <p:hsl h="7200000" s="0" l="0"/>
                                      </p:by>
                                    </p:animClr>
                                    <p:animClr clrSpc="hsl" dir="cw">
                                      <p:cBhvr>
                                        <p:cTn id="775" dur="1500" fill="hold"/>
                                        <p:tgtEl>
                                          <p:spTgt spid="38"/>
                                        </p:tgtEl>
                                        <p:attrNameLst>
                                          <p:attrName>fillcolor</p:attrName>
                                        </p:attrNameLst>
                                      </p:cBhvr>
                                      <p:by>
                                        <p:hsl h="7200000" s="0" l="0"/>
                                      </p:by>
                                    </p:animClr>
                                    <p:animClr clrSpc="hsl" dir="cw">
                                      <p:cBhvr>
                                        <p:cTn id="776" dur="1500" fill="hold"/>
                                        <p:tgtEl>
                                          <p:spTgt spid="38"/>
                                        </p:tgtEl>
                                        <p:attrNameLst>
                                          <p:attrName>stroke.color</p:attrName>
                                        </p:attrNameLst>
                                      </p:cBhvr>
                                      <p:by>
                                        <p:hsl h="7200000" s="0" l="0"/>
                                      </p:by>
                                    </p:animClr>
                                    <p:set>
                                      <p:cBhvr>
                                        <p:cTn id="777" dur="1500" fill="hold"/>
                                        <p:tgtEl>
                                          <p:spTgt spid="38"/>
                                        </p:tgtEl>
                                        <p:attrNameLst>
                                          <p:attrName>fill.type</p:attrName>
                                        </p:attrNameLst>
                                      </p:cBhvr>
                                      <p:to>
                                        <p:strVal val="solid"/>
                                      </p:to>
                                    </p:set>
                                  </p:childTnLst>
                                </p:cTn>
                              </p:par>
                              <p:par>
                                <p:cTn id="778" presetID="21" presetClass="emph" presetSubtype="0" fill="hold" grpId="1" nodeType="withEffect">
                                  <p:stCondLst>
                                    <p:cond delay="10250"/>
                                  </p:stCondLst>
                                  <p:childTnLst>
                                    <p:animClr clrSpc="hsl" dir="cw">
                                      <p:cBhvr override="childStyle">
                                        <p:cTn id="779" dur="1500" fill="hold"/>
                                        <p:tgtEl>
                                          <p:spTgt spid="75"/>
                                        </p:tgtEl>
                                        <p:attrNameLst>
                                          <p:attrName>style.color</p:attrName>
                                        </p:attrNameLst>
                                      </p:cBhvr>
                                      <p:by>
                                        <p:hsl h="7200000" s="0" l="0"/>
                                      </p:by>
                                    </p:animClr>
                                    <p:animClr clrSpc="hsl" dir="cw">
                                      <p:cBhvr>
                                        <p:cTn id="780" dur="1500" fill="hold"/>
                                        <p:tgtEl>
                                          <p:spTgt spid="75"/>
                                        </p:tgtEl>
                                        <p:attrNameLst>
                                          <p:attrName>fillcolor</p:attrName>
                                        </p:attrNameLst>
                                      </p:cBhvr>
                                      <p:by>
                                        <p:hsl h="7200000" s="0" l="0"/>
                                      </p:by>
                                    </p:animClr>
                                    <p:animClr clrSpc="hsl" dir="cw">
                                      <p:cBhvr>
                                        <p:cTn id="781" dur="1500" fill="hold"/>
                                        <p:tgtEl>
                                          <p:spTgt spid="75"/>
                                        </p:tgtEl>
                                        <p:attrNameLst>
                                          <p:attrName>stroke.color</p:attrName>
                                        </p:attrNameLst>
                                      </p:cBhvr>
                                      <p:by>
                                        <p:hsl h="7200000" s="0" l="0"/>
                                      </p:by>
                                    </p:animClr>
                                    <p:set>
                                      <p:cBhvr>
                                        <p:cTn id="782" dur="1500" fill="hold"/>
                                        <p:tgtEl>
                                          <p:spTgt spid="75"/>
                                        </p:tgtEl>
                                        <p:attrNameLst>
                                          <p:attrName>fill.type</p:attrName>
                                        </p:attrNameLst>
                                      </p:cBhvr>
                                      <p:to>
                                        <p:strVal val="solid"/>
                                      </p:to>
                                    </p:set>
                                  </p:childTnLst>
                                </p:cTn>
                              </p:par>
                              <p:par>
                                <p:cTn id="783" presetID="21" presetClass="emph" presetSubtype="0" fill="hold" nodeType="withEffect">
                                  <p:stCondLst>
                                    <p:cond delay="10250"/>
                                  </p:stCondLst>
                                  <p:childTnLst>
                                    <p:animClr clrSpc="hsl" dir="cw">
                                      <p:cBhvr override="childStyle">
                                        <p:cTn id="784" dur="1500" fill="hold"/>
                                        <p:tgtEl>
                                          <p:spTgt spid="63"/>
                                        </p:tgtEl>
                                        <p:attrNameLst>
                                          <p:attrName>style.color</p:attrName>
                                        </p:attrNameLst>
                                      </p:cBhvr>
                                      <p:by>
                                        <p:hsl h="7200000" s="0" l="0"/>
                                      </p:by>
                                    </p:animClr>
                                    <p:animClr clrSpc="hsl" dir="cw">
                                      <p:cBhvr>
                                        <p:cTn id="785" dur="1500" fill="hold"/>
                                        <p:tgtEl>
                                          <p:spTgt spid="63"/>
                                        </p:tgtEl>
                                        <p:attrNameLst>
                                          <p:attrName>fillcolor</p:attrName>
                                        </p:attrNameLst>
                                      </p:cBhvr>
                                      <p:by>
                                        <p:hsl h="7200000" s="0" l="0"/>
                                      </p:by>
                                    </p:animClr>
                                    <p:animClr clrSpc="hsl" dir="cw">
                                      <p:cBhvr>
                                        <p:cTn id="786" dur="1500" fill="hold"/>
                                        <p:tgtEl>
                                          <p:spTgt spid="63"/>
                                        </p:tgtEl>
                                        <p:attrNameLst>
                                          <p:attrName>stroke.color</p:attrName>
                                        </p:attrNameLst>
                                      </p:cBhvr>
                                      <p:by>
                                        <p:hsl h="7200000" s="0" l="0"/>
                                      </p:by>
                                    </p:animClr>
                                    <p:set>
                                      <p:cBhvr>
                                        <p:cTn id="787" dur="1500" fill="hold"/>
                                        <p:tgtEl>
                                          <p:spTgt spid="63"/>
                                        </p:tgtEl>
                                        <p:attrNameLst>
                                          <p:attrName>fill.type</p:attrName>
                                        </p:attrNameLst>
                                      </p:cBhvr>
                                      <p:to>
                                        <p:strVal val="solid"/>
                                      </p:to>
                                    </p:set>
                                  </p:childTnLst>
                                </p:cTn>
                              </p:par>
                              <p:par>
                                <p:cTn id="788" presetID="21" presetClass="emph" presetSubtype="0" fill="hold" nodeType="withEffect">
                                  <p:stCondLst>
                                    <p:cond delay="10250"/>
                                  </p:stCondLst>
                                  <p:childTnLst>
                                    <p:animClr clrSpc="hsl" dir="cw">
                                      <p:cBhvr override="childStyle">
                                        <p:cTn id="789" dur="1500" fill="hold"/>
                                        <p:tgtEl>
                                          <p:spTgt spid="65"/>
                                        </p:tgtEl>
                                        <p:attrNameLst>
                                          <p:attrName>style.color</p:attrName>
                                        </p:attrNameLst>
                                      </p:cBhvr>
                                      <p:by>
                                        <p:hsl h="7200000" s="0" l="0"/>
                                      </p:by>
                                    </p:animClr>
                                    <p:animClr clrSpc="hsl" dir="cw">
                                      <p:cBhvr>
                                        <p:cTn id="790" dur="1500" fill="hold"/>
                                        <p:tgtEl>
                                          <p:spTgt spid="65"/>
                                        </p:tgtEl>
                                        <p:attrNameLst>
                                          <p:attrName>fillcolor</p:attrName>
                                        </p:attrNameLst>
                                      </p:cBhvr>
                                      <p:by>
                                        <p:hsl h="7200000" s="0" l="0"/>
                                      </p:by>
                                    </p:animClr>
                                    <p:animClr clrSpc="hsl" dir="cw">
                                      <p:cBhvr>
                                        <p:cTn id="791" dur="1500" fill="hold"/>
                                        <p:tgtEl>
                                          <p:spTgt spid="65"/>
                                        </p:tgtEl>
                                        <p:attrNameLst>
                                          <p:attrName>stroke.color</p:attrName>
                                        </p:attrNameLst>
                                      </p:cBhvr>
                                      <p:by>
                                        <p:hsl h="7200000" s="0" l="0"/>
                                      </p:by>
                                    </p:animClr>
                                    <p:set>
                                      <p:cBhvr>
                                        <p:cTn id="792" dur="1500" fill="hold"/>
                                        <p:tgtEl>
                                          <p:spTgt spid="65"/>
                                        </p:tgtEl>
                                        <p:attrNameLst>
                                          <p:attrName>fill.type</p:attrName>
                                        </p:attrNameLst>
                                      </p:cBhvr>
                                      <p:to>
                                        <p:strVal val="solid"/>
                                      </p:to>
                                    </p:set>
                                  </p:childTnLst>
                                </p:cTn>
                              </p:par>
                              <p:par>
                                <p:cTn id="793" presetID="21" presetClass="emph" presetSubtype="0" fill="hold" nodeType="withEffect">
                                  <p:stCondLst>
                                    <p:cond delay="10250"/>
                                  </p:stCondLst>
                                  <p:childTnLst>
                                    <p:animClr clrSpc="hsl" dir="cw">
                                      <p:cBhvr override="childStyle">
                                        <p:cTn id="794" dur="1500" fill="hold"/>
                                        <p:tgtEl>
                                          <p:spTgt spid="39"/>
                                        </p:tgtEl>
                                        <p:attrNameLst>
                                          <p:attrName>style.color</p:attrName>
                                        </p:attrNameLst>
                                      </p:cBhvr>
                                      <p:by>
                                        <p:hsl h="7200000" s="0" l="0"/>
                                      </p:by>
                                    </p:animClr>
                                    <p:animClr clrSpc="hsl" dir="cw">
                                      <p:cBhvr>
                                        <p:cTn id="795" dur="1500" fill="hold"/>
                                        <p:tgtEl>
                                          <p:spTgt spid="39"/>
                                        </p:tgtEl>
                                        <p:attrNameLst>
                                          <p:attrName>fillcolor</p:attrName>
                                        </p:attrNameLst>
                                      </p:cBhvr>
                                      <p:by>
                                        <p:hsl h="7200000" s="0" l="0"/>
                                      </p:by>
                                    </p:animClr>
                                    <p:animClr clrSpc="hsl" dir="cw">
                                      <p:cBhvr>
                                        <p:cTn id="796" dur="1500" fill="hold"/>
                                        <p:tgtEl>
                                          <p:spTgt spid="39"/>
                                        </p:tgtEl>
                                        <p:attrNameLst>
                                          <p:attrName>stroke.color</p:attrName>
                                        </p:attrNameLst>
                                      </p:cBhvr>
                                      <p:by>
                                        <p:hsl h="7200000" s="0" l="0"/>
                                      </p:by>
                                    </p:animClr>
                                    <p:set>
                                      <p:cBhvr>
                                        <p:cTn id="797" dur="1500" fill="hold"/>
                                        <p:tgtEl>
                                          <p:spTgt spid="39"/>
                                        </p:tgtEl>
                                        <p:attrNameLst>
                                          <p:attrName>fill.type</p:attrName>
                                        </p:attrNameLst>
                                      </p:cBhvr>
                                      <p:to>
                                        <p:strVal val="solid"/>
                                      </p:to>
                                    </p:set>
                                  </p:childTnLst>
                                </p:cTn>
                              </p:par>
                              <p:par>
                                <p:cTn id="798" presetID="21" presetClass="emph" presetSubtype="0" fill="hold" nodeType="withEffect">
                                  <p:stCondLst>
                                    <p:cond delay="10250"/>
                                  </p:stCondLst>
                                  <p:childTnLst>
                                    <p:animClr clrSpc="hsl" dir="cw">
                                      <p:cBhvr override="childStyle">
                                        <p:cTn id="799" dur="1500" fill="hold"/>
                                        <p:tgtEl>
                                          <p:spTgt spid="72"/>
                                        </p:tgtEl>
                                        <p:attrNameLst>
                                          <p:attrName>style.color</p:attrName>
                                        </p:attrNameLst>
                                      </p:cBhvr>
                                      <p:by>
                                        <p:hsl h="7200000" s="0" l="0"/>
                                      </p:by>
                                    </p:animClr>
                                    <p:animClr clrSpc="hsl" dir="cw">
                                      <p:cBhvr>
                                        <p:cTn id="800" dur="1500" fill="hold"/>
                                        <p:tgtEl>
                                          <p:spTgt spid="72"/>
                                        </p:tgtEl>
                                        <p:attrNameLst>
                                          <p:attrName>fillcolor</p:attrName>
                                        </p:attrNameLst>
                                      </p:cBhvr>
                                      <p:by>
                                        <p:hsl h="7200000" s="0" l="0"/>
                                      </p:by>
                                    </p:animClr>
                                    <p:animClr clrSpc="hsl" dir="cw">
                                      <p:cBhvr>
                                        <p:cTn id="801" dur="1500" fill="hold"/>
                                        <p:tgtEl>
                                          <p:spTgt spid="72"/>
                                        </p:tgtEl>
                                        <p:attrNameLst>
                                          <p:attrName>stroke.color</p:attrName>
                                        </p:attrNameLst>
                                      </p:cBhvr>
                                      <p:by>
                                        <p:hsl h="7200000" s="0" l="0"/>
                                      </p:by>
                                    </p:animClr>
                                    <p:set>
                                      <p:cBhvr>
                                        <p:cTn id="802" dur="1500" fill="hold"/>
                                        <p:tgtEl>
                                          <p:spTgt spid="72"/>
                                        </p:tgtEl>
                                        <p:attrNameLst>
                                          <p:attrName>fill.type</p:attrName>
                                        </p:attrNameLst>
                                      </p:cBhvr>
                                      <p:to>
                                        <p:strVal val="solid"/>
                                      </p:to>
                                    </p:set>
                                  </p:childTnLst>
                                </p:cTn>
                              </p:par>
                              <p:par>
                                <p:cTn id="803" presetID="21" presetClass="emph" presetSubtype="0" fill="hold" nodeType="withEffect">
                                  <p:stCondLst>
                                    <p:cond delay="10250"/>
                                  </p:stCondLst>
                                  <p:childTnLst>
                                    <p:animClr clrSpc="hsl" dir="cw">
                                      <p:cBhvr override="childStyle">
                                        <p:cTn id="804" dur="1500" fill="hold"/>
                                        <p:tgtEl>
                                          <p:spTgt spid="37"/>
                                        </p:tgtEl>
                                        <p:attrNameLst>
                                          <p:attrName>style.color</p:attrName>
                                        </p:attrNameLst>
                                      </p:cBhvr>
                                      <p:by>
                                        <p:hsl h="7200000" s="0" l="0"/>
                                      </p:by>
                                    </p:animClr>
                                    <p:animClr clrSpc="hsl" dir="cw">
                                      <p:cBhvr>
                                        <p:cTn id="805" dur="1500" fill="hold"/>
                                        <p:tgtEl>
                                          <p:spTgt spid="37"/>
                                        </p:tgtEl>
                                        <p:attrNameLst>
                                          <p:attrName>fillcolor</p:attrName>
                                        </p:attrNameLst>
                                      </p:cBhvr>
                                      <p:by>
                                        <p:hsl h="7200000" s="0" l="0"/>
                                      </p:by>
                                    </p:animClr>
                                    <p:animClr clrSpc="hsl" dir="cw">
                                      <p:cBhvr>
                                        <p:cTn id="806" dur="1500" fill="hold"/>
                                        <p:tgtEl>
                                          <p:spTgt spid="37"/>
                                        </p:tgtEl>
                                        <p:attrNameLst>
                                          <p:attrName>stroke.color</p:attrName>
                                        </p:attrNameLst>
                                      </p:cBhvr>
                                      <p:by>
                                        <p:hsl h="7200000" s="0" l="0"/>
                                      </p:by>
                                    </p:animClr>
                                    <p:set>
                                      <p:cBhvr>
                                        <p:cTn id="807" dur="1500" fill="hold"/>
                                        <p:tgtEl>
                                          <p:spTgt spid="37"/>
                                        </p:tgtEl>
                                        <p:attrNameLst>
                                          <p:attrName>fill.type</p:attrName>
                                        </p:attrNameLst>
                                      </p:cBhvr>
                                      <p:to>
                                        <p:strVal val="solid"/>
                                      </p:to>
                                    </p:set>
                                  </p:childTnLst>
                                </p:cTn>
                              </p:par>
                              <p:par>
                                <p:cTn id="808" presetID="21" presetClass="emph" presetSubtype="0" fill="hold" nodeType="withEffect">
                                  <p:stCondLst>
                                    <p:cond delay="10250"/>
                                  </p:stCondLst>
                                  <p:childTnLst>
                                    <p:animClr clrSpc="hsl" dir="cw">
                                      <p:cBhvr override="childStyle">
                                        <p:cTn id="809" dur="1500" fill="hold"/>
                                        <p:tgtEl>
                                          <p:spTgt spid="60"/>
                                        </p:tgtEl>
                                        <p:attrNameLst>
                                          <p:attrName>style.color</p:attrName>
                                        </p:attrNameLst>
                                      </p:cBhvr>
                                      <p:by>
                                        <p:hsl h="7200000" s="0" l="0"/>
                                      </p:by>
                                    </p:animClr>
                                    <p:animClr clrSpc="hsl" dir="cw">
                                      <p:cBhvr>
                                        <p:cTn id="810" dur="1500" fill="hold"/>
                                        <p:tgtEl>
                                          <p:spTgt spid="60"/>
                                        </p:tgtEl>
                                        <p:attrNameLst>
                                          <p:attrName>fillcolor</p:attrName>
                                        </p:attrNameLst>
                                      </p:cBhvr>
                                      <p:by>
                                        <p:hsl h="7200000" s="0" l="0"/>
                                      </p:by>
                                    </p:animClr>
                                    <p:animClr clrSpc="hsl" dir="cw">
                                      <p:cBhvr>
                                        <p:cTn id="811" dur="1500" fill="hold"/>
                                        <p:tgtEl>
                                          <p:spTgt spid="60"/>
                                        </p:tgtEl>
                                        <p:attrNameLst>
                                          <p:attrName>stroke.color</p:attrName>
                                        </p:attrNameLst>
                                      </p:cBhvr>
                                      <p:by>
                                        <p:hsl h="7200000" s="0" l="0"/>
                                      </p:by>
                                    </p:animClr>
                                    <p:set>
                                      <p:cBhvr>
                                        <p:cTn id="812" dur="1500" fill="hold"/>
                                        <p:tgtEl>
                                          <p:spTgt spid="60"/>
                                        </p:tgtEl>
                                        <p:attrNameLst>
                                          <p:attrName>fill.type</p:attrName>
                                        </p:attrNameLst>
                                      </p:cBhvr>
                                      <p:to>
                                        <p:strVal val="solid"/>
                                      </p:to>
                                    </p:set>
                                  </p:childTnLst>
                                </p:cTn>
                              </p:par>
                              <p:par>
                                <p:cTn id="813" presetID="21" presetClass="emph" presetSubtype="0" fill="hold" nodeType="withEffect">
                                  <p:stCondLst>
                                    <p:cond delay="10250"/>
                                  </p:stCondLst>
                                  <p:childTnLst>
                                    <p:animClr clrSpc="hsl" dir="cw">
                                      <p:cBhvr override="childStyle">
                                        <p:cTn id="814" dur="1500" fill="hold"/>
                                        <p:tgtEl>
                                          <p:spTgt spid="32"/>
                                        </p:tgtEl>
                                        <p:attrNameLst>
                                          <p:attrName>style.color</p:attrName>
                                        </p:attrNameLst>
                                      </p:cBhvr>
                                      <p:by>
                                        <p:hsl h="7200000" s="0" l="0"/>
                                      </p:by>
                                    </p:animClr>
                                    <p:animClr clrSpc="hsl" dir="cw">
                                      <p:cBhvr>
                                        <p:cTn id="815" dur="1500" fill="hold"/>
                                        <p:tgtEl>
                                          <p:spTgt spid="32"/>
                                        </p:tgtEl>
                                        <p:attrNameLst>
                                          <p:attrName>fillcolor</p:attrName>
                                        </p:attrNameLst>
                                      </p:cBhvr>
                                      <p:by>
                                        <p:hsl h="7200000" s="0" l="0"/>
                                      </p:by>
                                    </p:animClr>
                                    <p:animClr clrSpc="hsl" dir="cw">
                                      <p:cBhvr>
                                        <p:cTn id="816" dur="1500" fill="hold"/>
                                        <p:tgtEl>
                                          <p:spTgt spid="32"/>
                                        </p:tgtEl>
                                        <p:attrNameLst>
                                          <p:attrName>stroke.color</p:attrName>
                                        </p:attrNameLst>
                                      </p:cBhvr>
                                      <p:by>
                                        <p:hsl h="7200000" s="0" l="0"/>
                                      </p:by>
                                    </p:animClr>
                                    <p:set>
                                      <p:cBhvr>
                                        <p:cTn id="817" dur="1500" fill="hold"/>
                                        <p:tgtEl>
                                          <p:spTgt spid="32"/>
                                        </p:tgtEl>
                                        <p:attrNameLst>
                                          <p:attrName>fill.type</p:attrName>
                                        </p:attrNameLst>
                                      </p:cBhvr>
                                      <p:to>
                                        <p:strVal val="solid"/>
                                      </p:to>
                                    </p:set>
                                  </p:childTnLst>
                                </p:cTn>
                              </p:par>
                              <p:par>
                                <p:cTn id="818" presetID="21" presetClass="emph" presetSubtype="0" fill="hold" nodeType="withEffect">
                                  <p:stCondLst>
                                    <p:cond delay="10250"/>
                                  </p:stCondLst>
                                  <p:childTnLst>
                                    <p:animClr clrSpc="hsl" dir="cw">
                                      <p:cBhvr override="childStyle">
                                        <p:cTn id="819" dur="1500" fill="hold"/>
                                        <p:tgtEl>
                                          <p:spTgt spid="40"/>
                                        </p:tgtEl>
                                        <p:attrNameLst>
                                          <p:attrName>style.color</p:attrName>
                                        </p:attrNameLst>
                                      </p:cBhvr>
                                      <p:by>
                                        <p:hsl h="7200000" s="0" l="0"/>
                                      </p:by>
                                    </p:animClr>
                                    <p:animClr clrSpc="hsl" dir="cw">
                                      <p:cBhvr>
                                        <p:cTn id="820" dur="1500" fill="hold"/>
                                        <p:tgtEl>
                                          <p:spTgt spid="40"/>
                                        </p:tgtEl>
                                        <p:attrNameLst>
                                          <p:attrName>fillcolor</p:attrName>
                                        </p:attrNameLst>
                                      </p:cBhvr>
                                      <p:by>
                                        <p:hsl h="7200000" s="0" l="0"/>
                                      </p:by>
                                    </p:animClr>
                                    <p:animClr clrSpc="hsl" dir="cw">
                                      <p:cBhvr>
                                        <p:cTn id="821" dur="1500" fill="hold"/>
                                        <p:tgtEl>
                                          <p:spTgt spid="40"/>
                                        </p:tgtEl>
                                        <p:attrNameLst>
                                          <p:attrName>stroke.color</p:attrName>
                                        </p:attrNameLst>
                                      </p:cBhvr>
                                      <p:by>
                                        <p:hsl h="7200000" s="0" l="0"/>
                                      </p:by>
                                    </p:animClr>
                                    <p:set>
                                      <p:cBhvr>
                                        <p:cTn id="822" dur="1500" fill="hold"/>
                                        <p:tgtEl>
                                          <p:spTgt spid="40"/>
                                        </p:tgtEl>
                                        <p:attrNameLst>
                                          <p:attrName>fill.type</p:attrName>
                                        </p:attrNameLst>
                                      </p:cBhvr>
                                      <p:to>
                                        <p:strVal val="solid"/>
                                      </p:to>
                                    </p:set>
                                  </p:childTnLst>
                                </p:cTn>
                              </p:par>
                              <p:par>
                                <p:cTn id="823" presetID="21" presetClass="emph" presetSubtype="0" fill="hold" grpId="1" nodeType="withEffect">
                                  <p:stCondLst>
                                    <p:cond delay="10250"/>
                                  </p:stCondLst>
                                  <p:childTnLst>
                                    <p:animClr clrSpc="hsl" dir="cw">
                                      <p:cBhvr override="childStyle">
                                        <p:cTn id="824" dur="1500" fill="hold"/>
                                        <p:tgtEl>
                                          <p:spTgt spid="84"/>
                                        </p:tgtEl>
                                        <p:attrNameLst>
                                          <p:attrName>style.color</p:attrName>
                                        </p:attrNameLst>
                                      </p:cBhvr>
                                      <p:by>
                                        <p:hsl h="7200000" s="0" l="0"/>
                                      </p:by>
                                    </p:animClr>
                                    <p:animClr clrSpc="hsl" dir="cw">
                                      <p:cBhvr>
                                        <p:cTn id="825" dur="1500" fill="hold"/>
                                        <p:tgtEl>
                                          <p:spTgt spid="84"/>
                                        </p:tgtEl>
                                        <p:attrNameLst>
                                          <p:attrName>fillcolor</p:attrName>
                                        </p:attrNameLst>
                                      </p:cBhvr>
                                      <p:by>
                                        <p:hsl h="7200000" s="0" l="0"/>
                                      </p:by>
                                    </p:animClr>
                                    <p:animClr clrSpc="hsl" dir="cw">
                                      <p:cBhvr>
                                        <p:cTn id="826" dur="1500" fill="hold"/>
                                        <p:tgtEl>
                                          <p:spTgt spid="84"/>
                                        </p:tgtEl>
                                        <p:attrNameLst>
                                          <p:attrName>stroke.color</p:attrName>
                                        </p:attrNameLst>
                                      </p:cBhvr>
                                      <p:by>
                                        <p:hsl h="7200000" s="0" l="0"/>
                                      </p:by>
                                    </p:animClr>
                                    <p:set>
                                      <p:cBhvr>
                                        <p:cTn id="827" dur="1500" fill="hold"/>
                                        <p:tgtEl>
                                          <p:spTgt spid="84"/>
                                        </p:tgtEl>
                                        <p:attrNameLst>
                                          <p:attrName>fill.type</p:attrName>
                                        </p:attrNameLst>
                                      </p:cBhvr>
                                      <p:to>
                                        <p:strVal val="solid"/>
                                      </p:to>
                                    </p:set>
                                  </p:childTnLst>
                                </p:cTn>
                              </p:par>
                              <p:par>
                                <p:cTn id="828" presetID="21" presetClass="emph" presetSubtype="0" fill="hold" grpId="1" nodeType="withEffect">
                                  <p:stCondLst>
                                    <p:cond delay="10250"/>
                                  </p:stCondLst>
                                  <p:childTnLst>
                                    <p:animClr clrSpc="hsl" dir="cw">
                                      <p:cBhvr override="childStyle">
                                        <p:cTn id="829" dur="1500" fill="hold"/>
                                        <p:tgtEl>
                                          <p:spTgt spid="85"/>
                                        </p:tgtEl>
                                        <p:attrNameLst>
                                          <p:attrName>style.color</p:attrName>
                                        </p:attrNameLst>
                                      </p:cBhvr>
                                      <p:by>
                                        <p:hsl h="7200000" s="0" l="0"/>
                                      </p:by>
                                    </p:animClr>
                                    <p:animClr clrSpc="hsl" dir="cw">
                                      <p:cBhvr>
                                        <p:cTn id="830" dur="1500" fill="hold"/>
                                        <p:tgtEl>
                                          <p:spTgt spid="85"/>
                                        </p:tgtEl>
                                        <p:attrNameLst>
                                          <p:attrName>fillcolor</p:attrName>
                                        </p:attrNameLst>
                                      </p:cBhvr>
                                      <p:by>
                                        <p:hsl h="7200000" s="0" l="0"/>
                                      </p:by>
                                    </p:animClr>
                                    <p:animClr clrSpc="hsl" dir="cw">
                                      <p:cBhvr>
                                        <p:cTn id="831" dur="1500" fill="hold"/>
                                        <p:tgtEl>
                                          <p:spTgt spid="85"/>
                                        </p:tgtEl>
                                        <p:attrNameLst>
                                          <p:attrName>stroke.color</p:attrName>
                                        </p:attrNameLst>
                                      </p:cBhvr>
                                      <p:by>
                                        <p:hsl h="7200000" s="0" l="0"/>
                                      </p:by>
                                    </p:animClr>
                                    <p:set>
                                      <p:cBhvr>
                                        <p:cTn id="832" dur="1500" fill="hold"/>
                                        <p:tgtEl>
                                          <p:spTgt spid="85"/>
                                        </p:tgtEl>
                                        <p:attrNameLst>
                                          <p:attrName>fill.type</p:attrName>
                                        </p:attrNameLst>
                                      </p:cBhvr>
                                      <p:to>
                                        <p:strVal val="solid"/>
                                      </p:to>
                                    </p:set>
                                  </p:childTnLst>
                                </p:cTn>
                              </p:par>
                              <p:par>
                                <p:cTn id="833" presetID="21" presetClass="emph" presetSubtype="0" fill="hold" grpId="1" nodeType="withEffect">
                                  <p:stCondLst>
                                    <p:cond delay="10250"/>
                                  </p:stCondLst>
                                  <p:childTnLst>
                                    <p:animClr clrSpc="hsl" dir="cw">
                                      <p:cBhvr override="childStyle">
                                        <p:cTn id="834" dur="1500" fill="hold"/>
                                        <p:tgtEl>
                                          <p:spTgt spid="86"/>
                                        </p:tgtEl>
                                        <p:attrNameLst>
                                          <p:attrName>style.color</p:attrName>
                                        </p:attrNameLst>
                                      </p:cBhvr>
                                      <p:by>
                                        <p:hsl h="7200000" s="0" l="0"/>
                                      </p:by>
                                    </p:animClr>
                                    <p:animClr clrSpc="hsl" dir="cw">
                                      <p:cBhvr>
                                        <p:cTn id="835" dur="1500" fill="hold"/>
                                        <p:tgtEl>
                                          <p:spTgt spid="86"/>
                                        </p:tgtEl>
                                        <p:attrNameLst>
                                          <p:attrName>fillcolor</p:attrName>
                                        </p:attrNameLst>
                                      </p:cBhvr>
                                      <p:by>
                                        <p:hsl h="7200000" s="0" l="0"/>
                                      </p:by>
                                    </p:animClr>
                                    <p:animClr clrSpc="hsl" dir="cw">
                                      <p:cBhvr>
                                        <p:cTn id="836" dur="1500" fill="hold"/>
                                        <p:tgtEl>
                                          <p:spTgt spid="86"/>
                                        </p:tgtEl>
                                        <p:attrNameLst>
                                          <p:attrName>stroke.color</p:attrName>
                                        </p:attrNameLst>
                                      </p:cBhvr>
                                      <p:by>
                                        <p:hsl h="7200000" s="0" l="0"/>
                                      </p:by>
                                    </p:animClr>
                                    <p:set>
                                      <p:cBhvr>
                                        <p:cTn id="837" dur="1500" fill="hold"/>
                                        <p:tgtEl>
                                          <p:spTgt spid="86"/>
                                        </p:tgtEl>
                                        <p:attrNameLst>
                                          <p:attrName>fill.type</p:attrName>
                                        </p:attrNameLst>
                                      </p:cBhvr>
                                      <p:to>
                                        <p:strVal val="solid"/>
                                      </p:to>
                                    </p:set>
                                  </p:childTnLst>
                                </p:cTn>
                              </p:par>
                              <p:par>
                                <p:cTn id="838" presetID="21" presetClass="emph" presetSubtype="0" fill="hold" grpId="1" nodeType="withEffect">
                                  <p:stCondLst>
                                    <p:cond delay="10250"/>
                                  </p:stCondLst>
                                  <p:childTnLst>
                                    <p:animClr clrSpc="hsl" dir="cw">
                                      <p:cBhvr override="childStyle">
                                        <p:cTn id="839" dur="1500" fill="hold"/>
                                        <p:tgtEl>
                                          <p:spTgt spid="87"/>
                                        </p:tgtEl>
                                        <p:attrNameLst>
                                          <p:attrName>style.color</p:attrName>
                                        </p:attrNameLst>
                                      </p:cBhvr>
                                      <p:by>
                                        <p:hsl h="7200000" s="0" l="0"/>
                                      </p:by>
                                    </p:animClr>
                                    <p:animClr clrSpc="hsl" dir="cw">
                                      <p:cBhvr>
                                        <p:cTn id="840" dur="1500" fill="hold"/>
                                        <p:tgtEl>
                                          <p:spTgt spid="87"/>
                                        </p:tgtEl>
                                        <p:attrNameLst>
                                          <p:attrName>fillcolor</p:attrName>
                                        </p:attrNameLst>
                                      </p:cBhvr>
                                      <p:by>
                                        <p:hsl h="7200000" s="0" l="0"/>
                                      </p:by>
                                    </p:animClr>
                                    <p:animClr clrSpc="hsl" dir="cw">
                                      <p:cBhvr>
                                        <p:cTn id="841" dur="1500" fill="hold"/>
                                        <p:tgtEl>
                                          <p:spTgt spid="87"/>
                                        </p:tgtEl>
                                        <p:attrNameLst>
                                          <p:attrName>stroke.color</p:attrName>
                                        </p:attrNameLst>
                                      </p:cBhvr>
                                      <p:by>
                                        <p:hsl h="7200000" s="0" l="0"/>
                                      </p:by>
                                    </p:animClr>
                                    <p:set>
                                      <p:cBhvr>
                                        <p:cTn id="842" dur="1500" fill="hold"/>
                                        <p:tgtEl>
                                          <p:spTgt spid="87"/>
                                        </p:tgtEl>
                                        <p:attrNameLst>
                                          <p:attrName>fill.type</p:attrName>
                                        </p:attrNameLst>
                                      </p:cBhvr>
                                      <p:to>
                                        <p:strVal val="solid"/>
                                      </p:to>
                                    </p:set>
                                  </p:childTnLst>
                                </p:cTn>
                              </p:par>
                              <p:par>
                                <p:cTn id="843" presetID="21" presetClass="emph" presetSubtype="0" fill="hold" grpId="1" nodeType="withEffect">
                                  <p:stCondLst>
                                    <p:cond delay="10250"/>
                                  </p:stCondLst>
                                  <p:childTnLst>
                                    <p:animClr clrSpc="hsl" dir="cw">
                                      <p:cBhvr override="childStyle">
                                        <p:cTn id="844" dur="1500" fill="hold"/>
                                        <p:tgtEl>
                                          <p:spTgt spid="88"/>
                                        </p:tgtEl>
                                        <p:attrNameLst>
                                          <p:attrName>style.color</p:attrName>
                                        </p:attrNameLst>
                                      </p:cBhvr>
                                      <p:by>
                                        <p:hsl h="7200000" s="0" l="0"/>
                                      </p:by>
                                    </p:animClr>
                                    <p:animClr clrSpc="hsl" dir="cw">
                                      <p:cBhvr>
                                        <p:cTn id="845" dur="1500" fill="hold"/>
                                        <p:tgtEl>
                                          <p:spTgt spid="88"/>
                                        </p:tgtEl>
                                        <p:attrNameLst>
                                          <p:attrName>fillcolor</p:attrName>
                                        </p:attrNameLst>
                                      </p:cBhvr>
                                      <p:by>
                                        <p:hsl h="7200000" s="0" l="0"/>
                                      </p:by>
                                    </p:animClr>
                                    <p:animClr clrSpc="hsl" dir="cw">
                                      <p:cBhvr>
                                        <p:cTn id="846" dur="1500" fill="hold"/>
                                        <p:tgtEl>
                                          <p:spTgt spid="88"/>
                                        </p:tgtEl>
                                        <p:attrNameLst>
                                          <p:attrName>stroke.color</p:attrName>
                                        </p:attrNameLst>
                                      </p:cBhvr>
                                      <p:by>
                                        <p:hsl h="7200000" s="0" l="0"/>
                                      </p:by>
                                    </p:animClr>
                                    <p:set>
                                      <p:cBhvr>
                                        <p:cTn id="847" dur="1500" fill="hold"/>
                                        <p:tgtEl>
                                          <p:spTgt spid="88"/>
                                        </p:tgtEl>
                                        <p:attrNameLst>
                                          <p:attrName>fill.type</p:attrName>
                                        </p:attrNameLst>
                                      </p:cBhvr>
                                      <p:to>
                                        <p:strVal val="solid"/>
                                      </p:to>
                                    </p:set>
                                  </p:childTnLst>
                                </p:cTn>
                              </p:par>
                              <p:par>
                                <p:cTn id="848" presetID="21" presetClass="emph" presetSubtype="0" fill="hold" nodeType="withEffect">
                                  <p:stCondLst>
                                    <p:cond delay="10250"/>
                                  </p:stCondLst>
                                  <p:childTnLst>
                                    <p:animClr clrSpc="hsl" dir="cw">
                                      <p:cBhvr override="childStyle">
                                        <p:cTn id="849" dur="1500" fill="hold"/>
                                        <p:tgtEl>
                                          <p:spTgt spid="89"/>
                                        </p:tgtEl>
                                        <p:attrNameLst>
                                          <p:attrName>style.color</p:attrName>
                                        </p:attrNameLst>
                                      </p:cBhvr>
                                      <p:by>
                                        <p:hsl h="7200000" s="0" l="0"/>
                                      </p:by>
                                    </p:animClr>
                                    <p:animClr clrSpc="hsl" dir="cw">
                                      <p:cBhvr>
                                        <p:cTn id="850" dur="1500" fill="hold"/>
                                        <p:tgtEl>
                                          <p:spTgt spid="89"/>
                                        </p:tgtEl>
                                        <p:attrNameLst>
                                          <p:attrName>fillcolor</p:attrName>
                                        </p:attrNameLst>
                                      </p:cBhvr>
                                      <p:by>
                                        <p:hsl h="7200000" s="0" l="0"/>
                                      </p:by>
                                    </p:animClr>
                                    <p:animClr clrSpc="hsl" dir="cw">
                                      <p:cBhvr>
                                        <p:cTn id="851" dur="1500" fill="hold"/>
                                        <p:tgtEl>
                                          <p:spTgt spid="89"/>
                                        </p:tgtEl>
                                        <p:attrNameLst>
                                          <p:attrName>stroke.color</p:attrName>
                                        </p:attrNameLst>
                                      </p:cBhvr>
                                      <p:by>
                                        <p:hsl h="7200000" s="0" l="0"/>
                                      </p:by>
                                    </p:animClr>
                                    <p:set>
                                      <p:cBhvr>
                                        <p:cTn id="852" dur="1500" fill="hold"/>
                                        <p:tgtEl>
                                          <p:spTgt spid="89"/>
                                        </p:tgtEl>
                                        <p:attrNameLst>
                                          <p:attrName>fill.type</p:attrName>
                                        </p:attrNameLst>
                                      </p:cBhvr>
                                      <p:to>
                                        <p:strVal val="solid"/>
                                      </p:to>
                                    </p:set>
                                  </p:childTnLst>
                                </p:cTn>
                              </p:par>
                              <p:par>
                                <p:cTn id="853" presetID="21" presetClass="emph" presetSubtype="0" fill="hold" grpId="1" nodeType="withEffect">
                                  <p:stCondLst>
                                    <p:cond delay="10250"/>
                                  </p:stCondLst>
                                  <p:childTnLst>
                                    <p:animClr clrSpc="hsl" dir="cw">
                                      <p:cBhvr override="childStyle">
                                        <p:cTn id="854" dur="1500" fill="hold"/>
                                        <p:tgtEl>
                                          <p:spTgt spid="90"/>
                                        </p:tgtEl>
                                        <p:attrNameLst>
                                          <p:attrName>style.color</p:attrName>
                                        </p:attrNameLst>
                                      </p:cBhvr>
                                      <p:by>
                                        <p:hsl h="7200000" s="0" l="0"/>
                                      </p:by>
                                    </p:animClr>
                                    <p:animClr clrSpc="hsl" dir="cw">
                                      <p:cBhvr>
                                        <p:cTn id="855" dur="1500" fill="hold"/>
                                        <p:tgtEl>
                                          <p:spTgt spid="90"/>
                                        </p:tgtEl>
                                        <p:attrNameLst>
                                          <p:attrName>fillcolor</p:attrName>
                                        </p:attrNameLst>
                                      </p:cBhvr>
                                      <p:by>
                                        <p:hsl h="7200000" s="0" l="0"/>
                                      </p:by>
                                    </p:animClr>
                                    <p:animClr clrSpc="hsl" dir="cw">
                                      <p:cBhvr>
                                        <p:cTn id="856" dur="1500" fill="hold"/>
                                        <p:tgtEl>
                                          <p:spTgt spid="90"/>
                                        </p:tgtEl>
                                        <p:attrNameLst>
                                          <p:attrName>stroke.color</p:attrName>
                                        </p:attrNameLst>
                                      </p:cBhvr>
                                      <p:by>
                                        <p:hsl h="7200000" s="0" l="0"/>
                                      </p:by>
                                    </p:animClr>
                                    <p:set>
                                      <p:cBhvr>
                                        <p:cTn id="857" dur="1500" fill="hold"/>
                                        <p:tgtEl>
                                          <p:spTgt spid="90"/>
                                        </p:tgtEl>
                                        <p:attrNameLst>
                                          <p:attrName>fill.type</p:attrName>
                                        </p:attrNameLst>
                                      </p:cBhvr>
                                      <p:to>
                                        <p:strVal val="solid"/>
                                      </p:to>
                                    </p:set>
                                  </p:childTnLst>
                                </p:cTn>
                              </p:par>
                              <p:par>
                                <p:cTn id="858" presetID="21" presetClass="emph" presetSubtype="0" fill="hold" grpId="1" nodeType="withEffect">
                                  <p:stCondLst>
                                    <p:cond delay="10250"/>
                                  </p:stCondLst>
                                  <p:childTnLst>
                                    <p:animClr clrSpc="hsl" dir="cw">
                                      <p:cBhvr override="childStyle">
                                        <p:cTn id="859" dur="1500" fill="hold"/>
                                        <p:tgtEl>
                                          <p:spTgt spid="91"/>
                                        </p:tgtEl>
                                        <p:attrNameLst>
                                          <p:attrName>style.color</p:attrName>
                                        </p:attrNameLst>
                                      </p:cBhvr>
                                      <p:by>
                                        <p:hsl h="7200000" s="0" l="0"/>
                                      </p:by>
                                    </p:animClr>
                                    <p:animClr clrSpc="hsl" dir="cw">
                                      <p:cBhvr>
                                        <p:cTn id="860" dur="1500" fill="hold"/>
                                        <p:tgtEl>
                                          <p:spTgt spid="91"/>
                                        </p:tgtEl>
                                        <p:attrNameLst>
                                          <p:attrName>fillcolor</p:attrName>
                                        </p:attrNameLst>
                                      </p:cBhvr>
                                      <p:by>
                                        <p:hsl h="7200000" s="0" l="0"/>
                                      </p:by>
                                    </p:animClr>
                                    <p:animClr clrSpc="hsl" dir="cw">
                                      <p:cBhvr>
                                        <p:cTn id="861" dur="1500" fill="hold"/>
                                        <p:tgtEl>
                                          <p:spTgt spid="91"/>
                                        </p:tgtEl>
                                        <p:attrNameLst>
                                          <p:attrName>stroke.color</p:attrName>
                                        </p:attrNameLst>
                                      </p:cBhvr>
                                      <p:by>
                                        <p:hsl h="7200000" s="0" l="0"/>
                                      </p:by>
                                    </p:animClr>
                                    <p:set>
                                      <p:cBhvr>
                                        <p:cTn id="862" dur="1500" fill="hold"/>
                                        <p:tgtEl>
                                          <p:spTgt spid="91"/>
                                        </p:tgtEl>
                                        <p:attrNameLst>
                                          <p:attrName>fill.type</p:attrName>
                                        </p:attrNameLst>
                                      </p:cBhvr>
                                      <p:to>
                                        <p:strVal val="solid"/>
                                      </p:to>
                                    </p:set>
                                  </p:childTnLst>
                                </p:cTn>
                              </p:par>
                              <p:par>
                                <p:cTn id="863" presetID="21" presetClass="emph" presetSubtype="0" fill="hold" grpId="1" nodeType="withEffect">
                                  <p:stCondLst>
                                    <p:cond delay="10250"/>
                                  </p:stCondLst>
                                  <p:childTnLst>
                                    <p:animClr clrSpc="hsl" dir="cw">
                                      <p:cBhvr override="childStyle">
                                        <p:cTn id="864" dur="1500" fill="hold"/>
                                        <p:tgtEl>
                                          <p:spTgt spid="92"/>
                                        </p:tgtEl>
                                        <p:attrNameLst>
                                          <p:attrName>style.color</p:attrName>
                                        </p:attrNameLst>
                                      </p:cBhvr>
                                      <p:by>
                                        <p:hsl h="7200000" s="0" l="0"/>
                                      </p:by>
                                    </p:animClr>
                                    <p:animClr clrSpc="hsl" dir="cw">
                                      <p:cBhvr>
                                        <p:cTn id="865" dur="1500" fill="hold"/>
                                        <p:tgtEl>
                                          <p:spTgt spid="92"/>
                                        </p:tgtEl>
                                        <p:attrNameLst>
                                          <p:attrName>fillcolor</p:attrName>
                                        </p:attrNameLst>
                                      </p:cBhvr>
                                      <p:by>
                                        <p:hsl h="7200000" s="0" l="0"/>
                                      </p:by>
                                    </p:animClr>
                                    <p:animClr clrSpc="hsl" dir="cw">
                                      <p:cBhvr>
                                        <p:cTn id="866" dur="1500" fill="hold"/>
                                        <p:tgtEl>
                                          <p:spTgt spid="92"/>
                                        </p:tgtEl>
                                        <p:attrNameLst>
                                          <p:attrName>stroke.color</p:attrName>
                                        </p:attrNameLst>
                                      </p:cBhvr>
                                      <p:by>
                                        <p:hsl h="7200000" s="0" l="0"/>
                                      </p:by>
                                    </p:animClr>
                                    <p:set>
                                      <p:cBhvr>
                                        <p:cTn id="867" dur="1500" fill="hold"/>
                                        <p:tgtEl>
                                          <p:spTgt spid="92"/>
                                        </p:tgtEl>
                                        <p:attrNameLst>
                                          <p:attrName>fill.type</p:attrName>
                                        </p:attrNameLst>
                                      </p:cBhvr>
                                      <p:to>
                                        <p:strVal val="solid"/>
                                      </p:to>
                                    </p:set>
                                  </p:childTnLst>
                                </p:cTn>
                              </p:par>
                              <p:par>
                                <p:cTn id="868" presetID="21" presetClass="emph" presetSubtype="0" fill="hold" grpId="1" nodeType="withEffect">
                                  <p:stCondLst>
                                    <p:cond delay="10250"/>
                                  </p:stCondLst>
                                  <p:childTnLst>
                                    <p:animClr clrSpc="hsl" dir="cw">
                                      <p:cBhvr override="childStyle">
                                        <p:cTn id="869" dur="1500" fill="hold"/>
                                        <p:tgtEl>
                                          <p:spTgt spid="93"/>
                                        </p:tgtEl>
                                        <p:attrNameLst>
                                          <p:attrName>style.color</p:attrName>
                                        </p:attrNameLst>
                                      </p:cBhvr>
                                      <p:by>
                                        <p:hsl h="7200000" s="0" l="0"/>
                                      </p:by>
                                    </p:animClr>
                                    <p:animClr clrSpc="hsl" dir="cw">
                                      <p:cBhvr>
                                        <p:cTn id="870" dur="1500" fill="hold"/>
                                        <p:tgtEl>
                                          <p:spTgt spid="93"/>
                                        </p:tgtEl>
                                        <p:attrNameLst>
                                          <p:attrName>fillcolor</p:attrName>
                                        </p:attrNameLst>
                                      </p:cBhvr>
                                      <p:by>
                                        <p:hsl h="7200000" s="0" l="0"/>
                                      </p:by>
                                    </p:animClr>
                                    <p:animClr clrSpc="hsl" dir="cw">
                                      <p:cBhvr>
                                        <p:cTn id="871" dur="1500" fill="hold"/>
                                        <p:tgtEl>
                                          <p:spTgt spid="93"/>
                                        </p:tgtEl>
                                        <p:attrNameLst>
                                          <p:attrName>stroke.color</p:attrName>
                                        </p:attrNameLst>
                                      </p:cBhvr>
                                      <p:by>
                                        <p:hsl h="7200000" s="0" l="0"/>
                                      </p:by>
                                    </p:animClr>
                                    <p:set>
                                      <p:cBhvr>
                                        <p:cTn id="872" dur="1500" fill="hold"/>
                                        <p:tgtEl>
                                          <p:spTgt spid="93"/>
                                        </p:tgtEl>
                                        <p:attrNameLst>
                                          <p:attrName>fill.type</p:attrName>
                                        </p:attrNameLst>
                                      </p:cBhvr>
                                      <p:to>
                                        <p:strVal val="solid"/>
                                      </p:to>
                                    </p:set>
                                  </p:childTnLst>
                                </p:cTn>
                              </p:par>
                              <p:par>
                                <p:cTn id="873" presetID="21" presetClass="emph" presetSubtype="0" fill="hold" grpId="1" nodeType="withEffect">
                                  <p:stCondLst>
                                    <p:cond delay="10250"/>
                                  </p:stCondLst>
                                  <p:childTnLst>
                                    <p:animClr clrSpc="hsl" dir="cw">
                                      <p:cBhvr override="childStyle">
                                        <p:cTn id="874" dur="1500" fill="hold"/>
                                        <p:tgtEl>
                                          <p:spTgt spid="94"/>
                                        </p:tgtEl>
                                        <p:attrNameLst>
                                          <p:attrName>style.color</p:attrName>
                                        </p:attrNameLst>
                                      </p:cBhvr>
                                      <p:by>
                                        <p:hsl h="7200000" s="0" l="0"/>
                                      </p:by>
                                    </p:animClr>
                                    <p:animClr clrSpc="hsl" dir="cw">
                                      <p:cBhvr>
                                        <p:cTn id="875" dur="1500" fill="hold"/>
                                        <p:tgtEl>
                                          <p:spTgt spid="94"/>
                                        </p:tgtEl>
                                        <p:attrNameLst>
                                          <p:attrName>fillcolor</p:attrName>
                                        </p:attrNameLst>
                                      </p:cBhvr>
                                      <p:by>
                                        <p:hsl h="7200000" s="0" l="0"/>
                                      </p:by>
                                    </p:animClr>
                                    <p:animClr clrSpc="hsl" dir="cw">
                                      <p:cBhvr>
                                        <p:cTn id="876" dur="1500" fill="hold"/>
                                        <p:tgtEl>
                                          <p:spTgt spid="94"/>
                                        </p:tgtEl>
                                        <p:attrNameLst>
                                          <p:attrName>stroke.color</p:attrName>
                                        </p:attrNameLst>
                                      </p:cBhvr>
                                      <p:by>
                                        <p:hsl h="7200000" s="0" l="0"/>
                                      </p:by>
                                    </p:animClr>
                                    <p:set>
                                      <p:cBhvr>
                                        <p:cTn id="877" dur="1500" fill="hold"/>
                                        <p:tgtEl>
                                          <p:spTgt spid="94"/>
                                        </p:tgtEl>
                                        <p:attrNameLst>
                                          <p:attrName>fill.type</p:attrName>
                                        </p:attrNameLst>
                                      </p:cBhvr>
                                      <p:to>
                                        <p:strVal val="solid"/>
                                      </p:to>
                                    </p:set>
                                  </p:childTnLst>
                                </p:cTn>
                              </p:par>
                              <p:par>
                                <p:cTn id="878" presetID="21" presetClass="emph" presetSubtype="0" fill="hold" grpId="1" nodeType="withEffect">
                                  <p:stCondLst>
                                    <p:cond delay="10250"/>
                                  </p:stCondLst>
                                  <p:childTnLst>
                                    <p:animClr clrSpc="hsl" dir="cw">
                                      <p:cBhvr override="childStyle">
                                        <p:cTn id="879" dur="1500" fill="hold"/>
                                        <p:tgtEl>
                                          <p:spTgt spid="103"/>
                                        </p:tgtEl>
                                        <p:attrNameLst>
                                          <p:attrName>style.color</p:attrName>
                                        </p:attrNameLst>
                                      </p:cBhvr>
                                      <p:by>
                                        <p:hsl h="7200000" s="0" l="0"/>
                                      </p:by>
                                    </p:animClr>
                                    <p:animClr clrSpc="hsl" dir="cw">
                                      <p:cBhvr>
                                        <p:cTn id="880" dur="1500" fill="hold"/>
                                        <p:tgtEl>
                                          <p:spTgt spid="103"/>
                                        </p:tgtEl>
                                        <p:attrNameLst>
                                          <p:attrName>fillcolor</p:attrName>
                                        </p:attrNameLst>
                                      </p:cBhvr>
                                      <p:by>
                                        <p:hsl h="7200000" s="0" l="0"/>
                                      </p:by>
                                    </p:animClr>
                                    <p:animClr clrSpc="hsl" dir="cw">
                                      <p:cBhvr>
                                        <p:cTn id="881" dur="1500" fill="hold"/>
                                        <p:tgtEl>
                                          <p:spTgt spid="103"/>
                                        </p:tgtEl>
                                        <p:attrNameLst>
                                          <p:attrName>stroke.color</p:attrName>
                                        </p:attrNameLst>
                                      </p:cBhvr>
                                      <p:by>
                                        <p:hsl h="7200000" s="0" l="0"/>
                                      </p:by>
                                    </p:animClr>
                                    <p:set>
                                      <p:cBhvr>
                                        <p:cTn id="882" dur="1500" fill="hold"/>
                                        <p:tgtEl>
                                          <p:spTgt spid="103"/>
                                        </p:tgtEl>
                                        <p:attrNameLst>
                                          <p:attrName>fill.type</p:attrName>
                                        </p:attrNameLst>
                                      </p:cBhvr>
                                      <p:to>
                                        <p:strVal val="solid"/>
                                      </p:to>
                                    </p:set>
                                  </p:childTnLst>
                                </p:cTn>
                              </p:par>
                              <p:par>
                                <p:cTn id="883" presetID="21" presetClass="emph" presetSubtype="0" fill="hold" grpId="1" nodeType="withEffect">
                                  <p:stCondLst>
                                    <p:cond delay="10250"/>
                                  </p:stCondLst>
                                  <p:childTnLst>
                                    <p:animClr clrSpc="hsl" dir="cw">
                                      <p:cBhvr override="childStyle">
                                        <p:cTn id="884" dur="1500" fill="hold"/>
                                        <p:tgtEl>
                                          <p:spTgt spid="104"/>
                                        </p:tgtEl>
                                        <p:attrNameLst>
                                          <p:attrName>style.color</p:attrName>
                                        </p:attrNameLst>
                                      </p:cBhvr>
                                      <p:by>
                                        <p:hsl h="7200000" s="0" l="0"/>
                                      </p:by>
                                    </p:animClr>
                                    <p:animClr clrSpc="hsl" dir="cw">
                                      <p:cBhvr>
                                        <p:cTn id="885" dur="1500" fill="hold"/>
                                        <p:tgtEl>
                                          <p:spTgt spid="104"/>
                                        </p:tgtEl>
                                        <p:attrNameLst>
                                          <p:attrName>fillcolor</p:attrName>
                                        </p:attrNameLst>
                                      </p:cBhvr>
                                      <p:by>
                                        <p:hsl h="7200000" s="0" l="0"/>
                                      </p:by>
                                    </p:animClr>
                                    <p:animClr clrSpc="hsl" dir="cw">
                                      <p:cBhvr>
                                        <p:cTn id="886" dur="1500" fill="hold"/>
                                        <p:tgtEl>
                                          <p:spTgt spid="104"/>
                                        </p:tgtEl>
                                        <p:attrNameLst>
                                          <p:attrName>stroke.color</p:attrName>
                                        </p:attrNameLst>
                                      </p:cBhvr>
                                      <p:by>
                                        <p:hsl h="7200000" s="0" l="0"/>
                                      </p:by>
                                    </p:animClr>
                                    <p:set>
                                      <p:cBhvr>
                                        <p:cTn id="887" dur="1500" fill="hold"/>
                                        <p:tgtEl>
                                          <p:spTgt spid="104"/>
                                        </p:tgtEl>
                                        <p:attrNameLst>
                                          <p:attrName>fill.type</p:attrName>
                                        </p:attrNameLst>
                                      </p:cBhvr>
                                      <p:to>
                                        <p:strVal val="solid"/>
                                      </p:to>
                                    </p:set>
                                  </p:childTnLst>
                                </p:cTn>
                              </p:par>
                              <p:par>
                                <p:cTn id="888" presetID="21" presetClass="emph" presetSubtype="0" fill="hold" grpId="1" nodeType="withEffect">
                                  <p:stCondLst>
                                    <p:cond delay="10250"/>
                                  </p:stCondLst>
                                  <p:childTnLst>
                                    <p:animClr clrSpc="hsl" dir="cw">
                                      <p:cBhvr override="childStyle">
                                        <p:cTn id="889" dur="1500" fill="hold"/>
                                        <p:tgtEl>
                                          <p:spTgt spid="105"/>
                                        </p:tgtEl>
                                        <p:attrNameLst>
                                          <p:attrName>style.color</p:attrName>
                                        </p:attrNameLst>
                                      </p:cBhvr>
                                      <p:by>
                                        <p:hsl h="7200000" s="0" l="0"/>
                                      </p:by>
                                    </p:animClr>
                                    <p:animClr clrSpc="hsl" dir="cw">
                                      <p:cBhvr>
                                        <p:cTn id="890" dur="1500" fill="hold"/>
                                        <p:tgtEl>
                                          <p:spTgt spid="105"/>
                                        </p:tgtEl>
                                        <p:attrNameLst>
                                          <p:attrName>fillcolor</p:attrName>
                                        </p:attrNameLst>
                                      </p:cBhvr>
                                      <p:by>
                                        <p:hsl h="7200000" s="0" l="0"/>
                                      </p:by>
                                    </p:animClr>
                                    <p:animClr clrSpc="hsl" dir="cw">
                                      <p:cBhvr>
                                        <p:cTn id="891" dur="1500" fill="hold"/>
                                        <p:tgtEl>
                                          <p:spTgt spid="105"/>
                                        </p:tgtEl>
                                        <p:attrNameLst>
                                          <p:attrName>stroke.color</p:attrName>
                                        </p:attrNameLst>
                                      </p:cBhvr>
                                      <p:by>
                                        <p:hsl h="7200000" s="0" l="0"/>
                                      </p:by>
                                    </p:animClr>
                                    <p:set>
                                      <p:cBhvr>
                                        <p:cTn id="892" dur="1500" fill="hold"/>
                                        <p:tgtEl>
                                          <p:spTgt spid="105"/>
                                        </p:tgtEl>
                                        <p:attrNameLst>
                                          <p:attrName>fill.type</p:attrName>
                                        </p:attrNameLst>
                                      </p:cBhvr>
                                      <p:to>
                                        <p:strVal val="solid"/>
                                      </p:to>
                                    </p:set>
                                  </p:childTnLst>
                                </p:cTn>
                              </p:par>
                              <p:par>
                                <p:cTn id="893" presetID="21" presetClass="emph" presetSubtype="0" fill="hold" grpId="1" nodeType="withEffect">
                                  <p:stCondLst>
                                    <p:cond delay="10250"/>
                                  </p:stCondLst>
                                  <p:childTnLst>
                                    <p:animClr clrSpc="hsl" dir="cw">
                                      <p:cBhvr override="childStyle">
                                        <p:cTn id="894" dur="1500" fill="hold"/>
                                        <p:tgtEl>
                                          <p:spTgt spid="106"/>
                                        </p:tgtEl>
                                        <p:attrNameLst>
                                          <p:attrName>style.color</p:attrName>
                                        </p:attrNameLst>
                                      </p:cBhvr>
                                      <p:by>
                                        <p:hsl h="7200000" s="0" l="0"/>
                                      </p:by>
                                    </p:animClr>
                                    <p:animClr clrSpc="hsl" dir="cw">
                                      <p:cBhvr>
                                        <p:cTn id="895" dur="1500" fill="hold"/>
                                        <p:tgtEl>
                                          <p:spTgt spid="106"/>
                                        </p:tgtEl>
                                        <p:attrNameLst>
                                          <p:attrName>fillcolor</p:attrName>
                                        </p:attrNameLst>
                                      </p:cBhvr>
                                      <p:by>
                                        <p:hsl h="7200000" s="0" l="0"/>
                                      </p:by>
                                    </p:animClr>
                                    <p:animClr clrSpc="hsl" dir="cw">
                                      <p:cBhvr>
                                        <p:cTn id="896" dur="1500" fill="hold"/>
                                        <p:tgtEl>
                                          <p:spTgt spid="106"/>
                                        </p:tgtEl>
                                        <p:attrNameLst>
                                          <p:attrName>stroke.color</p:attrName>
                                        </p:attrNameLst>
                                      </p:cBhvr>
                                      <p:by>
                                        <p:hsl h="7200000" s="0" l="0"/>
                                      </p:by>
                                    </p:animClr>
                                    <p:set>
                                      <p:cBhvr>
                                        <p:cTn id="897" dur="1500" fill="hold"/>
                                        <p:tgtEl>
                                          <p:spTgt spid="106"/>
                                        </p:tgtEl>
                                        <p:attrNameLst>
                                          <p:attrName>fill.type</p:attrName>
                                        </p:attrNameLst>
                                      </p:cBhvr>
                                      <p:to>
                                        <p:strVal val="solid"/>
                                      </p:to>
                                    </p:set>
                                  </p:childTnLst>
                                </p:cTn>
                              </p:par>
                              <p:par>
                                <p:cTn id="898" presetID="21" presetClass="emph" presetSubtype="0" fill="hold" nodeType="withEffect">
                                  <p:stCondLst>
                                    <p:cond delay="10250"/>
                                  </p:stCondLst>
                                  <p:childTnLst>
                                    <p:animClr clrSpc="hsl" dir="cw">
                                      <p:cBhvr override="childStyle">
                                        <p:cTn id="899" dur="1500" fill="hold"/>
                                        <p:tgtEl>
                                          <p:spTgt spid="107"/>
                                        </p:tgtEl>
                                        <p:attrNameLst>
                                          <p:attrName>style.color</p:attrName>
                                        </p:attrNameLst>
                                      </p:cBhvr>
                                      <p:by>
                                        <p:hsl h="7200000" s="0" l="0"/>
                                      </p:by>
                                    </p:animClr>
                                    <p:animClr clrSpc="hsl" dir="cw">
                                      <p:cBhvr>
                                        <p:cTn id="900" dur="1500" fill="hold"/>
                                        <p:tgtEl>
                                          <p:spTgt spid="107"/>
                                        </p:tgtEl>
                                        <p:attrNameLst>
                                          <p:attrName>fillcolor</p:attrName>
                                        </p:attrNameLst>
                                      </p:cBhvr>
                                      <p:by>
                                        <p:hsl h="7200000" s="0" l="0"/>
                                      </p:by>
                                    </p:animClr>
                                    <p:animClr clrSpc="hsl" dir="cw">
                                      <p:cBhvr>
                                        <p:cTn id="901" dur="1500" fill="hold"/>
                                        <p:tgtEl>
                                          <p:spTgt spid="107"/>
                                        </p:tgtEl>
                                        <p:attrNameLst>
                                          <p:attrName>stroke.color</p:attrName>
                                        </p:attrNameLst>
                                      </p:cBhvr>
                                      <p:by>
                                        <p:hsl h="7200000" s="0" l="0"/>
                                      </p:by>
                                    </p:animClr>
                                    <p:set>
                                      <p:cBhvr>
                                        <p:cTn id="902" dur="1500" fill="hold"/>
                                        <p:tgtEl>
                                          <p:spTgt spid="107"/>
                                        </p:tgtEl>
                                        <p:attrNameLst>
                                          <p:attrName>fill.type</p:attrName>
                                        </p:attrNameLst>
                                      </p:cBhvr>
                                      <p:to>
                                        <p:strVal val="solid"/>
                                      </p:to>
                                    </p:set>
                                  </p:childTnLst>
                                </p:cTn>
                              </p:par>
                              <p:par>
                                <p:cTn id="903" presetID="21" presetClass="emph" presetSubtype="0" fill="hold" grpId="1" nodeType="withEffect">
                                  <p:stCondLst>
                                    <p:cond delay="10250"/>
                                  </p:stCondLst>
                                  <p:childTnLst>
                                    <p:animClr clrSpc="hsl" dir="cw">
                                      <p:cBhvr override="childStyle">
                                        <p:cTn id="904" dur="1500" fill="hold"/>
                                        <p:tgtEl>
                                          <p:spTgt spid="108"/>
                                        </p:tgtEl>
                                        <p:attrNameLst>
                                          <p:attrName>style.color</p:attrName>
                                        </p:attrNameLst>
                                      </p:cBhvr>
                                      <p:by>
                                        <p:hsl h="7200000" s="0" l="0"/>
                                      </p:by>
                                    </p:animClr>
                                    <p:animClr clrSpc="hsl" dir="cw">
                                      <p:cBhvr>
                                        <p:cTn id="905" dur="1500" fill="hold"/>
                                        <p:tgtEl>
                                          <p:spTgt spid="108"/>
                                        </p:tgtEl>
                                        <p:attrNameLst>
                                          <p:attrName>fillcolor</p:attrName>
                                        </p:attrNameLst>
                                      </p:cBhvr>
                                      <p:by>
                                        <p:hsl h="7200000" s="0" l="0"/>
                                      </p:by>
                                    </p:animClr>
                                    <p:animClr clrSpc="hsl" dir="cw">
                                      <p:cBhvr>
                                        <p:cTn id="906" dur="1500" fill="hold"/>
                                        <p:tgtEl>
                                          <p:spTgt spid="108"/>
                                        </p:tgtEl>
                                        <p:attrNameLst>
                                          <p:attrName>stroke.color</p:attrName>
                                        </p:attrNameLst>
                                      </p:cBhvr>
                                      <p:by>
                                        <p:hsl h="7200000" s="0" l="0"/>
                                      </p:by>
                                    </p:animClr>
                                    <p:set>
                                      <p:cBhvr>
                                        <p:cTn id="907" dur="1500" fill="hold"/>
                                        <p:tgtEl>
                                          <p:spTgt spid="108"/>
                                        </p:tgtEl>
                                        <p:attrNameLst>
                                          <p:attrName>fill.type</p:attrName>
                                        </p:attrNameLst>
                                      </p:cBhvr>
                                      <p:to>
                                        <p:strVal val="solid"/>
                                      </p:to>
                                    </p:set>
                                  </p:childTnLst>
                                </p:cTn>
                              </p:par>
                              <p:par>
                                <p:cTn id="908" presetID="21" presetClass="emph" presetSubtype="0" fill="hold" grpId="1" nodeType="withEffect">
                                  <p:stCondLst>
                                    <p:cond delay="10250"/>
                                  </p:stCondLst>
                                  <p:childTnLst>
                                    <p:animClr clrSpc="hsl" dir="cw">
                                      <p:cBhvr override="childStyle">
                                        <p:cTn id="909" dur="1500" fill="hold"/>
                                        <p:tgtEl>
                                          <p:spTgt spid="109"/>
                                        </p:tgtEl>
                                        <p:attrNameLst>
                                          <p:attrName>style.color</p:attrName>
                                        </p:attrNameLst>
                                      </p:cBhvr>
                                      <p:by>
                                        <p:hsl h="7200000" s="0" l="0"/>
                                      </p:by>
                                    </p:animClr>
                                    <p:animClr clrSpc="hsl" dir="cw">
                                      <p:cBhvr>
                                        <p:cTn id="910" dur="1500" fill="hold"/>
                                        <p:tgtEl>
                                          <p:spTgt spid="109"/>
                                        </p:tgtEl>
                                        <p:attrNameLst>
                                          <p:attrName>fillcolor</p:attrName>
                                        </p:attrNameLst>
                                      </p:cBhvr>
                                      <p:by>
                                        <p:hsl h="7200000" s="0" l="0"/>
                                      </p:by>
                                    </p:animClr>
                                    <p:animClr clrSpc="hsl" dir="cw">
                                      <p:cBhvr>
                                        <p:cTn id="911" dur="1500" fill="hold"/>
                                        <p:tgtEl>
                                          <p:spTgt spid="109"/>
                                        </p:tgtEl>
                                        <p:attrNameLst>
                                          <p:attrName>stroke.color</p:attrName>
                                        </p:attrNameLst>
                                      </p:cBhvr>
                                      <p:by>
                                        <p:hsl h="7200000" s="0" l="0"/>
                                      </p:by>
                                    </p:animClr>
                                    <p:set>
                                      <p:cBhvr>
                                        <p:cTn id="912" dur="1500" fill="hold"/>
                                        <p:tgtEl>
                                          <p:spTgt spid="109"/>
                                        </p:tgtEl>
                                        <p:attrNameLst>
                                          <p:attrName>fill.type</p:attrName>
                                        </p:attrNameLst>
                                      </p:cBhvr>
                                      <p:to>
                                        <p:strVal val="solid"/>
                                      </p:to>
                                    </p:set>
                                  </p:childTnLst>
                                </p:cTn>
                              </p:par>
                              <p:par>
                                <p:cTn id="913" presetID="21" presetClass="emph" presetSubtype="0" fill="hold" grpId="1" nodeType="withEffect">
                                  <p:stCondLst>
                                    <p:cond delay="10250"/>
                                  </p:stCondLst>
                                  <p:childTnLst>
                                    <p:animClr clrSpc="hsl" dir="cw">
                                      <p:cBhvr override="childStyle">
                                        <p:cTn id="914" dur="1500" fill="hold"/>
                                        <p:tgtEl>
                                          <p:spTgt spid="110"/>
                                        </p:tgtEl>
                                        <p:attrNameLst>
                                          <p:attrName>style.color</p:attrName>
                                        </p:attrNameLst>
                                      </p:cBhvr>
                                      <p:by>
                                        <p:hsl h="7200000" s="0" l="0"/>
                                      </p:by>
                                    </p:animClr>
                                    <p:animClr clrSpc="hsl" dir="cw">
                                      <p:cBhvr>
                                        <p:cTn id="915" dur="1500" fill="hold"/>
                                        <p:tgtEl>
                                          <p:spTgt spid="110"/>
                                        </p:tgtEl>
                                        <p:attrNameLst>
                                          <p:attrName>fillcolor</p:attrName>
                                        </p:attrNameLst>
                                      </p:cBhvr>
                                      <p:by>
                                        <p:hsl h="7200000" s="0" l="0"/>
                                      </p:by>
                                    </p:animClr>
                                    <p:animClr clrSpc="hsl" dir="cw">
                                      <p:cBhvr>
                                        <p:cTn id="916" dur="1500" fill="hold"/>
                                        <p:tgtEl>
                                          <p:spTgt spid="110"/>
                                        </p:tgtEl>
                                        <p:attrNameLst>
                                          <p:attrName>stroke.color</p:attrName>
                                        </p:attrNameLst>
                                      </p:cBhvr>
                                      <p:by>
                                        <p:hsl h="7200000" s="0" l="0"/>
                                      </p:by>
                                    </p:animClr>
                                    <p:set>
                                      <p:cBhvr>
                                        <p:cTn id="917" dur="1500" fill="hold"/>
                                        <p:tgtEl>
                                          <p:spTgt spid="110"/>
                                        </p:tgtEl>
                                        <p:attrNameLst>
                                          <p:attrName>fill.type</p:attrName>
                                        </p:attrNameLst>
                                      </p:cBhvr>
                                      <p:to>
                                        <p:strVal val="solid"/>
                                      </p:to>
                                    </p:set>
                                  </p:childTnLst>
                                </p:cTn>
                              </p:par>
                              <p:par>
                                <p:cTn id="918" presetID="21" presetClass="emph" presetSubtype="0" fill="hold" grpId="1" nodeType="withEffect">
                                  <p:stCondLst>
                                    <p:cond delay="10250"/>
                                  </p:stCondLst>
                                  <p:childTnLst>
                                    <p:animClr clrSpc="hsl" dir="cw">
                                      <p:cBhvr override="childStyle">
                                        <p:cTn id="919" dur="1500" fill="hold"/>
                                        <p:tgtEl>
                                          <p:spTgt spid="111"/>
                                        </p:tgtEl>
                                        <p:attrNameLst>
                                          <p:attrName>style.color</p:attrName>
                                        </p:attrNameLst>
                                      </p:cBhvr>
                                      <p:by>
                                        <p:hsl h="7200000" s="0" l="0"/>
                                      </p:by>
                                    </p:animClr>
                                    <p:animClr clrSpc="hsl" dir="cw">
                                      <p:cBhvr>
                                        <p:cTn id="920" dur="1500" fill="hold"/>
                                        <p:tgtEl>
                                          <p:spTgt spid="111"/>
                                        </p:tgtEl>
                                        <p:attrNameLst>
                                          <p:attrName>fillcolor</p:attrName>
                                        </p:attrNameLst>
                                      </p:cBhvr>
                                      <p:by>
                                        <p:hsl h="7200000" s="0" l="0"/>
                                      </p:by>
                                    </p:animClr>
                                    <p:animClr clrSpc="hsl" dir="cw">
                                      <p:cBhvr>
                                        <p:cTn id="921" dur="1500" fill="hold"/>
                                        <p:tgtEl>
                                          <p:spTgt spid="111"/>
                                        </p:tgtEl>
                                        <p:attrNameLst>
                                          <p:attrName>stroke.color</p:attrName>
                                        </p:attrNameLst>
                                      </p:cBhvr>
                                      <p:by>
                                        <p:hsl h="7200000" s="0" l="0"/>
                                      </p:by>
                                    </p:animClr>
                                    <p:set>
                                      <p:cBhvr>
                                        <p:cTn id="922" dur="1500" fill="hold"/>
                                        <p:tgtEl>
                                          <p:spTgt spid="111"/>
                                        </p:tgtEl>
                                        <p:attrNameLst>
                                          <p:attrName>fill.type</p:attrName>
                                        </p:attrNameLst>
                                      </p:cBhvr>
                                      <p:to>
                                        <p:strVal val="solid"/>
                                      </p:to>
                                    </p:set>
                                  </p:childTnLst>
                                </p:cTn>
                              </p:par>
                              <p:par>
                                <p:cTn id="923" presetID="21" presetClass="emph" presetSubtype="0" fill="hold" grpId="1" nodeType="withEffect">
                                  <p:stCondLst>
                                    <p:cond delay="10250"/>
                                  </p:stCondLst>
                                  <p:childTnLst>
                                    <p:animClr clrSpc="hsl" dir="cw">
                                      <p:cBhvr override="childStyle">
                                        <p:cTn id="924" dur="1500" fill="hold"/>
                                        <p:tgtEl>
                                          <p:spTgt spid="112"/>
                                        </p:tgtEl>
                                        <p:attrNameLst>
                                          <p:attrName>style.color</p:attrName>
                                        </p:attrNameLst>
                                      </p:cBhvr>
                                      <p:by>
                                        <p:hsl h="7200000" s="0" l="0"/>
                                      </p:by>
                                    </p:animClr>
                                    <p:animClr clrSpc="hsl" dir="cw">
                                      <p:cBhvr>
                                        <p:cTn id="925" dur="1500" fill="hold"/>
                                        <p:tgtEl>
                                          <p:spTgt spid="112"/>
                                        </p:tgtEl>
                                        <p:attrNameLst>
                                          <p:attrName>fillcolor</p:attrName>
                                        </p:attrNameLst>
                                      </p:cBhvr>
                                      <p:by>
                                        <p:hsl h="7200000" s="0" l="0"/>
                                      </p:by>
                                    </p:animClr>
                                    <p:animClr clrSpc="hsl" dir="cw">
                                      <p:cBhvr>
                                        <p:cTn id="926" dur="1500" fill="hold"/>
                                        <p:tgtEl>
                                          <p:spTgt spid="112"/>
                                        </p:tgtEl>
                                        <p:attrNameLst>
                                          <p:attrName>stroke.color</p:attrName>
                                        </p:attrNameLst>
                                      </p:cBhvr>
                                      <p:by>
                                        <p:hsl h="7200000" s="0" l="0"/>
                                      </p:by>
                                    </p:animClr>
                                    <p:set>
                                      <p:cBhvr>
                                        <p:cTn id="927" dur="1500" fill="hold"/>
                                        <p:tgtEl>
                                          <p:spTgt spid="112"/>
                                        </p:tgtEl>
                                        <p:attrNameLst>
                                          <p:attrName>fill.type</p:attrName>
                                        </p:attrNameLst>
                                      </p:cBhvr>
                                      <p:to>
                                        <p:strVal val="solid"/>
                                      </p:to>
                                    </p:set>
                                  </p:childTnLst>
                                </p:cTn>
                              </p:par>
                              <p:par>
                                <p:cTn id="928" presetID="21" presetClass="emph" presetSubtype="0" fill="hold" nodeType="withEffect">
                                  <p:stCondLst>
                                    <p:cond delay="10250"/>
                                  </p:stCondLst>
                                  <p:childTnLst>
                                    <p:animClr clrSpc="hsl" dir="cw">
                                      <p:cBhvr override="childStyle">
                                        <p:cTn id="929" dur="1500" fill="hold"/>
                                        <p:tgtEl>
                                          <p:spTgt spid="113"/>
                                        </p:tgtEl>
                                        <p:attrNameLst>
                                          <p:attrName>style.color</p:attrName>
                                        </p:attrNameLst>
                                      </p:cBhvr>
                                      <p:by>
                                        <p:hsl h="7200000" s="0" l="0"/>
                                      </p:by>
                                    </p:animClr>
                                    <p:animClr clrSpc="hsl" dir="cw">
                                      <p:cBhvr>
                                        <p:cTn id="930" dur="1500" fill="hold"/>
                                        <p:tgtEl>
                                          <p:spTgt spid="113"/>
                                        </p:tgtEl>
                                        <p:attrNameLst>
                                          <p:attrName>fillcolor</p:attrName>
                                        </p:attrNameLst>
                                      </p:cBhvr>
                                      <p:by>
                                        <p:hsl h="7200000" s="0" l="0"/>
                                      </p:by>
                                    </p:animClr>
                                    <p:animClr clrSpc="hsl" dir="cw">
                                      <p:cBhvr>
                                        <p:cTn id="931" dur="1500" fill="hold"/>
                                        <p:tgtEl>
                                          <p:spTgt spid="113"/>
                                        </p:tgtEl>
                                        <p:attrNameLst>
                                          <p:attrName>stroke.color</p:attrName>
                                        </p:attrNameLst>
                                      </p:cBhvr>
                                      <p:by>
                                        <p:hsl h="7200000" s="0" l="0"/>
                                      </p:by>
                                    </p:animClr>
                                    <p:set>
                                      <p:cBhvr>
                                        <p:cTn id="932" dur="1500" fill="hold"/>
                                        <p:tgtEl>
                                          <p:spTgt spid="113"/>
                                        </p:tgtEl>
                                        <p:attrNameLst>
                                          <p:attrName>fill.type</p:attrName>
                                        </p:attrNameLst>
                                      </p:cBhvr>
                                      <p:to>
                                        <p:strVal val="solid"/>
                                      </p:to>
                                    </p:set>
                                  </p:childTnLst>
                                </p:cTn>
                              </p:par>
                              <p:par>
                                <p:cTn id="933" presetID="21" presetClass="emph" presetSubtype="0" fill="hold" grpId="1" nodeType="withEffect">
                                  <p:stCondLst>
                                    <p:cond delay="10250"/>
                                  </p:stCondLst>
                                  <p:childTnLst>
                                    <p:animClr clrSpc="hsl" dir="cw">
                                      <p:cBhvr override="childStyle">
                                        <p:cTn id="934" dur="1500" fill="hold"/>
                                        <p:tgtEl>
                                          <p:spTgt spid="114"/>
                                        </p:tgtEl>
                                        <p:attrNameLst>
                                          <p:attrName>style.color</p:attrName>
                                        </p:attrNameLst>
                                      </p:cBhvr>
                                      <p:by>
                                        <p:hsl h="7200000" s="0" l="0"/>
                                      </p:by>
                                    </p:animClr>
                                    <p:animClr clrSpc="hsl" dir="cw">
                                      <p:cBhvr>
                                        <p:cTn id="935" dur="1500" fill="hold"/>
                                        <p:tgtEl>
                                          <p:spTgt spid="114"/>
                                        </p:tgtEl>
                                        <p:attrNameLst>
                                          <p:attrName>fillcolor</p:attrName>
                                        </p:attrNameLst>
                                      </p:cBhvr>
                                      <p:by>
                                        <p:hsl h="7200000" s="0" l="0"/>
                                      </p:by>
                                    </p:animClr>
                                    <p:animClr clrSpc="hsl" dir="cw">
                                      <p:cBhvr>
                                        <p:cTn id="936" dur="1500" fill="hold"/>
                                        <p:tgtEl>
                                          <p:spTgt spid="114"/>
                                        </p:tgtEl>
                                        <p:attrNameLst>
                                          <p:attrName>stroke.color</p:attrName>
                                        </p:attrNameLst>
                                      </p:cBhvr>
                                      <p:by>
                                        <p:hsl h="7200000" s="0" l="0"/>
                                      </p:by>
                                    </p:animClr>
                                    <p:set>
                                      <p:cBhvr>
                                        <p:cTn id="937" dur="1500" fill="hold"/>
                                        <p:tgtEl>
                                          <p:spTgt spid="114"/>
                                        </p:tgtEl>
                                        <p:attrNameLst>
                                          <p:attrName>fill.type</p:attrName>
                                        </p:attrNameLst>
                                      </p:cBhvr>
                                      <p:to>
                                        <p:strVal val="solid"/>
                                      </p:to>
                                    </p:set>
                                  </p:childTnLst>
                                </p:cTn>
                              </p:par>
                              <p:par>
                                <p:cTn id="938" presetID="21" presetClass="emph" presetSubtype="0" fill="hold" grpId="2" nodeType="withEffect">
                                  <p:stCondLst>
                                    <p:cond delay="11500"/>
                                  </p:stCondLst>
                                  <p:childTnLst>
                                    <p:animClr clrSpc="hsl" dir="cw">
                                      <p:cBhvr override="childStyle">
                                        <p:cTn id="939" dur="1250" fill="hold"/>
                                        <p:tgtEl>
                                          <p:spTgt spid="27"/>
                                        </p:tgtEl>
                                        <p:attrNameLst>
                                          <p:attrName>style.color</p:attrName>
                                        </p:attrNameLst>
                                      </p:cBhvr>
                                      <p:by>
                                        <p:hsl h="7200000" s="0" l="0"/>
                                      </p:by>
                                    </p:animClr>
                                    <p:animClr clrSpc="hsl" dir="cw">
                                      <p:cBhvr>
                                        <p:cTn id="940" dur="1250" fill="hold"/>
                                        <p:tgtEl>
                                          <p:spTgt spid="27"/>
                                        </p:tgtEl>
                                        <p:attrNameLst>
                                          <p:attrName>fillcolor</p:attrName>
                                        </p:attrNameLst>
                                      </p:cBhvr>
                                      <p:by>
                                        <p:hsl h="7200000" s="0" l="0"/>
                                      </p:by>
                                    </p:animClr>
                                    <p:animClr clrSpc="hsl" dir="cw">
                                      <p:cBhvr>
                                        <p:cTn id="941" dur="1250" fill="hold"/>
                                        <p:tgtEl>
                                          <p:spTgt spid="27"/>
                                        </p:tgtEl>
                                        <p:attrNameLst>
                                          <p:attrName>stroke.color</p:attrName>
                                        </p:attrNameLst>
                                      </p:cBhvr>
                                      <p:by>
                                        <p:hsl h="7200000" s="0" l="0"/>
                                      </p:by>
                                    </p:animClr>
                                    <p:set>
                                      <p:cBhvr>
                                        <p:cTn id="942" dur="1250" fill="hold"/>
                                        <p:tgtEl>
                                          <p:spTgt spid="27"/>
                                        </p:tgtEl>
                                        <p:attrNameLst>
                                          <p:attrName>fill.type</p:attrName>
                                        </p:attrNameLst>
                                      </p:cBhvr>
                                      <p:to>
                                        <p:strVal val="solid"/>
                                      </p:to>
                                    </p:set>
                                  </p:childTnLst>
                                </p:cTn>
                              </p:par>
                              <p:par>
                                <p:cTn id="943" presetID="21" presetClass="emph" presetSubtype="0" fill="hold" grpId="2" nodeType="withEffect">
                                  <p:stCondLst>
                                    <p:cond delay="11500"/>
                                  </p:stCondLst>
                                  <p:childTnLst>
                                    <p:animClr clrSpc="hsl" dir="cw">
                                      <p:cBhvr override="childStyle">
                                        <p:cTn id="944" dur="1250" fill="hold"/>
                                        <p:tgtEl>
                                          <p:spTgt spid="53"/>
                                        </p:tgtEl>
                                        <p:attrNameLst>
                                          <p:attrName>style.color</p:attrName>
                                        </p:attrNameLst>
                                      </p:cBhvr>
                                      <p:by>
                                        <p:hsl h="7200000" s="0" l="0"/>
                                      </p:by>
                                    </p:animClr>
                                    <p:animClr clrSpc="hsl" dir="cw">
                                      <p:cBhvr>
                                        <p:cTn id="945" dur="1250" fill="hold"/>
                                        <p:tgtEl>
                                          <p:spTgt spid="53"/>
                                        </p:tgtEl>
                                        <p:attrNameLst>
                                          <p:attrName>fillcolor</p:attrName>
                                        </p:attrNameLst>
                                      </p:cBhvr>
                                      <p:by>
                                        <p:hsl h="7200000" s="0" l="0"/>
                                      </p:by>
                                    </p:animClr>
                                    <p:animClr clrSpc="hsl" dir="cw">
                                      <p:cBhvr>
                                        <p:cTn id="946" dur="1250" fill="hold"/>
                                        <p:tgtEl>
                                          <p:spTgt spid="53"/>
                                        </p:tgtEl>
                                        <p:attrNameLst>
                                          <p:attrName>stroke.color</p:attrName>
                                        </p:attrNameLst>
                                      </p:cBhvr>
                                      <p:by>
                                        <p:hsl h="7200000" s="0" l="0"/>
                                      </p:by>
                                    </p:animClr>
                                    <p:set>
                                      <p:cBhvr>
                                        <p:cTn id="947" dur="1250" fill="hold"/>
                                        <p:tgtEl>
                                          <p:spTgt spid="53"/>
                                        </p:tgtEl>
                                        <p:attrNameLst>
                                          <p:attrName>fill.type</p:attrName>
                                        </p:attrNameLst>
                                      </p:cBhvr>
                                      <p:to>
                                        <p:strVal val="solid"/>
                                      </p:to>
                                    </p:set>
                                  </p:childTnLst>
                                </p:cTn>
                              </p:par>
                              <p:par>
                                <p:cTn id="948" presetID="21" presetClass="emph" presetSubtype="0" fill="hold" grpId="2" nodeType="withEffect">
                                  <p:stCondLst>
                                    <p:cond delay="11500"/>
                                  </p:stCondLst>
                                  <p:childTnLst>
                                    <p:animClr clrSpc="hsl" dir="cw">
                                      <p:cBhvr override="childStyle">
                                        <p:cTn id="949" dur="1250" fill="hold"/>
                                        <p:tgtEl>
                                          <p:spTgt spid="54"/>
                                        </p:tgtEl>
                                        <p:attrNameLst>
                                          <p:attrName>style.color</p:attrName>
                                        </p:attrNameLst>
                                      </p:cBhvr>
                                      <p:by>
                                        <p:hsl h="7200000" s="0" l="0"/>
                                      </p:by>
                                    </p:animClr>
                                    <p:animClr clrSpc="hsl" dir="cw">
                                      <p:cBhvr>
                                        <p:cTn id="950" dur="1250" fill="hold"/>
                                        <p:tgtEl>
                                          <p:spTgt spid="54"/>
                                        </p:tgtEl>
                                        <p:attrNameLst>
                                          <p:attrName>fillcolor</p:attrName>
                                        </p:attrNameLst>
                                      </p:cBhvr>
                                      <p:by>
                                        <p:hsl h="7200000" s="0" l="0"/>
                                      </p:by>
                                    </p:animClr>
                                    <p:animClr clrSpc="hsl" dir="cw">
                                      <p:cBhvr>
                                        <p:cTn id="951" dur="1250" fill="hold"/>
                                        <p:tgtEl>
                                          <p:spTgt spid="54"/>
                                        </p:tgtEl>
                                        <p:attrNameLst>
                                          <p:attrName>stroke.color</p:attrName>
                                        </p:attrNameLst>
                                      </p:cBhvr>
                                      <p:by>
                                        <p:hsl h="7200000" s="0" l="0"/>
                                      </p:by>
                                    </p:animClr>
                                    <p:set>
                                      <p:cBhvr>
                                        <p:cTn id="952" dur="1250" fill="hold"/>
                                        <p:tgtEl>
                                          <p:spTgt spid="54"/>
                                        </p:tgtEl>
                                        <p:attrNameLst>
                                          <p:attrName>fill.type</p:attrName>
                                        </p:attrNameLst>
                                      </p:cBhvr>
                                      <p:to>
                                        <p:strVal val="solid"/>
                                      </p:to>
                                    </p:set>
                                  </p:childTnLst>
                                </p:cTn>
                              </p:par>
                              <p:par>
                                <p:cTn id="953" presetID="21" presetClass="emph" presetSubtype="0" fill="hold" grpId="2" nodeType="withEffect">
                                  <p:stCondLst>
                                    <p:cond delay="11500"/>
                                  </p:stCondLst>
                                  <p:childTnLst>
                                    <p:animClr clrSpc="hsl" dir="cw">
                                      <p:cBhvr override="childStyle">
                                        <p:cTn id="954" dur="1250" fill="hold"/>
                                        <p:tgtEl>
                                          <p:spTgt spid="55"/>
                                        </p:tgtEl>
                                        <p:attrNameLst>
                                          <p:attrName>style.color</p:attrName>
                                        </p:attrNameLst>
                                      </p:cBhvr>
                                      <p:by>
                                        <p:hsl h="7200000" s="0" l="0"/>
                                      </p:by>
                                    </p:animClr>
                                    <p:animClr clrSpc="hsl" dir="cw">
                                      <p:cBhvr>
                                        <p:cTn id="955" dur="1250" fill="hold"/>
                                        <p:tgtEl>
                                          <p:spTgt spid="55"/>
                                        </p:tgtEl>
                                        <p:attrNameLst>
                                          <p:attrName>fillcolor</p:attrName>
                                        </p:attrNameLst>
                                      </p:cBhvr>
                                      <p:by>
                                        <p:hsl h="7200000" s="0" l="0"/>
                                      </p:by>
                                    </p:animClr>
                                    <p:animClr clrSpc="hsl" dir="cw">
                                      <p:cBhvr>
                                        <p:cTn id="956" dur="1250" fill="hold"/>
                                        <p:tgtEl>
                                          <p:spTgt spid="55"/>
                                        </p:tgtEl>
                                        <p:attrNameLst>
                                          <p:attrName>stroke.color</p:attrName>
                                        </p:attrNameLst>
                                      </p:cBhvr>
                                      <p:by>
                                        <p:hsl h="7200000" s="0" l="0"/>
                                      </p:by>
                                    </p:animClr>
                                    <p:set>
                                      <p:cBhvr>
                                        <p:cTn id="957" dur="1250" fill="hold"/>
                                        <p:tgtEl>
                                          <p:spTgt spid="55"/>
                                        </p:tgtEl>
                                        <p:attrNameLst>
                                          <p:attrName>fill.type</p:attrName>
                                        </p:attrNameLst>
                                      </p:cBhvr>
                                      <p:to>
                                        <p:strVal val="solid"/>
                                      </p:to>
                                    </p:set>
                                  </p:childTnLst>
                                </p:cTn>
                              </p:par>
                              <p:par>
                                <p:cTn id="958" presetID="21" presetClass="emph" presetSubtype="0" fill="hold" grpId="2" nodeType="withEffect">
                                  <p:stCondLst>
                                    <p:cond delay="11500"/>
                                  </p:stCondLst>
                                  <p:childTnLst>
                                    <p:animClr clrSpc="hsl" dir="cw">
                                      <p:cBhvr override="childStyle">
                                        <p:cTn id="959" dur="1250" fill="hold"/>
                                        <p:tgtEl>
                                          <p:spTgt spid="56"/>
                                        </p:tgtEl>
                                        <p:attrNameLst>
                                          <p:attrName>style.color</p:attrName>
                                        </p:attrNameLst>
                                      </p:cBhvr>
                                      <p:by>
                                        <p:hsl h="7200000" s="0" l="0"/>
                                      </p:by>
                                    </p:animClr>
                                    <p:animClr clrSpc="hsl" dir="cw">
                                      <p:cBhvr>
                                        <p:cTn id="960" dur="1250" fill="hold"/>
                                        <p:tgtEl>
                                          <p:spTgt spid="56"/>
                                        </p:tgtEl>
                                        <p:attrNameLst>
                                          <p:attrName>fillcolor</p:attrName>
                                        </p:attrNameLst>
                                      </p:cBhvr>
                                      <p:by>
                                        <p:hsl h="7200000" s="0" l="0"/>
                                      </p:by>
                                    </p:animClr>
                                    <p:animClr clrSpc="hsl" dir="cw">
                                      <p:cBhvr>
                                        <p:cTn id="961" dur="1250" fill="hold"/>
                                        <p:tgtEl>
                                          <p:spTgt spid="56"/>
                                        </p:tgtEl>
                                        <p:attrNameLst>
                                          <p:attrName>stroke.color</p:attrName>
                                        </p:attrNameLst>
                                      </p:cBhvr>
                                      <p:by>
                                        <p:hsl h="7200000" s="0" l="0"/>
                                      </p:by>
                                    </p:animClr>
                                    <p:set>
                                      <p:cBhvr>
                                        <p:cTn id="962" dur="1250" fill="hold"/>
                                        <p:tgtEl>
                                          <p:spTgt spid="56"/>
                                        </p:tgtEl>
                                        <p:attrNameLst>
                                          <p:attrName>fill.type</p:attrName>
                                        </p:attrNameLst>
                                      </p:cBhvr>
                                      <p:to>
                                        <p:strVal val="solid"/>
                                      </p:to>
                                    </p:set>
                                  </p:childTnLst>
                                </p:cTn>
                              </p:par>
                              <p:par>
                                <p:cTn id="963" presetID="21" presetClass="emph" presetSubtype="0" fill="hold" grpId="2" nodeType="withEffect">
                                  <p:stCondLst>
                                    <p:cond delay="11500"/>
                                  </p:stCondLst>
                                  <p:childTnLst>
                                    <p:animClr clrSpc="hsl" dir="cw">
                                      <p:cBhvr override="childStyle">
                                        <p:cTn id="964" dur="1250" fill="hold"/>
                                        <p:tgtEl>
                                          <p:spTgt spid="57"/>
                                        </p:tgtEl>
                                        <p:attrNameLst>
                                          <p:attrName>style.color</p:attrName>
                                        </p:attrNameLst>
                                      </p:cBhvr>
                                      <p:by>
                                        <p:hsl h="7200000" s="0" l="0"/>
                                      </p:by>
                                    </p:animClr>
                                    <p:animClr clrSpc="hsl" dir="cw">
                                      <p:cBhvr>
                                        <p:cTn id="965" dur="1250" fill="hold"/>
                                        <p:tgtEl>
                                          <p:spTgt spid="57"/>
                                        </p:tgtEl>
                                        <p:attrNameLst>
                                          <p:attrName>fillcolor</p:attrName>
                                        </p:attrNameLst>
                                      </p:cBhvr>
                                      <p:by>
                                        <p:hsl h="7200000" s="0" l="0"/>
                                      </p:by>
                                    </p:animClr>
                                    <p:animClr clrSpc="hsl" dir="cw">
                                      <p:cBhvr>
                                        <p:cTn id="966" dur="1250" fill="hold"/>
                                        <p:tgtEl>
                                          <p:spTgt spid="57"/>
                                        </p:tgtEl>
                                        <p:attrNameLst>
                                          <p:attrName>stroke.color</p:attrName>
                                        </p:attrNameLst>
                                      </p:cBhvr>
                                      <p:by>
                                        <p:hsl h="7200000" s="0" l="0"/>
                                      </p:by>
                                    </p:animClr>
                                    <p:set>
                                      <p:cBhvr>
                                        <p:cTn id="967" dur="1250" fill="hold"/>
                                        <p:tgtEl>
                                          <p:spTgt spid="57"/>
                                        </p:tgtEl>
                                        <p:attrNameLst>
                                          <p:attrName>fill.type</p:attrName>
                                        </p:attrNameLst>
                                      </p:cBhvr>
                                      <p:to>
                                        <p:strVal val="solid"/>
                                      </p:to>
                                    </p:set>
                                  </p:childTnLst>
                                </p:cTn>
                              </p:par>
                              <p:par>
                                <p:cTn id="968" presetID="21" presetClass="emph" presetSubtype="0" fill="hold" grpId="2" nodeType="withEffect">
                                  <p:stCondLst>
                                    <p:cond delay="11500"/>
                                  </p:stCondLst>
                                  <p:childTnLst>
                                    <p:animClr clrSpc="hsl" dir="cw">
                                      <p:cBhvr override="childStyle">
                                        <p:cTn id="969" dur="1250" fill="hold"/>
                                        <p:tgtEl>
                                          <p:spTgt spid="58"/>
                                        </p:tgtEl>
                                        <p:attrNameLst>
                                          <p:attrName>style.color</p:attrName>
                                        </p:attrNameLst>
                                      </p:cBhvr>
                                      <p:by>
                                        <p:hsl h="7200000" s="0" l="0"/>
                                      </p:by>
                                    </p:animClr>
                                    <p:animClr clrSpc="hsl" dir="cw">
                                      <p:cBhvr>
                                        <p:cTn id="970" dur="1250" fill="hold"/>
                                        <p:tgtEl>
                                          <p:spTgt spid="58"/>
                                        </p:tgtEl>
                                        <p:attrNameLst>
                                          <p:attrName>fillcolor</p:attrName>
                                        </p:attrNameLst>
                                      </p:cBhvr>
                                      <p:by>
                                        <p:hsl h="7200000" s="0" l="0"/>
                                      </p:by>
                                    </p:animClr>
                                    <p:animClr clrSpc="hsl" dir="cw">
                                      <p:cBhvr>
                                        <p:cTn id="971" dur="1250" fill="hold"/>
                                        <p:tgtEl>
                                          <p:spTgt spid="58"/>
                                        </p:tgtEl>
                                        <p:attrNameLst>
                                          <p:attrName>stroke.color</p:attrName>
                                        </p:attrNameLst>
                                      </p:cBhvr>
                                      <p:by>
                                        <p:hsl h="7200000" s="0" l="0"/>
                                      </p:by>
                                    </p:animClr>
                                    <p:set>
                                      <p:cBhvr>
                                        <p:cTn id="972" dur="1250" fill="hold"/>
                                        <p:tgtEl>
                                          <p:spTgt spid="58"/>
                                        </p:tgtEl>
                                        <p:attrNameLst>
                                          <p:attrName>fill.type</p:attrName>
                                        </p:attrNameLst>
                                      </p:cBhvr>
                                      <p:to>
                                        <p:strVal val="solid"/>
                                      </p:to>
                                    </p:set>
                                  </p:childTnLst>
                                </p:cTn>
                              </p:par>
                              <p:par>
                                <p:cTn id="973" presetID="21" presetClass="emph" presetSubtype="0" fill="hold" grpId="2" nodeType="withEffect">
                                  <p:stCondLst>
                                    <p:cond delay="11500"/>
                                  </p:stCondLst>
                                  <p:childTnLst>
                                    <p:animClr clrSpc="hsl" dir="cw">
                                      <p:cBhvr override="childStyle">
                                        <p:cTn id="974" dur="1250" fill="hold"/>
                                        <p:tgtEl>
                                          <p:spTgt spid="59"/>
                                        </p:tgtEl>
                                        <p:attrNameLst>
                                          <p:attrName>style.color</p:attrName>
                                        </p:attrNameLst>
                                      </p:cBhvr>
                                      <p:by>
                                        <p:hsl h="7200000" s="0" l="0"/>
                                      </p:by>
                                    </p:animClr>
                                    <p:animClr clrSpc="hsl" dir="cw">
                                      <p:cBhvr>
                                        <p:cTn id="975" dur="1250" fill="hold"/>
                                        <p:tgtEl>
                                          <p:spTgt spid="59"/>
                                        </p:tgtEl>
                                        <p:attrNameLst>
                                          <p:attrName>fillcolor</p:attrName>
                                        </p:attrNameLst>
                                      </p:cBhvr>
                                      <p:by>
                                        <p:hsl h="7200000" s="0" l="0"/>
                                      </p:by>
                                    </p:animClr>
                                    <p:animClr clrSpc="hsl" dir="cw">
                                      <p:cBhvr>
                                        <p:cTn id="976" dur="1250" fill="hold"/>
                                        <p:tgtEl>
                                          <p:spTgt spid="59"/>
                                        </p:tgtEl>
                                        <p:attrNameLst>
                                          <p:attrName>stroke.color</p:attrName>
                                        </p:attrNameLst>
                                      </p:cBhvr>
                                      <p:by>
                                        <p:hsl h="7200000" s="0" l="0"/>
                                      </p:by>
                                    </p:animClr>
                                    <p:set>
                                      <p:cBhvr>
                                        <p:cTn id="977" dur="1250" fill="hold"/>
                                        <p:tgtEl>
                                          <p:spTgt spid="59"/>
                                        </p:tgtEl>
                                        <p:attrNameLst>
                                          <p:attrName>fill.type</p:attrName>
                                        </p:attrNameLst>
                                      </p:cBhvr>
                                      <p:to>
                                        <p:strVal val="solid"/>
                                      </p:to>
                                    </p:set>
                                  </p:childTnLst>
                                </p:cTn>
                              </p:par>
                              <p:par>
                                <p:cTn id="978" presetID="21" presetClass="emph" presetSubtype="0" fill="hold" grpId="2" nodeType="withEffect">
                                  <p:stCondLst>
                                    <p:cond delay="11500"/>
                                  </p:stCondLst>
                                  <p:childTnLst>
                                    <p:animClr clrSpc="hsl" dir="cw">
                                      <p:cBhvr override="childStyle">
                                        <p:cTn id="979" dur="1250" fill="hold"/>
                                        <p:tgtEl>
                                          <p:spTgt spid="28"/>
                                        </p:tgtEl>
                                        <p:attrNameLst>
                                          <p:attrName>style.color</p:attrName>
                                        </p:attrNameLst>
                                      </p:cBhvr>
                                      <p:by>
                                        <p:hsl h="7200000" s="0" l="0"/>
                                      </p:by>
                                    </p:animClr>
                                    <p:animClr clrSpc="hsl" dir="cw">
                                      <p:cBhvr>
                                        <p:cTn id="980" dur="1250" fill="hold"/>
                                        <p:tgtEl>
                                          <p:spTgt spid="28"/>
                                        </p:tgtEl>
                                        <p:attrNameLst>
                                          <p:attrName>fillcolor</p:attrName>
                                        </p:attrNameLst>
                                      </p:cBhvr>
                                      <p:by>
                                        <p:hsl h="7200000" s="0" l="0"/>
                                      </p:by>
                                    </p:animClr>
                                    <p:animClr clrSpc="hsl" dir="cw">
                                      <p:cBhvr>
                                        <p:cTn id="981" dur="1250" fill="hold"/>
                                        <p:tgtEl>
                                          <p:spTgt spid="28"/>
                                        </p:tgtEl>
                                        <p:attrNameLst>
                                          <p:attrName>stroke.color</p:attrName>
                                        </p:attrNameLst>
                                      </p:cBhvr>
                                      <p:by>
                                        <p:hsl h="7200000" s="0" l="0"/>
                                      </p:by>
                                    </p:animClr>
                                    <p:set>
                                      <p:cBhvr>
                                        <p:cTn id="982" dur="1250" fill="hold"/>
                                        <p:tgtEl>
                                          <p:spTgt spid="28"/>
                                        </p:tgtEl>
                                        <p:attrNameLst>
                                          <p:attrName>fill.type</p:attrName>
                                        </p:attrNameLst>
                                      </p:cBhvr>
                                      <p:to>
                                        <p:strVal val="solid"/>
                                      </p:to>
                                    </p:set>
                                  </p:childTnLst>
                                </p:cTn>
                              </p:par>
                              <p:par>
                                <p:cTn id="983" presetID="21" presetClass="emph" presetSubtype="0" fill="hold" grpId="2" nodeType="withEffect">
                                  <p:stCondLst>
                                    <p:cond delay="11500"/>
                                  </p:stCondLst>
                                  <p:childTnLst>
                                    <p:animClr clrSpc="hsl" dir="cw">
                                      <p:cBhvr override="childStyle">
                                        <p:cTn id="984" dur="1250" fill="hold"/>
                                        <p:tgtEl>
                                          <p:spTgt spid="34"/>
                                        </p:tgtEl>
                                        <p:attrNameLst>
                                          <p:attrName>style.color</p:attrName>
                                        </p:attrNameLst>
                                      </p:cBhvr>
                                      <p:by>
                                        <p:hsl h="7200000" s="0" l="0"/>
                                      </p:by>
                                    </p:animClr>
                                    <p:animClr clrSpc="hsl" dir="cw">
                                      <p:cBhvr>
                                        <p:cTn id="985" dur="1250" fill="hold"/>
                                        <p:tgtEl>
                                          <p:spTgt spid="34"/>
                                        </p:tgtEl>
                                        <p:attrNameLst>
                                          <p:attrName>fillcolor</p:attrName>
                                        </p:attrNameLst>
                                      </p:cBhvr>
                                      <p:by>
                                        <p:hsl h="7200000" s="0" l="0"/>
                                      </p:by>
                                    </p:animClr>
                                    <p:animClr clrSpc="hsl" dir="cw">
                                      <p:cBhvr>
                                        <p:cTn id="986" dur="1250" fill="hold"/>
                                        <p:tgtEl>
                                          <p:spTgt spid="34"/>
                                        </p:tgtEl>
                                        <p:attrNameLst>
                                          <p:attrName>stroke.color</p:attrName>
                                        </p:attrNameLst>
                                      </p:cBhvr>
                                      <p:by>
                                        <p:hsl h="7200000" s="0" l="0"/>
                                      </p:by>
                                    </p:animClr>
                                    <p:set>
                                      <p:cBhvr>
                                        <p:cTn id="987" dur="1250" fill="hold"/>
                                        <p:tgtEl>
                                          <p:spTgt spid="34"/>
                                        </p:tgtEl>
                                        <p:attrNameLst>
                                          <p:attrName>fill.type</p:attrName>
                                        </p:attrNameLst>
                                      </p:cBhvr>
                                      <p:to>
                                        <p:strVal val="solid"/>
                                      </p:to>
                                    </p:set>
                                  </p:childTnLst>
                                </p:cTn>
                              </p:par>
                              <p:par>
                                <p:cTn id="988" presetID="21" presetClass="emph" presetSubtype="0" fill="hold" grpId="2" nodeType="withEffect">
                                  <p:stCondLst>
                                    <p:cond delay="11500"/>
                                  </p:stCondLst>
                                  <p:childTnLst>
                                    <p:animClr clrSpc="hsl" dir="cw">
                                      <p:cBhvr override="childStyle">
                                        <p:cTn id="989" dur="1250" fill="hold"/>
                                        <p:tgtEl>
                                          <p:spTgt spid="35"/>
                                        </p:tgtEl>
                                        <p:attrNameLst>
                                          <p:attrName>style.color</p:attrName>
                                        </p:attrNameLst>
                                      </p:cBhvr>
                                      <p:by>
                                        <p:hsl h="7200000" s="0" l="0"/>
                                      </p:by>
                                    </p:animClr>
                                    <p:animClr clrSpc="hsl" dir="cw">
                                      <p:cBhvr>
                                        <p:cTn id="990" dur="1250" fill="hold"/>
                                        <p:tgtEl>
                                          <p:spTgt spid="35"/>
                                        </p:tgtEl>
                                        <p:attrNameLst>
                                          <p:attrName>fillcolor</p:attrName>
                                        </p:attrNameLst>
                                      </p:cBhvr>
                                      <p:by>
                                        <p:hsl h="7200000" s="0" l="0"/>
                                      </p:by>
                                    </p:animClr>
                                    <p:animClr clrSpc="hsl" dir="cw">
                                      <p:cBhvr>
                                        <p:cTn id="991" dur="1250" fill="hold"/>
                                        <p:tgtEl>
                                          <p:spTgt spid="35"/>
                                        </p:tgtEl>
                                        <p:attrNameLst>
                                          <p:attrName>stroke.color</p:attrName>
                                        </p:attrNameLst>
                                      </p:cBhvr>
                                      <p:by>
                                        <p:hsl h="7200000" s="0" l="0"/>
                                      </p:by>
                                    </p:animClr>
                                    <p:set>
                                      <p:cBhvr>
                                        <p:cTn id="992" dur="1250" fill="hold"/>
                                        <p:tgtEl>
                                          <p:spTgt spid="35"/>
                                        </p:tgtEl>
                                        <p:attrNameLst>
                                          <p:attrName>fill.type</p:attrName>
                                        </p:attrNameLst>
                                      </p:cBhvr>
                                      <p:to>
                                        <p:strVal val="solid"/>
                                      </p:to>
                                    </p:set>
                                  </p:childTnLst>
                                </p:cTn>
                              </p:par>
                              <p:par>
                                <p:cTn id="993" presetID="21" presetClass="emph" presetSubtype="0" fill="hold" grpId="2" nodeType="withEffect">
                                  <p:stCondLst>
                                    <p:cond delay="11500"/>
                                  </p:stCondLst>
                                  <p:childTnLst>
                                    <p:animClr clrSpc="hsl" dir="cw">
                                      <p:cBhvr override="childStyle">
                                        <p:cTn id="994" dur="1250" fill="hold"/>
                                        <p:tgtEl>
                                          <p:spTgt spid="36"/>
                                        </p:tgtEl>
                                        <p:attrNameLst>
                                          <p:attrName>style.color</p:attrName>
                                        </p:attrNameLst>
                                      </p:cBhvr>
                                      <p:by>
                                        <p:hsl h="7200000" s="0" l="0"/>
                                      </p:by>
                                    </p:animClr>
                                    <p:animClr clrSpc="hsl" dir="cw">
                                      <p:cBhvr>
                                        <p:cTn id="995" dur="1250" fill="hold"/>
                                        <p:tgtEl>
                                          <p:spTgt spid="36"/>
                                        </p:tgtEl>
                                        <p:attrNameLst>
                                          <p:attrName>fillcolor</p:attrName>
                                        </p:attrNameLst>
                                      </p:cBhvr>
                                      <p:by>
                                        <p:hsl h="7200000" s="0" l="0"/>
                                      </p:by>
                                    </p:animClr>
                                    <p:animClr clrSpc="hsl" dir="cw">
                                      <p:cBhvr>
                                        <p:cTn id="996" dur="1250" fill="hold"/>
                                        <p:tgtEl>
                                          <p:spTgt spid="36"/>
                                        </p:tgtEl>
                                        <p:attrNameLst>
                                          <p:attrName>stroke.color</p:attrName>
                                        </p:attrNameLst>
                                      </p:cBhvr>
                                      <p:by>
                                        <p:hsl h="7200000" s="0" l="0"/>
                                      </p:by>
                                    </p:animClr>
                                    <p:set>
                                      <p:cBhvr>
                                        <p:cTn id="997" dur="1250" fill="hold"/>
                                        <p:tgtEl>
                                          <p:spTgt spid="36"/>
                                        </p:tgtEl>
                                        <p:attrNameLst>
                                          <p:attrName>fill.type</p:attrName>
                                        </p:attrNameLst>
                                      </p:cBhvr>
                                      <p:to>
                                        <p:strVal val="solid"/>
                                      </p:to>
                                    </p:set>
                                  </p:childTnLst>
                                </p:cTn>
                              </p:par>
                              <p:par>
                                <p:cTn id="998" presetID="21" presetClass="emph" presetSubtype="0" fill="hold" grpId="2" nodeType="withEffect">
                                  <p:stCondLst>
                                    <p:cond delay="11500"/>
                                  </p:stCondLst>
                                  <p:childTnLst>
                                    <p:animClr clrSpc="hsl" dir="cw">
                                      <p:cBhvr override="childStyle">
                                        <p:cTn id="999" dur="1250" fill="hold"/>
                                        <p:tgtEl>
                                          <p:spTgt spid="29"/>
                                        </p:tgtEl>
                                        <p:attrNameLst>
                                          <p:attrName>style.color</p:attrName>
                                        </p:attrNameLst>
                                      </p:cBhvr>
                                      <p:by>
                                        <p:hsl h="7200000" s="0" l="0"/>
                                      </p:by>
                                    </p:animClr>
                                    <p:animClr clrSpc="hsl" dir="cw">
                                      <p:cBhvr>
                                        <p:cTn id="1000" dur="1250" fill="hold"/>
                                        <p:tgtEl>
                                          <p:spTgt spid="29"/>
                                        </p:tgtEl>
                                        <p:attrNameLst>
                                          <p:attrName>fillcolor</p:attrName>
                                        </p:attrNameLst>
                                      </p:cBhvr>
                                      <p:by>
                                        <p:hsl h="7200000" s="0" l="0"/>
                                      </p:by>
                                    </p:animClr>
                                    <p:animClr clrSpc="hsl" dir="cw">
                                      <p:cBhvr>
                                        <p:cTn id="1001" dur="1250" fill="hold"/>
                                        <p:tgtEl>
                                          <p:spTgt spid="29"/>
                                        </p:tgtEl>
                                        <p:attrNameLst>
                                          <p:attrName>stroke.color</p:attrName>
                                        </p:attrNameLst>
                                      </p:cBhvr>
                                      <p:by>
                                        <p:hsl h="7200000" s="0" l="0"/>
                                      </p:by>
                                    </p:animClr>
                                    <p:set>
                                      <p:cBhvr>
                                        <p:cTn id="1002" dur="1250" fill="hold"/>
                                        <p:tgtEl>
                                          <p:spTgt spid="29"/>
                                        </p:tgtEl>
                                        <p:attrNameLst>
                                          <p:attrName>fill.type</p:attrName>
                                        </p:attrNameLst>
                                      </p:cBhvr>
                                      <p:to>
                                        <p:strVal val="solid"/>
                                      </p:to>
                                    </p:set>
                                  </p:childTnLst>
                                </p:cTn>
                              </p:par>
                              <p:par>
                                <p:cTn id="1003" presetID="21" presetClass="emph" presetSubtype="0" fill="hold" grpId="2" nodeType="withEffect">
                                  <p:stCondLst>
                                    <p:cond delay="11500"/>
                                  </p:stCondLst>
                                  <p:childTnLst>
                                    <p:animClr clrSpc="hsl" dir="cw">
                                      <p:cBhvr override="childStyle">
                                        <p:cTn id="1004" dur="1250" fill="hold"/>
                                        <p:tgtEl>
                                          <p:spTgt spid="47"/>
                                        </p:tgtEl>
                                        <p:attrNameLst>
                                          <p:attrName>style.color</p:attrName>
                                        </p:attrNameLst>
                                      </p:cBhvr>
                                      <p:by>
                                        <p:hsl h="7200000" s="0" l="0"/>
                                      </p:by>
                                    </p:animClr>
                                    <p:animClr clrSpc="hsl" dir="cw">
                                      <p:cBhvr>
                                        <p:cTn id="1005" dur="1250" fill="hold"/>
                                        <p:tgtEl>
                                          <p:spTgt spid="47"/>
                                        </p:tgtEl>
                                        <p:attrNameLst>
                                          <p:attrName>fillcolor</p:attrName>
                                        </p:attrNameLst>
                                      </p:cBhvr>
                                      <p:by>
                                        <p:hsl h="7200000" s="0" l="0"/>
                                      </p:by>
                                    </p:animClr>
                                    <p:animClr clrSpc="hsl" dir="cw">
                                      <p:cBhvr>
                                        <p:cTn id="1006" dur="1250" fill="hold"/>
                                        <p:tgtEl>
                                          <p:spTgt spid="47"/>
                                        </p:tgtEl>
                                        <p:attrNameLst>
                                          <p:attrName>stroke.color</p:attrName>
                                        </p:attrNameLst>
                                      </p:cBhvr>
                                      <p:by>
                                        <p:hsl h="7200000" s="0" l="0"/>
                                      </p:by>
                                    </p:animClr>
                                    <p:set>
                                      <p:cBhvr>
                                        <p:cTn id="1007" dur="1250" fill="hold"/>
                                        <p:tgtEl>
                                          <p:spTgt spid="47"/>
                                        </p:tgtEl>
                                        <p:attrNameLst>
                                          <p:attrName>fill.type</p:attrName>
                                        </p:attrNameLst>
                                      </p:cBhvr>
                                      <p:to>
                                        <p:strVal val="solid"/>
                                      </p:to>
                                    </p:set>
                                  </p:childTnLst>
                                </p:cTn>
                              </p:par>
                              <p:par>
                                <p:cTn id="1008" presetID="21" presetClass="emph" presetSubtype="0" fill="hold" grpId="2" nodeType="withEffect">
                                  <p:stCondLst>
                                    <p:cond delay="11500"/>
                                  </p:stCondLst>
                                  <p:childTnLst>
                                    <p:animClr clrSpc="hsl" dir="cw">
                                      <p:cBhvr override="childStyle">
                                        <p:cTn id="1009" dur="1250" fill="hold"/>
                                        <p:tgtEl>
                                          <p:spTgt spid="48"/>
                                        </p:tgtEl>
                                        <p:attrNameLst>
                                          <p:attrName>style.color</p:attrName>
                                        </p:attrNameLst>
                                      </p:cBhvr>
                                      <p:by>
                                        <p:hsl h="7200000" s="0" l="0"/>
                                      </p:by>
                                    </p:animClr>
                                    <p:animClr clrSpc="hsl" dir="cw">
                                      <p:cBhvr>
                                        <p:cTn id="1010" dur="1250" fill="hold"/>
                                        <p:tgtEl>
                                          <p:spTgt spid="48"/>
                                        </p:tgtEl>
                                        <p:attrNameLst>
                                          <p:attrName>fillcolor</p:attrName>
                                        </p:attrNameLst>
                                      </p:cBhvr>
                                      <p:by>
                                        <p:hsl h="7200000" s="0" l="0"/>
                                      </p:by>
                                    </p:animClr>
                                    <p:animClr clrSpc="hsl" dir="cw">
                                      <p:cBhvr>
                                        <p:cTn id="1011" dur="1250" fill="hold"/>
                                        <p:tgtEl>
                                          <p:spTgt spid="48"/>
                                        </p:tgtEl>
                                        <p:attrNameLst>
                                          <p:attrName>stroke.color</p:attrName>
                                        </p:attrNameLst>
                                      </p:cBhvr>
                                      <p:by>
                                        <p:hsl h="7200000" s="0" l="0"/>
                                      </p:by>
                                    </p:animClr>
                                    <p:set>
                                      <p:cBhvr>
                                        <p:cTn id="1012" dur="1250" fill="hold"/>
                                        <p:tgtEl>
                                          <p:spTgt spid="48"/>
                                        </p:tgtEl>
                                        <p:attrNameLst>
                                          <p:attrName>fill.type</p:attrName>
                                        </p:attrNameLst>
                                      </p:cBhvr>
                                      <p:to>
                                        <p:strVal val="solid"/>
                                      </p:to>
                                    </p:set>
                                  </p:childTnLst>
                                </p:cTn>
                              </p:par>
                              <p:par>
                                <p:cTn id="1013" presetID="21" presetClass="emph" presetSubtype="0" fill="hold" grpId="2" nodeType="withEffect">
                                  <p:stCondLst>
                                    <p:cond delay="11500"/>
                                  </p:stCondLst>
                                  <p:childTnLst>
                                    <p:animClr clrSpc="hsl" dir="cw">
                                      <p:cBhvr override="childStyle">
                                        <p:cTn id="1014" dur="1250" fill="hold"/>
                                        <p:tgtEl>
                                          <p:spTgt spid="49"/>
                                        </p:tgtEl>
                                        <p:attrNameLst>
                                          <p:attrName>style.color</p:attrName>
                                        </p:attrNameLst>
                                      </p:cBhvr>
                                      <p:by>
                                        <p:hsl h="7200000" s="0" l="0"/>
                                      </p:by>
                                    </p:animClr>
                                    <p:animClr clrSpc="hsl" dir="cw">
                                      <p:cBhvr>
                                        <p:cTn id="1015" dur="1250" fill="hold"/>
                                        <p:tgtEl>
                                          <p:spTgt spid="49"/>
                                        </p:tgtEl>
                                        <p:attrNameLst>
                                          <p:attrName>fillcolor</p:attrName>
                                        </p:attrNameLst>
                                      </p:cBhvr>
                                      <p:by>
                                        <p:hsl h="7200000" s="0" l="0"/>
                                      </p:by>
                                    </p:animClr>
                                    <p:animClr clrSpc="hsl" dir="cw">
                                      <p:cBhvr>
                                        <p:cTn id="1016" dur="1250" fill="hold"/>
                                        <p:tgtEl>
                                          <p:spTgt spid="49"/>
                                        </p:tgtEl>
                                        <p:attrNameLst>
                                          <p:attrName>stroke.color</p:attrName>
                                        </p:attrNameLst>
                                      </p:cBhvr>
                                      <p:by>
                                        <p:hsl h="7200000" s="0" l="0"/>
                                      </p:by>
                                    </p:animClr>
                                    <p:set>
                                      <p:cBhvr>
                                        <p:cTn id="1017" dur="1250" fill="hold"/>
                                        <p:tgtEl>
                                          <p:spTgt spid="49"/>
                                        </p:tgtEl>
                                        <p:attrNameLst>
                                          <p:attrName>fill.type</p:attrName>
                                        </p:attrNameLst>
                                      </p:cBhvr>
                                      <p:to>
                                        <p:strVal val="solid"/>
                                      </p:to>
                                    </p:set>
                                  </p:childTnLst>
                                </p:cTn>
                              </p:par>
                              <p:par>
                                <p:cTn id="1018" presetID="21" presetClass="emph" presetSubtype="0" fill="hold" grpId="2" nodeType="withEffect">
                                  <p:stCondLst>
                                    <p:cond delay="11500"/>
                                  </p:stCondLst>
                                  <p:childTnLst>
                                    <p:animClr clrSpc="hsl" dir="cw">
                                      <p:cBhvr override="childStyle">
                                        <p:cTn id="1019" dur="1250" fill="hold"/>
                                        <p:tgtEl>
                                          <p:spTgt spid="50"/>
                                        </p:tgtEl>
                                        <p:attrNameLst>
                                          <p:attrName>style.color</p:attrName>
                                        </p:attrNameLst>
                                      </p:cBhvr>
                                      <p:by>
                                        <p:hsl h="7200000" s="0" l="0"/>
                                      </p:by>
                                    </p:animClr>
                                    <p:animClr clrSpc="hsl" dir="cw">
                                      <p:cBhvr>
                                        <p:cTn id="1020" dur="1250" fill="hold"/>
                                        <p:tgtEl>
                                          <p:spTgt spid="50"/>
                                        </p:tgtEl>
                                        <p:attrNameLst>
                                          <p:attrName>fillcolor</p:attrName>
                                        </p:attrNameLst>
                                      </p:cBhvr>
                                      <p:by>
                                        <p:hsl h="7200000" s="0" l="0"/>
                                      </p:by>
                                    </p:animClr>
                                    <p:animClr clrSpc="hsl" dir="cw">
                                      <p:cBhvr>
                                        <p:cTn id="1021" dur="1250" fill="hold"/>
                                        <p:tgtEl>
                                          <p:spTgt spid="50"/>
                                        </p:tgtEl>
                                        <p:attrNameLst>
                                          <p:attrName>stroke.color</p:attrName>
                                        </p:attrNameLst>
                                      </p:cBhvr>
                                      <p:by>
                                        <p:hsl h="7200000" s="0" l="0"/>
                                      </p:by>
                                    </p:animClr>
                                    <p:set>
                                      <p:cBhvr>
                                        <p:cTn id="1022" dur="1250" fill="hold"/>
                                        <p:tgtEl>
                                          <p:spTgt spid="50"/>
                                        </p:tgtEl>
                                        <p:attrNameLst>
                                          <p:attrName>fill.type</p:attrName>
                                        </p:attrNameLst>
                                      </p:cBhvr>
                                      <p:to>
                                        <p:strVal val="solid"/>
                                      </p:to>
                                    </p:set>
                                  </p:childTnLst>
                                </p:cTn>
                              </p:par>
                              <p:par>
                                <p:cTn id="1023" presetID="21" presetClass="emph" presetSubtype="0" fill="hold" grpId="2" nodeType="withEffect">
                                  <p:stCondLst>
                                    <p:cond delay="11500"/>
                                  </p:stCondLst>
                                  <p:childTnLst>
                                    <p:animClr clrSpc="hsl" dir="cw">
                                      <p:cBhvr override="childStyle">
                                        <p:cTn id="1024" dur="1250" fill="hold"/>
                                        <p:tgtEl>
                                          <p:spTgt spid="51"/>
                                        </p:tgtEl>
                                        <p:attrNameLst>
                                          <p:attrName>style.color</p:attrName>
                                        </p:attrNameLst>
                                      </p:cBhvr>
                                      <p:by>
                                        <p:hsl h="7200000" s="0" l="0"/>
                                      </p:by>
                                    </p:animClr>
                                    <p:animClr clrSpc="hsl" dir="cw">
                                      <p:cBhvr>
                                        <p:cTn id="1025" dur="1250" fill="hold"/>
                                        <p:tgtEl>
                                          <p:spTgt spid="51"/>
                                        </p:tgtEl>
                                        <p:attrNameLst>
                                          <p:attrName>fillcolor</p:attrName>
                                        </p:attrNameLst>
                                      </p:cBhvr>
                                      <p:by>
                                        <p:hsl h="7200000" s="0" l="0"/>
                                      </p:by>
                                    </p:animClr>
                                    <p:animClr clrSpc="hsl" dir="cw">
                                      <p:cBhvr>
                                        <p:cTn id="1026" dur="1250" fill="hold"/>
                                        <p:tgtEl>
                                          <p:spTgt spid="51"/>
                                        </p:tgtEl>
                                        <p:attrNameLst>
                                          <p:attrName>stroke.color</p:attrName>
                                        </p:attrNameLst>
                                      </p:cBhvr>
                                      <p:by>
                                        <p:hsl h="7200000" s="0" l="0"/>
                                      </p:by>
                                    </p:animClr>
                                    <p:set>
                                      <p:cBhvr>
                                        <p:cTn id="1027" dur="1250" fill="hold"/>
                                        <p:tgtEl>
                                          <p:spTgt spid="51"/>
                                        </p:tgtEl>
                                        <p:attrNameLst>
                                          <p:attrName>fill.type</p:attrName>
                                        </p:attrNameLst>
                                      </p:cBhvr>
                                      <p:to>
                                        <p:strVal val="solid"/>
                                      </p:to>
                                    </p:set>
                                  </p:childTnLst>
                                </p:cTn>
                              </p:par>
                              <p:par>
                                <p:cTn id="1028" presetID="21" presetClass="emph" presetSubtype="0" fill="hold" grpId="2" nodeType="withEffect">
                                  <p:stCondLst>
                                    <p:cond delay="11500"/>
                                  </p:stCondLst>
                                  <p:childTnLst>
                                    <p:animClr clrSpc="hsl" dir="cw">
                                      <p:cBhvr override="childStyle">
                                        <p:cTn id="1029" dur="1250" fill="hold"/>
                                        <p:tgtEl>
                                          <p:spTgt spid="52"/>
                                        </p:tgtEl>
                                        <p:attrNameLst>
                                          <p:attrName>style.color</p:attrName>
                                        </p:attrNameLst>
                                      </p:cBhvr>
                                      <p:by>
                                        <p:hsl h="7200000" s="0" l="0"/>
                                      </p:by>
                                    </p:animClr>
                                    <p:animClr clrSpc="hsl" dir="cw">
                                      <p:cBhvr>
                                        <p:cTn id="1030" dur="1250" fill="hold"/>
                                        <p:tgtEl>
                                          <p:spTgt spid="52"/>
                                        </p:tgtEl>
                                        <p:attrNameLst>
                                          <p:attrName>fillcolor</p:attrName>
                                        </p:attrNameLst>
                                      </p:cBhvr>
                                      <p:by>
                                        <p:hsl h="7200000" s="0" l="0"/>
                                      </p:by>
                                    </p:animClr>
                                    <p:animClr clrSpc="hsl" dir="cw">
                                      <p:cBhvr>
                                        <p:cTn id="1031" dur="1250" fill="hold"/>
                                        <p:tgtEl>
                                          <p:spTgt spid="52"/>
                                        </p:tgtEl>
                                        <p:attrNameLst>
                                          <p:attrName>stroke.color</p:attrName>
                                        </p:attrNameLst>
                                      </p:cBhvr>
                                      <p:by>
                                        <p:hsl h="7200000" s="0" l="0"/>
                                      </p:by>
                                    </p:animClr>
                                    <p:set>
                                      <p:cBhvr>
                                        <p:cTn id="1032" dur="1250" fill="hold"/>
                                        <p:tgtEl>
                                          <p:spTgt spid="52"/>
                                        </p:tgtEl>
                                        <p:attrNameLst>
                                          <p:attrName>fill.type</p:attrName>
                                        </p:attrNameLst>
                                      </p:cBhvr>
                                      <p:to>
                                        <p:strVal val="solid"/>
                                      </p:to>
                                    </p:set>
                                  </p:childTnLst>
                                </p:cTn>
                              </p:par>
                              <p:par>
                                <p:cTn id="1033" presetID="21" presetClass="emph" presetSubtype="0" fill="hold" grpId="2" nodeType="withEffect">
                                  <p:stCondLst>
                                    <p:cond delay="11500"/>
                                  </p:stCondLst>
                                  <p:childTnLst>
                                    <p:animClr clrSpc="hsl" dir="cw">
                                      <p:cBhvr override="childStyle">
                                        <p:cTn id="1034" dur="1250" fill="hold"/>
                                        <p:tgtEl>
                                          <p:spTgt spid="30"/>
                                        </p:tgtEl>
                                        <p:attrNameLst>
                                          <p:attrName>style.color</p:attrName>
                                        </p:attrNameLst>
                                      </p:cBhvr>
                                      <p:by>
                                        <p:hsl h="7200000" s="0" l="0"/>
                                      </p:by>
                                    </p:animClr>
                                    <p:animClr clrSpc="hsl" dir="cw">
                                      <p:cBhvr>
                                        <p:cTn id="1035" dur="1250" fill="hold"/>
                                        <p:tgtEl>
                                          <p:spTgt spid="30"/>
                                        </p:tgtEl>
                                        <p:attrNameLst>
                                          <p:attrName>fillcolor</p:attrName>
                                        </p:attrNameLst>
                                      </p:cBhvr>
                                      <p:by>
                                        <p:hsl h="7200000" s="0" l="0"/>
                                      </p:by>
                                    </p:animClr>
                                    <p:animClr clrSpc="hsl" dir="cw">
                                      <p:cBhvr>
                                        <p:cTn id="1036" dur="1250" fill="hold"/>
                                        <p:tgtEl>
                                          <p:spTgt spid="30"/>
                                        </p:tgtEl>
                                        <p:attrNameLst>
                                          <p:attrName>stroke.color</p:attrName>
                                        </p:attrNameLst>
                                      </p:cBhvr>
                                      <p:by>
                                        <p:hsl h="7200000" s="0" l="0"/>
                                      </p:by>
                                    </p:animClr>
                                    <p:set>
                                      <p:cBhvr>
                                        <p:cTn id="1037" dur="1250" fill="hold"/>
                                        <p:tgtEl>
                                          <p:spTgt spid="30"/>
                                        </p:tgtEl>
                                        <p:attrNameLst>
                                          <p:attrName>fill.type</p:attrName>
                                        </p:attrNameLst>
                                      </p:cBhvr>
                                      <p:to>
                                        <p:strVal val="solid"/>
                                      </p:to>
                                    </p:set>
                                  </p:childTnLst>
                                </p:cTn>
                              </p:par>
                              <p:par>
                                <p:cTn id="1038" presetID="21" presetClass="emph" presetSubtype="0" fill="hold" grpId="2" nodeType="withEffect">
                                  <p:stCondLst>
                                    <p:cond delay="11500"/>
                                  </p:stCondLst>
                                  <p:childTnLst>
                                    <p:animClr clrSpc="hsl" dir="cw">
                                      <p:cBhvr override="childStyle">
                                        <p:cTn id="1039" dur="1250" fill="hold"/>
                                        <p:tgtEl>
                                          <p:spTgt spid="41"/>
                                        </p:tgtEl>
                                        <p:attrNameLst>
                                          <p:attrName>style.color</p:attrName>
                                        </p:attrNameLst>
                                      </p:cBhvr>
                                      <p:by>
                                        <p:hsl h="7200000" s="0" l="0"/>
                                      </p:by>
                                    </p:animClr>
                                    <p:animClr clrSpc="hsl" dir="cw">
                                      <p:cBhvr>
                                        <p:cTn id="1040" dur="1250" fill="hold"/>
                                        <p:tgtEl>
                                          <p:spTgt spid="41"/>
                                        </p:tgtEl>
                                        <p:attrNameLst>
                                          <p:attrName>fillcolor</p:attrName>
                                        </p:attrNameLst>
                                      </p:cBhvr>
                                      <p:by>
                                        <p:hsl h="7200000" s="0" l="0"/>
                                      </p:by>
                                    </p:animClr>
                                    <p:animClr clrSpc="hsl" dir="cw">
                                      <p:cBhvr>
                                        <p:cTn id="1041" dur="1250" fill="hold"/>
                                        <p:tgtEl>
                                          <p:spTgt spid="41"/>
                                        </p:tgtEl>
                                        <p:attrNameLst>
                                          <p:attrName>stroke.color</p:attrName>
                                        </p:attrNameLst>
                                      </p:cBhvr>
                                      <p:by>
                                        <p:hsl h="7200000" s="0" l="0"/>
                                      </p:by>
                                    </p:animClr>
                                    <p:set>
                                      <p:cBhvr>
                                        <p:cTn id="1042" dur="1250" fill="hold"/>
                                        <p:tgtEl>
                                          <p:spTgt spid="41"/>
                                        </p:tgtEl>
                                        <p:attrNameLst>
                                          <p:attrName>fill.type</p:attrName>
                                        </p:attrNameLst>
                                      </p:cBhvr>
                                      <p:to>
                                        <p:strVal val="solid"/>
                                      </p:to>
                                    </p:set>
                                  </p:childTnLst>
                                </p:cTn>
                              </p:par>
                              <p:par>
                                <p:cTn id="1043" presetID="21" presetClass="emph" presetSubtype="0" fill="hold" grpId="2" nodeType="withEffect">
                                  <p:stCondLst>
                                    <p:cond delay="11500"/>
                                  </p:stCondLst>
                                  <p:childTnLst>
                                    <p:animClr clrSpc="hsl" dir="cw">
                                      <p:cBhvr override="childStyle">
                                        <p:cTn id="1044" dur="1250" fill="hold"/>
                                        <p:tgtEl>
                                          <p:spTgt spid="42"/>
                                        </p:tgtEl>
                                        <p:attrNameLst>
                                          <p:attrName>style.color</p:attrName>
                                        </p:attrNameLst>
                                      </p:cBhvr>
                                      <p:by>
                                        <p:hsl h="7200000" s="0" l="0"/>
                                      </p:by>
                                    </p:animClr>
                                    <p:animClr clrSpc="hsl" dir="cw">
                                      <p:cBhvr>
                                        <p:cTn id="1045" dur="1250" fill="hold"/>
                                        <p:tgtEl>
                                          <p:spTgt spid="42"/>
                                        </p:tgtEl>
                                        <p:attrNameLst>
                                          <p:attrName>fillcolor</p:attrName>
                                        </p:attrNameLst>
                                      </p:cBhvr>
                                      <p:by>
                                        <p:hsl h="7200000" s="0" l="0"/>
                                      </p:by>
                                    </p:animClr>
                                    <p:animClr clrSpc="hsl" dir="cw">
                                      <p:cBhvr>
                                        <p:cTn id="1046" dur="1250" fill="hold"/>
                                        <p:tgtEl>
                                          <p:spTgt spid="42"/>
                                        </p:tgtEl>
                                        <p:attrNameLst>
                                          <p:attrName>stroke.color</p:attrName>
                                        </p:attrNameLst>
                                      </p:cBhvr>
                                      <p:by>
                                        <p:hsl h="7200000" s="0" l="0"/>
                                      </p:by>
                                    </p:animClr>
                                    <p:set>
                                      <p:cBhvr>
                                        <p:cTn id="1047" dur="1250" fill="hold"/>
                                        <p:tgtEl>
                                          <p:spTgt spid="42"/>
                                        </p:tgtEl>
                                        <p:attrNameLst>
                                          <p:attrName>fill.type</p:attrName>
                                        </p:attrNameLst>
                                      </p:cBhvr>
                                      <p:to>
                                        <p:strVal val="solid"/>
                                      </p:to>
                                    </p:set>
                                  </p:childTnLst>
                                </p:cTn>
                              </p:par>
                              <p:par>
                                <p:cTn id="1048" presetID="21" presetClass="emph" presetSubtype="0" fill="hold" grpId="2" nodeType="withEffect">
                                  <p:stCondLst>
                                    <p:cond delay="11500"/>
                                  </p:stCondLst>
                                  <p:childTnLst>
                                    <p:animClr clrSpc="hsl" dir="cw">
                                      <p:cBhvr override="childStyle">
                                        <p:cTn id="1049" dur="1250" fill="hold"/>
                                        <p:tgtEl>
                                          <p:spTgt spid="43"/>
                                        </p:tgtEl>
                                        <p:attrNameLst>
                                          <p:attrName>style.color</p:attrName>
                                        </p:attrNameLst>
                                      </p:cBhvr>
                                      <p:by>
                                        <p:hsl h="7200000" s="0" l="0"/>
                                      </p:by>
                                    </p:animClr>
                                    <p:animClr clrSpc="hsl" dir="cw">
                                      <p:cBhvr>
                                        <p:cTn id="1050" dur="1250" fill="hold"/>
                                        <p:tgtEl>
                                          <p:spTgt spid="43"/>
                                        </p:tgtEl>
                                        <p:attrNameLst>
                                          <p:attrName>fillcolor</p:attrName>
                                        </p:attrNameLst>
                                      </p:cBhvr>
                                      <p:by>
                                        <p:hsl h="7200000" s="0" l="0"/>
                                      </p:by>
                                    </p:animClr>
                                    <p:animClr clrSpc="hsl" dir="cw">
                                      <p:cBhvr>
                                        <p:cTn id="1051" dur="1250" fill="hold"/>
                                        <p:tgtEl>
                                          <p:spTgt spid="43"/>
                                        </p:tgtEl>
                                        <p:attrNameLst>
                                          <p:attrName>stroke.color</p:attrName>
                                        </p:attrNameLst>
                                      </p:cBhvr>
                                      <p:by>
                                        <p:hsl h="7200000" s="0" l="0"/>
                                      </p:by>
                                    </p:animClr>
                                    <p:set>
                                      <p:cBhvr>
                                        <p:cTn id="1052" dur="1250" fill="hold"/>
                                        <p:tgtEl>
                                          <p:spTgt spid="43"/>
                                        </p:tgtEl>
                                        <p:attrNameLst>
                                          <p:attrName>fill.type</p:attrName>
                                        </p:attrNameLst>
                                      </p:cBhvr>
                                      <p:to>
                                        <p:strVal val="solid"/>
                                      </p:to>
                                    </p:set>
                                  </p:childTnLst>
                                </p:cTn>
                              </p:par>
                              <p:par>
                                <p:cTn id="1053" presetID="21" presetClass="emph" presetSubtype="0" fill="hold" grpId="2" nodeType="withEffect">
                                  <p:stCondLst>
                                    <p:cond delay="11500"/>
                                  </p:stCondLst>
                                  <p:childTnLst>
                                    <p:animClr clrSpc="hsl" dir="cw">
                                      <p:cBhvr override="childStyle">
                                        <p:cTn id="1054" dur="1250" fill="hold"/>
                                        <p:tgtEl>
                                          <p:spTgt spid="44"/>
                                        </p:tgtEl>
                                        <p:attrNameLst>
                                          <p:attrName>style.color</p:attrName>
                                        </p:attrNameLst>
                                      </p:cBhvr>
                                      <p:by>
                                        <p:hsl h="7200000" s="0" l="0"/>
                                      </p:by>
                                    </p:animClr>
                                    <p:animClr clrSpc="hsl" dir="cw">
                                      <p:cBhvr>
                                        <p:cTn id="1055" dur="1250" fill="hold"/>
                                        <p:tgtEl>
                                          <p:spTgt spid="44"/>
                                        </p:tgtEl>
                                        <p:attrNameLst>
                                          <p:attrName>fillcolor</p:attrName>
                                        </p:attrNameLst>
                                      </p:cBhvr>
                                      <p:by>
                                        <p:hsl h="7200000" s="0" l="0"/>
                                      </p:by>
                                    </p:animClr>
                                    <p:animClr clrSpc="hsl" dir="cw">
                                      <p:cBhvr>
                                        <p:cTn id="1056" dur="1250" fill="hold"/>
                                        <p:tgtEl>
                                          <p:spTgt spid="44"/>
                                        </p:tgtEl>
                                        <p:attrNameLst>
                                          <p:attrName>stroke.color</p:attrName>
                                        </p:attrNameLst>
                                      </p:cBhvr>
                                      <p:by>
                                        <p:hsl h="7200000" s="0" l="0"/>
                                      </p:by>
                                    </p:animClr>
                                    <p:set>
                                      <p:cBhvr>
                                        <p:cTn id="1057" dur="1250" fill="hold"/>
                                        <p:tgtEl>
                                          <p:spTgt spid="44"/>
                                        </p:tgtEl>
                                        <p:attrNameLst>
                                          <p:attrName>fill.type</p:attrName>
                                        </p:attrNameLst>
                                      </p:cBhvr>
                                      <p:to>
                                        <p:strVal val="solid"/>
                                      </p:to>
                                    </p:set>
                                  </p:childTnLst>
                                </p:cTn>
                              </p:par>
                              <p:par>
                                <p:cTn id="1058" presetID="21" presetClass="emph" presetSubtype="0" fill="hold" grpId="2" nodeType="withEffect">
                                  <p:stCondLst>
                                    <p:cond delay="11500"/>
                                  </p:stCondLst>
                                  <p:childTnLst>
                                    <p:animClr clrSpc="hsl" dir="cw">
                                      <p:cBhvr override="childStyle">
                                        <p:cTn id="1059" dur="1250" fill="hold"/>
                                        <p:tgtEl>
                                          <p:spTgt spid="45"/>
                                        </p:tgtEl>
                                        <p:attrNameLst>
                                          <p:attrName>style.color</p:attrName>
                                        </p:attrNameLst>
                                      </p:cBhvr>
                                      <p:by>
                                        <p:hsl h="7200000" s="0" l="0"/>
                                      </p:by>
                                    </p:animClr>
                                    <p:animClr clrSpc="hsl" dir="cw">
                                      <p:cBhvr>
                                        <p:cTn id="1060" dur="1250" fill="hold"/>
                                        <p:tgtEl>
                                          <p:spTgt spid="45"/>
                                        </p:tgtEl>
                                        <p:attrNameLst>
                                          <p:attrName>fillcolor</p:attrName>
                                        </p:attrNameLst>
                                      </p:cBhvr>
                                      <p:by>
                                        <p:hsl h="7200000" s="0" l="0"/>
                                      </p:by>
                                    </p:animClr>
                                    <p:animClr clrSpc="hsl" dir="cw">
                                      <p:cBhvr>
                                        <p:cTn id="1061" dur="1250" fill="hold"/>
                                        <p:tgtEl>
                                          <p:spTgt spid="45"/>
                                        </p:tgtEl>
                                        <p:attrNameLst>
                                          <p:attrName>stroke.color</p:attrName>
                                        </p:attrNameLst>
                                      </p:cBhvr>
                                      <p:by>
                                        <p:hsl h="7200000" s="0" l="0"/>
                                      </p:by>
                                    </p:animClr>
                                    <p:set>
                                      <p:cBhvr>
                                        <p:cTn id="1062" dur="1250" fill="hold"/>
                                        <p:tgtEl>
                                          <p:spTgt spid="45"/>
                                        </p:tgtEl>
                                        <p:attrNameLst>
                                          <p:attrName>fill.type</p:attrName>
                                        </p:attrNameLst>
                                      </p:cBhvr>
                                      <p:to>
                                        <p:strVal val="solid"/>
                                      </p:to>
                                    </p:set>
                                  </p:childTnLst>
                                </p:cTn>
                              </p:par>
                              <p:par>
                                <p:cTn id="1063" presetID="21" presetClass="emph" presetSubtype="0" fill="hold" grpId="2" nodeType="withEffect">
                                  <p:stCondLst>
                                    <p:cond delay="11500"/>
                                  </p:stCondLst>
                                  <p:childTnLst>
                                    <p:animClr clrSpc="hsl" dir="cw">
                                      <p:cBhvr override="childStyle">
                                        <p:cTn id="1064" dur="1250" fill="hold"/>
                                        <p:tgtEl>
                                          <p:spTgt spid="46"/>
                                        </p:tgtEl>
                                        <p:attrNameLst>
                                          <p:attrName>style.color</p:attrName>
                                        </p:attrNameLst>
                                      </p:cBhvr>
                                      <p:by>
                                        <p:hsl h="7200000" s="0" l="0"/>
                                      </p:by>
                                    </p:animClr>
                                    <p:animClr clrSpc="hsl" dir="cw">
                                      <p:cBhvr>
                                        <p:cTn id="1065" dur="1250" fill="hold"/>
                                        <p:tgtEl>
                                          <p:spTgt spid="46"/>
                                        </p:tgtEl>
                                        <p:attrNameLst>
                                          <p:attrName>fillcolor</p:attrName>
                                        </p:attrNameLst>
                                      </p:cBhvr>
                                      <p:by>
                                        <p:hsl h="7200000" s="0" l="0"/>
                                      </p:by>
                                    </p:animClr>
                                    <p:animClr clrSpc="hsl" dir="cw">
                                      <p:cBhvr>
                                        <p:cTn id="1066" dur="1250" fill="hold"/>
                                        <p:tgtEl>
                                          <p:spTgt spid="46"/>
                                        </p:tgtEl>
                                        <p:attrNameLst>
                                          <p:attrName>stroke.color</p:attrName>
                                        </p:attrNameLst>
                                      </p:cBhvr>
                                      <p:by>
                                        <p:hsl h="7200000" s="0" l="0"/>
                                      </p:by>
                                    </p:animClr>
                                    <p:set>
                                      <p:cBhvr>
                                        <p:cTn id="1067" dur="1250" fill="hold"/>
                                        <p:tgtEl>
                                          <p:spTgt spid="46"/>
                                        </p:tgtEl>
                                        <p:attrNameLst>
                                          <p:attrName>fill.type</p:attrName>
                                        </p:attrNameLst>
                                      </p:cBhvr>
                                      <p:to>
                                        <p:strVal val="solid"/>
                                      </p:to>
                                    </p:set>
                                  </p:childTnLst>
                                </p:cTn>
                              </p:par>
                              <p:par>
                                <p:cTn id="1068" presetID="21" presetClass="emph" presetSubtype="0" fill="hold" grpId="2" nodeType="withEffect">
                                  <p:stCondLst>
                                    <p:cond delay="11500"/>
                                  </p:stCondLst>
                                  <p:childTnLst>
                                    <p:animClr clrSpc="hsl" dir="cw">
                                      <p:cBhvr override="childStyle">
                                        <p:cTn id="1069" dur="1250" fill="hold"/>
                                        <p:tgtEl>
                                          <p:spTgt spid="66"/>
                                        </p:tgtEl>
                                        <p:attrNameLst>
                                          <p:attrName>style.color</p:attrName>
                                        </p:attrNameLst>
                                      </p:cBhvr>
                                      <p:by>
                                        <p:hsl h="7200000" s="0" l="0"/>
                                      </p:by>
                                    </p:animClr>
                                    <p:animClr clrSpc="hsl" dir="cw">
                                      <p:cBhvr>
                                        <p:cTn id="1070" dur="1250" fill="hold"/>
                                        <p:tgtEl>
                                          <p:spTgt spid="66"/>
                                        </p:tgtEl>
                                        <p:attrNameLst>
                                          <p:attrName>fillcolor</p:attrName>
                                        </p:attrNameLst>
                                      </p:cBhvr>
                                      <p:by>
                                        <p:hsl h="7200000" s="0" l="0"/>
                                      </p:by>
                                    </p:animClr>
                                    <p:animClr clrSpc="hsl" dir="cw">
                                      <p:cBhvr>
                                        <p:cTn id="1071" dur="1250" fill="hold"/>
                                        <p:tgtEl>
                                          <p:spTgt spid="66"/>
                                        </p:tgtEl>
                                        <p:attrNameLst>
                                          <p:attrName>stroke.color</p:attrName>
                                        </p:attrNameLst>
                                      </p:cBhvr>
                                      <p:by>
                                        <p:hsl h="7200000" s="0" l="0"/>
                                      </p:by>
                                    </p:animClr>
                                    <p:set>
                                      <p:cBhvr>
                                        <p:cTn id="1072" dur="1250" fill="hold"/>
                                        <p:tgtEl>
                                          <p:spTgt spid="66"/>
                                        </p:tgtEl>
                                        <p:attrNameLst>
                                          <p:attrName>fill.type</p:attrName>
                                        </p:attrNameLst>
                                      </p:cBhvr>
                                      <p:to>
                                        <p:strVal val="solid"/>
                                      </p:to>
                                    </p:set>
                                  </p:childTnLst>
                                </p:cTn>
                              </p:par>
                              <p:par>
                                <p:cTn id="1073" presetID="21" presetClass="emph" presetSubtype="0" fill="hold" grpId="2" nodeType="withEffect">
                                  <p:stCondLst>
                                    <p:cond delay="11500"/>
                                  </p:stCondLst>
                                  <p:childTnLst>
                                    <p:animClr clrSpc="hsl" dir="cw">
                                      <p:cBhvr override="childStyle">
                                        <p:cTn id="1074" dur="1250" fill="hold"/>
                                        <p:tgtEl>
                                          <p:spTgt spid="67"/>
                                        </p:tgtEl>
                                        <p:attrNameLst>
                                          <p:attrName>style.color</p:attrName>
                                        </p:attrNameLst>
                                      </p:cBhvr>
                                      <p:by>
                                        <p:hsl h="7200000" s="0" l="0"/>
                                      </p:by>
                                    </p:animClr>
                                    <p:animClr clrSpc="hsl" dir="cw">
                                      <p:cBhvr>
                                        <p:cTn id="1075" dur="1250" fill="hold"/>
                                        <p:tgtEl>
                                          <p:spTgt spid="67"/>
                                        </p:tgtEl>
                                        <p:attrNameLst>
                                          <p:attrName>fillcolor</p:attrName>
                                        </p:attrNameLst>
                                      </p:cBhvr>
                                      <p:by>
                                        <p:hsl h="7200000" s="0" l="0"/>
                                      </p:by>
                                    </p:animClr>
                                    <p:animClr clrSpc="hsl" dir="cw">
                                      <p:cBhvr>
                                        <p:cTn id="1076" dur="1250" fill="hold"/>
                                        <p:tgtEl>
                                          <p:spTgt spid="67"/>
                                        </p:tgtEl>
                                        <p:attrNameLst>
                                          <p:attrName>stroke.color</p:attrName>
                                        </p:attrNameLst>
                                      </p:cBhvr>
                                      <p:by>
                                        <p:hsl h="7200000" s="0" l="0"/>
                                      </p:by>
                                    </p:animClr>
                                    <p:set>
                                      <p:cBhvr>
                                        <p:cTn id="1077" dur="1250" fill="hold"/>
                                        <p:tgtEl>
                                          <p:spTgt spid="67"/>
                                        </p:tgtEl>
                                        <p:attrNameLst>
                                          <p:attrName>fill.type</p:attrName>
                                        </p:attrNameLst>
                                      </p:cBhvr>
                                      <p:to>
                                        <p:strVal val="solid"/>
                                      </p:to>
                                    </p:set>
                                  </p:childTnLst>
                                </p:cTn>
                              </p:par>
                              <p:par>
                                <p:cTn id="1078" presetID="21" presetClass="emph" presetSubtype="0" fill="hold" grpId="2" nodeType="withEffect">
                                  <p:stCondLst>
                                    <p:cond delay="11500"/>
                                  </p:stCondLst>
                                  <p:childTnLst>
                                    <p:animClr clrSpc="hsl" dir="cw">
                                      <p:cBhvr override="childStyle">
                                        <p:cTn id="1079" dur="1250" fill="hold"/>
                                        <p:tgtEl>
                                          <p:spTgt spid="68"/>
                                        </p:tgtEl>
                                        <p:attrNameLst>
                                          <p:attrName>style.color</p:attrName>
                                        </p:attrNameLst>
                                      </p:cBhvr>
                                      <p:by>
                                        <p:hsl h="7200000" s="0" l="0"/>
                                      </p:by>
                                    </p:animClr>
                                    <p:animClr clrSpc="hsl" dir="cw">
                                      <p:cBhvr>
                                        <p:cTn id="1080" dur="1250" fill="hold"/>
                                        <p:tgtEl>
                                          <p:spTgt spid="68"/>
                                        </p:tgtEl>
                                        <p:attrNameLst>
                                          <p:attrName>fillcolor</p:attrName>
                                        </p:attrNameLst>
                                      </p:cBhvr>
                                      <p:by>
                                        <p:hsl h="7200000" s="0" l="0"/>
                                      </p:by>
                                    </p:animClr>
                                    <p:animClr clrSpc="hsl" dir="cw">
                                      <p:cBhvr>
                                        <p:cTn id="1081" dur="1250" fill="hold"/>
                                        <p:tgtEl>
                                          <p:spTgt spid="68"/>
                                        </p:tgtEl>
                                        <p:attrNameLst>
                                          <p:attrName>stroke.color</p:attrName>
                                        </p:attrNameLst>
                                      </p:cBhvr>
                                      <p:by>
                                        <p:hsl h="7200000" s="0" l="0"/>
                                      </p:by>
                                    </p:animClr>
                                    <p:set>
                                      <p:cBhvr>
                                        <p:cTn id="1082" dur="1250" fill="hold"/>
                                        <p:tgtEl>
                                          <p:spTgt spid="68"/>
                                        </p:tgtEl>
                                        <p:attrNameLst>
                                          <p:attrName>fill.type</p:attrName>
                                        </p:attrNameLst>
                                      </p:cBhvr>
                                      <p:to>
                                        <p:strVal val="solid"/>
                                      </p:to>
                                    </p:set>
                                  </p:childTnLst>
                                </p:cTn>
                              </p:par>
                              <p:par>
                                <p:cTn id="1083" presetID="21" presetClass="emph" presetSubtype="0" fill="hold" grpId="2" nodeType="withEffect">
                                  <p:stCondLst>
                                    <p:cond delay="11500"/>
                                  </p:stCondLst>
                                  <p:childTnLst>
                                    <p:animClr clrSpc="hsl" dir="cw">
                                      <p:cBhvr override="childStyle">
                                        <p:cTn id="1084" dur="1250" fill="hold"/>
                                        <p:tgtEl>
                                          <p:spTgt spid="69"/>
                                        </p:tgtEl>
                                        <p:attrNameLst>
                                          <p:attrName>style.color</p:attrName>
                                        </p:attrNameLst>
                                      </p:cBhvr>
                                      <p:by>
                                        <p:hsl h="7200000" s="0" l="0"/>
                                      </p:by>
                                    </p:animClr>
                                    <p:animClr clrSpc="hsl" dir="cw">
                                      <p:cBhvr>
                                        <p:cTn id="1085" dur="1250" fill="hold"/>
                                        <p:tgtEl>
                                          <p:spTgt spid="69"/>
                                        </p:tgtEl>
                                        <p:attrNameLst>
                                          <p:attrName>fillcolor</p:attrName>
                                        </p:attrNameLst>
                                      </p:cBhvr>
                                      <p:by>
                                        <p:hsl h="7200000" s="0" l="0"/>
                                      </p:by>
                                    </p:animClr>
                                    <p:animClr clrSpc="hsl" dir="cw">
                                      <p:cBhvr>
                                        <p:cTn id="1086" dur="1250" fill="hold"/>
                                        <p:tgtEl>
                                          <p:spTgt spid="69"/>
                                        </p:tgtEl>
                                        <p:attrNameLst>
                                          <p:attrName>stroke.color</p:attrName>
                                        </p:attrNameLst>
                                      </p:cBhvr>
                                      <p:by>
                                        <p:hsl h="7200000" s="0" l="0"/>
                                      </p:by>
                                    </p:animClr>
                                    <p:set>
                                      <p:cBhvr>
                                        <p:cTn id="1087" dur="1250" fill="hold"/>
                                        <p:tgtEl>
                                          <p:spTgt spid="69"/>
                                        </p:tgtEl>
                                        <p:attrNameLst>
                                          <p:attrName>fill.type</p:attrName>
                                        </p:attrNameLst>
                                      </p:cBhvr>
                                      <p:to>
                                        <p:strVal val="solid"/>
                                      </p:to>
                                    </p:set>
                                  </p:childTnLst>
                                </p:cTn>
                              </p:par>
                              <p:par>
                                <p:cTn id="1088" presetID="21" presetClass="emph" presetSubtype="0" fill="hold" grpId="2" nodeType="withEffect">
                                  <p:stCondLst>
                                    <p:cond delay="11500"/>
                                  </p:stCondLst>
                                  <p:childTnLst>
                                    <p:animClr clrSpc="hsl" dir="cw">
                                      <p:cBhvr override="childStyle">
                                        <p:cTn id="1089" dur="1250" fill="hold"/>
                                        <p:tgtEl>
                                          <p:spTgt spid="70"/>
                                        </p:tgtEl>
                                        <p:attrNameLst>
                                          <p:attrName>style.color</p:attrName>
                                        </p:attrNameLst>
                                      </p:cBhvr>
                                      <p:by>
                                        <p:hsl h="7200000" s="0" l="0"/>
                                      </p:by>
                                    </p:animClr>
                                    <p:animClr clrSpc="hsl" dir="cw">
                                      <p:cBhvr>
                                        <p:cTn id="1090" dur="1250" fill="hold"/>
                                        <p:tgtEl>
                                          <p:spTgt spid="70"/>
                                        </p:tgtEl>
                                        <p:attrNameLst>
                                          <p:attrName>fillcolor</p:attrName>
                                        </p:attrNameLst>
                                      </p:cBhvr>
                                      <p:by>
                                        <p:hsl h="7200000" s="0" l="0"/>
                                      </p:by>
                                    </p:animClr>
                                    <p:animClr clrSpc="hsl" dir="cw">
                                      <p:cBhvr>
                                        <p:cTn id="1091" dur="1250" fill="hold"/>
                                        <p:tgtEl>
                                          <p:spTgt spid="70"/>
                                        </p:tgtEl>
                                        <p:attrNameLst>
                                          <p:attrName>stroke.color</p:attrName>
                                        </p:attrNameLst>
                                      </p:cBhvr>
                                      <p:by>
                                        <p:hsl h="7200000" s="0" l="0"/>
                                      </p:by>
                                    </p:animClr>
                                    <p:set>
                                      <p:cBhvr>
                                        <p:cTn id="1092" dur="1250" fill="hold"/>
                                        <p:tgtEl>
                                          <p:spTgt spid="70"/>
                                        </p:tgtEl>
                                        <p:attrNameLst>
                                          <p:attrName>fill.type</p:attrName>
                                        </p:attrNameLst>
                                      </p:cBhvr>
                                      <p:to>
                                        <p:strVal val="solid"/>
                                      </p:to>
                                    </p:set>
                                  </p:childTnLst>
                                </p:cTn>
                              </p:par>
                              <p:par>
                                <p:cTn id="1093" presetID="21" presetClass="emph" presetSubtype="0" fill="hold" grpId="2" nodeType="withEffect">
                                  <p:stCondLst>
                                    <p:cond delay="11500"/>
                                  </p:stCondLst>
                                  <p:childTnLst>
                                    <p:animClr clrSpc="hsl" dir="cw">
                                      <p:cBhvr override="childStyle">
                                        <p:cTn id="1094" dur="1250" fill="hold"/>
                                        <p:tgtEl>
                                          <p:spTgt spid="71"/>
                                        </p:tgtEl>
                                        <p:attrNameLst>
                                          <p:attrName>style.color</p:attrName>
                                        </p:attrNameLst>
                                      </p:cBhvr>
                                      <p:by>
                                        <p:hsl h="7200000" s="0" l="0"/>
                                      </p:by>
                                    </p:animClr>
                                    <p:animClr clrSpc="hsl" dir="cw">
                                      <p:cBhvr>
                                        <p:cTn id="1095" dur="1250" fill="hold"/>
                                        <p:tgtEl>
                                          <p:spTgt spid="71"/>
                                        </p:tgtEl>
                                        <p:attrNameLst>
                                          <p:attrName>fillcolor</p:attrName>
                                        </p:attrNameLst>
                                      </p:cBhvr>
                                      <p:by>
                                        <p:hsl h="7200000" s="0" l="0"/>
                                      </p:by>
                                    </p:animClr>
                                    <p:animClr clrSpc="hsl" dir="cw">
                                      <p:cBhvr>
                                        <p:cTn id="1096" dur="1250" fill="hold"/>
                                        <p:tgtEl>
                                          <p:spTgt spid="71"/>
                                        </p:tgtEl>
                                        <p:attrNameLst>
                                          <p:attrName>stroke.color</p:attrName>
                                        </p:attrNameLst>
                                      </p:cBhvr>
                                      <p:by>
                                        <p:hsl h="7200000" s="0" l="0"/>
                                      </p:by>
                                    </p:animClr>
                                    <p:set>
                                      <p:cBhvr>
                                        <p:cTn id="1097" dur="1250" fill="hold"/>
                                        <p:tgtEl>
                                          <p:spTgt spid="71"/>
                                        </p:tgtEl>
                                        <p:attrNameLst>
                                          <p:attrName>fill.type</p:attrName>
                                        </p:attrNameLst>
                                      </p:cBhvr>
                                      <p:to>
                                        <p:strVal val="solid"/>
                                      </p:to>
                                    </p:set>
                                  </p:childTnLst>
                                </p:cTn>
                              </p:par>
                              <p:par>
                                <p:cTn id="1098" presetID="21" presetClass="emph" presetSubtype="0" fill="hold" grpId="2" nodeType="withEffect">
                                  <p:stCondLst>
                                    <p:cond delay="11500"/>
                                  </p:stCondLst>
                                  <p:childTnLst>
                                    <p:animClr clrSpc="hsl" dir="cw">
                                      <p:cBhvr override="childStyle">
                                        <p:cTn id="1099" dur="1250" fill="hold"/>
                                        <p:tgtEl>
                                          <p:spTgt spid="73"/>
                                        </p:tgtEl>
                                        <p:attrNameLst>
                                          <p:attrName>style.color</p:attrName>
                                        </p:attrNameLst>
                                      </p:cBhvr>
                                      <p:by>
                                        <p:hsl h="7200000" s="0" l="0"/>
                                      </p:by>
                                    </p:animClr>
                                    <p:animClr clrSpc="hsl" dir="cw">
                                      <p:cBhvr>
                                        <p:cTn id="1100" dur="1250" fill="hold"/>
                                        <p:tgtEl>
                                          <p:spTgt spid="73"/>
                                        </p:tgtEl>
                                        <p:attrNameLst>
                                          <p:attrName>fillcolor</p:attrName>
                                        </p:attrNameLst>
                                      </p:cBhvr>
                                      <p:by>
                                        <p:hsl h="7200000" s="0" l="0"/>
                                      </p:by>
                                    </p:animClr>
                                    <p:animClr clrSpc="hsl" dir="cw">
                                      <p:cBhvr>
                                        <p:cTn id="1101" dur="1250" fill="hold"/>
                                        <p:tgtEl>
                                          <p:spTgt spid="73"/>
                                        </p:tgtEl>
                                        <p:attrNameLst>
                                          <p:attrName>stroke.color</p:attrName>
                                        </p:attrNameLst>
                                      </p:cBhvr>
                                      <p:by>
                                        <p:hsl h="7200000" s="0" l="0"/>
                                      </p:by>
                                    </p:animClr>
                                    <p:set>
                                      <p:cBhvr>
                                        <p:cTn id="1102" dur="1250" fill="hold"/>
                                        <p:tgtEl>
                                          <p:spTgt spid="73"/>
                                        </p:tgtEl>
                                        <p:attrNameLst>
                                          <p:attrName>fill.type</p:attrName>
                                        </p:attrNameLst>
                                      </p:cBhvr>
                                      <p:to>
                                        <p:strVal val="solid"/>
                                      </p:to>
                                    </p:set>
                                  </p:childTnLst>
                                </p:cTn>
                              </p:par>
                              <p:par>
                                <p:cTn id="1103" presetID="21" presetClass="emph" presetSubtype="0" fill="hold" grpId="2" nodeType="withEffect">
                                  <p:stCondLst>
                                    <p:cond delay="11500"/>
                                  </p:stCondLst>
                                  <p:childTnLst>
                                    <p:animClr clrSpc="hsl" dir="cw">
                                      <p:cBhvr override="childStyle">
                                        <p:cTn id="1104" dur="1250" fill="hold"/>
                                        <p:tgtEl>
                                          <p:spTgt spid="74"/>
                                        </p:tgtEl>
                                        <p:attrNameLst>
                                          <p:attrName>style.color</p:attrName>
                                        </p:attrNameLst>
                                      </p:cBhvr>
                                      <p:by>
                                        <p:hsl h="7200000" s="0" l="0"/>
                                      </p:by>
                                    </p:animClr>
                                    <p:animClr clrSpc="hsl" dir="cw">
                                      <p:cBhvr>
                                        <p:cTn id="1105" dur="1250" fill="hold"/>
                                        <p:tgtEl>
                                          <p:spTgt spid="74"/>
                                        </p:tgtEl>
                                        <p:attrNameLst>
                                          <p:attrName>fillcolor</p:attrName>
                                        </p:attrNameLst>
                                      </p:cBhvr>
                                      <p:by>
                                        <p:hsl h="7200000" s="0" l="0"/>
                                      </p:by>
                                    </p:animClr>
                                    <p:animClr clrSpc="hsl" dir="cw">
                                      <p:cBhvr>
                                        <p:cTn id="1106" dur="1250" fill="hold"/>
                                        <p:tgtEl>
                                          <p:spTgt spid="74"/>
                                        </p:tgtEl>
                                        <p:attrNameLst>
                                          <p:attrName>stroke.color</p:attrName>
                                        </p:attrNameLst>
                                      </p:cBhvr>
                                      <p:by>
                                        <p:hsl h="7200000" s="0" l="0"/>
                                      </p:by>
                                    </p:animClr>
                                    <p:set>
                                      <p:cBhvr>
                                        <p:cTn id="1107" dur="1250" fill="hold"/>
                                        <p:tgtEl>
                                          <p:spTgt spid="74"/>
                                        </p:tgtEl>
                                        <p:attrNameLst>
                                          <p:attrName>fill.type</p:attrName>
                                        </p:attrNameLst>
                                      </p:cBhvr>
                                      <p:to>
                                        <p:strVal val="solid"/>
                                      </p:to>
                                    </p:set>
                                  </p:childTnLst>
                                </p:cTn>
                              </p:par>
                              <p:par>
                                <p:cTn id="1108" presetID="21" presetClass="emph" presetSubtype="0" fill="hold" grpId="2" nodeType="withEffect">
                                  <p:stCondLst>
                                    <p:cond delay="11500"/>
                                  </p:stCondLst>
                                  <p:childTnLst>
                                    <p:animClr clrSpc="hsl" dir="cw">
                                      <p:cBhvr override="childStyle">
                                        <p:cTn id="1109" dur="1250" fill="hold"/>
                                        <p:tgtEl>
                                          <p:spTgt spid="76"/>
                                        </p:tgtEl>
                                        <p:attrNameLst>
                                          <p:attrName>style.color</p:attrName>
                                        </p:attrNameLst>
                                      </p:cBhvr>
                                      <p:by>
                                        <p:hsl h="7200000" s="0" l="0"/>
                                      </p:by>
                                    </p:animClr>
                                    <p:animClr clrSpc="hsl" dir="cw">
                                      <p:cBhvr>
                                        <p:cTn id="1110" dur="1250" fill="hold"/>
                                        <p:tgtEl>
                                          <p:spTgt spid="76"/>
                                        </p:tgtEl>
                                        <p:attrNameLst>
                                          <p:attrName>fillcolor</p:attrName>
                                        </p:attrNameLst>
                                      </p:cBhvr>
                                      <p:by>
                                        <p:hsl h="7200000" s="0" l="0"/>
                                      </p:by>
                                    </p:animClr>
                                    <p:animClr clrSpc="hsl" dir="cw">
                                      <p:cBhvr>
                                        <p:cTn id="1111" dur="1250" fill="hold"/>
                                        <p:tgtEl>
                                          <p:spTgt spid="76"/>
                                        </p:tgtEl>
                                        <p:attrNameLst>
                                          <p:attrName>stroke.color</p:attrName>
                                        </p:attrNameLst>
                                      </p:cBhvr>
                                      <p:by>
                                        <p:hsl h="7200000" s="0" l="0"/>
                                      </p:by>
                                    </p:animClr>
                                    <p:set>
                                      <p:cBhvr>
                                        <p:cTn id="1112" dur="1250" fill="hold"/>
                                        <p:tgtEl>
                                          <p:spTgt spid="76"/>
                                        </p:tgtEl>
                                        <p:attrNameLst>
                                          <p:attrName>fill.type</p:attrName>
                                        </p:attrNameLst>
                                      </p:cBhvr>
                                      <p:to>
                                        <p:strVal val="solid"/>
                                      </p:to>
                                    </p:set>
                                  </p:childTnLst>
                                </p:cTn>
                              </p:par>
                              <p:par>
                                <p:cTn id="1113" presetID="21" presetClass="emph" presetSubtype="0" fill="hold" grpId="2" nodeType="withEffect">
                                  <p:stCondLst>
                                    <p:cond delay="11500"/>
                                  </p:stCondLst>
                                  <p:childTnLst>
                                    <p:animClr clrSpc="hsl" dir="cw">
                                      <p:cBhvr override="childStyle">
                                        <p:cTn id="1114" dur="1250" fill="hold"/>
                                        <p:tgtEl>
                                          <p:spTgt spid="77"/>
                                        </p:tgtEl>
                                        <p:attrNameLst>
                                          <p:attrName>style.color</p:attrName>
                                        </p:attrNameLst>
                                      </p:cBhvr>
                                      <p:by>
                                        <p:hsl h="7200000" s="0" l="0"/>
                                      </p:by>
                                    </p:animClr>
                                    <p:animClr clrSpc="hsl" dir="cw">
                                      <p:cBhvr>
                                        <p:cTn id="1115" dur="1250" fill="hold"/>
                                        <p:tgtEl>
                                          <p:spTgt spid="77"/>
                                        </p:tgtEl>
                                        <p:attrNameLst>
                                          <p:attrName>fillcolor</p:attrName>
                                        </p:attrNameLst>
                                      </p:cBhvr>
                                      <p:by>
                                        <p:hsl h="7200000" s="0" l="0"/>
                                      </p:by>
                                    </p:animClr>
                                    <p:animClr clrSpc="hsl" dir="cw">
                                      <p:cBhvr>
                                        <p:cTn id="1116" dur="1250" fill="hold"/>
                                        <p:tgtEl>
                                          <p:spTgt spid="77"/>
                                        </p:tgtEl>
                                        <p:attrNameLst>
                                          <p:attrName>stroke.color</p:attrName>
                                        </p:attrNameLst>
                                      </p:cBhvr>
                                      <p:by>
                                        <p:hsl h="7200000" s="0" l="0"/>
                                      </p:by>
                                    </p:animClr>
                                    <p:set>
                                      <p:cBhvr>
                                        <p:cTn id="1117" dur="1250" fill="hold"/>
                                        <p:tgtEl>
                                          <p:spTgt spid="77"/>
                                        </p:tgtEl>
                                        <p:attrNameLst>
                                          <p:attrName>fill.type</p:attrName>
                                        </p:attrNameLst>
                                      </p:cBhvr>
                                      <p:to>
                                        <p:strVal val="solid"/>
                                      </p:to>
                                    </p:set>
                                  </p:childTnLst>
                                </p:cTn>
                              </p:par>
                              <p:par>
                                <p:cTn id="1118" presetID="21" presetClass="emph" presetSubtype="0" fill="hold" grpId="2" nodeType="withEffect">
                                  <p:stCondLst>
                                    <p:cond delay="11500"/>
                                  </p:stCondLst>
                                  <p:childTnLst>
                                    <p:animClr clrSpc="hsl" dir="cw">
                                      <p:cBhvr override="childStyle">
                                        <p:cTn id="1119" dur="1250" fill="hold"/>
                                        <p:tgtEl>
                                          <p:spTgt spid="78"/>
                                        </p:tgtEl>
                                        <p:attrNameLst>
                                          <p:attrName>style.color</p:attrName>
                                        </p:attrNameLst>
                                      </p:cBhvr>
                                      <p:by>
                                        <p:hsl h="7200000" s="0" l="0"/>
                                      </p:by>
                                    </p:animClr>
                                    <p:animClr clrSpc="hsl" dir="cw">
                                      <p:cBhvr>
                                        <p:cTn id="1120" dur="1250" fill="hold"/>
                                        <p:tgtEl>
                                          <p:spTgt spid="78"/>
                                        </p:tgtEl>
                                        <p:attrNameLst>
                                          <p:attrName>fillcolor</p:attrName>
                                        </p:attrNameLst>
                                      </p:cBhvr>
                                      <p:by>
                                        <p:hsl h="7200000" s="0" l="0"/>
                                      </p:by>
                                    </p:animClr>
                                    <p:animClr clrSpc="hsl" dir="cw">
                                      <p:cBhvr>
                                        <p:cTn id="1121" dur="1250" fill="hold"/>
                                        <p:tgtEl>
                                          <p:spTgt spid="78"/>
                                        </p:tgtEl>
                                        <p:attrNameLst>
                                          <p:attrName>stroke.color</p:attrName>
                                        </p:attrNameLst>
                                      </p:cBhvr>
                                      <p:by>
                                        <p:hsl h="7200000" s="0" l="0"/>
                                      </p:by>
                                    </p:animClr>
                                    <p:set>
                                      <p:cBhvr>
                                        <p:cTn id="1122" dur="1250" fill="hold"/>
                                        <p:tgtEl>
                                          <p:spTgt spid="78"/>
                                        </p:tgtEl>
                                        <p:attrNameLst>
                                          <p:attrName>fill.type</p:attrName>
                                        </p:attrNameLst>
                                      </p:cBhvr>
                                      <p:to>
                                        <p:strVal val="solid"/>
                                      </p:to>
                                    </p:set>
                                  </p:childTnLst>
                                </p:cTn>
                              </p:par>
                              <p:par>
                                <p:cTn id="1123" presetID="21" presetClass="emph" presetSubtype="0" fill="hold" grpId="2" nodeType="withEffect">
                                  <p:stCondLst>
                                    <p:cond delay="11500"/>
                                  </p:stCondLst>
                                  <p:childTnLst>
                                    <p:animClr clrSpc="hsl" dir="cw">
                                      <p:cBhvr override="childStyle">
                                        <p:cTn id="1124" dur="1250" fill="hold"/>
                                        <p:tgtEl>
                                          <p:spTgt spid="79"/>
                                        </p:tgtEl>
                                        <p:attrNameLst>
                                          <p:attrName>style.color</p:attrName>
                                        </p:attrNameLst>
                                      </p:cBhvr>
                                      <p:by>
                                        <p:hsl h="7200000" s="0" l="0"/>
                                      </p:by>
                                    </p:animClr>
                                    <p:animClr clrSpc="hsl" dir="cw">
                                      <p:cBhvr>
                                        <p:cTn id="1125" dur="1250" fill="hold"/>
                                        <p:tgtEl>
                                          <p:spTgt spid="79"/>
                                        </p:tgtEl>
                                        <p:attrNameLst>
                                          <p:attrName>fillcolor</p:attrName>
                                        </p:attrNameLst>
                                      </p:cBhvr>
                                      <p:by>
                                        <p:hsl h="7200000" s="0" l="0"/>
                                      </p:by>
                                    </p:animClr>
                                    <p:animClr clrSpc="hsl" dir="cw">
                                      <p:cBhvr>
                                        <p:cTn id="1126" dur="1250" fill="hold"/>
                                        <p:tgtEl>
                                          <p:spTgt spid="79"/>
                                        </p:tgtEl>
                                        <p:attrNameLst>
                                          <p:attrName>stroke.color</p:attrName>
                                        </p:attrNameLst>
                                      </p:cBhvr>
                                      <p:by>
                                        <p:hsl h="7200000" s="0" l="0"/>
                                      </p:by>
                                    </p:animClr>
                                    <p:set>
                                      <p:cBhvr>
                                        <p:cTn id="1127" dur="1250" fill="hold"/>
                                        <p:tgtEl>
                                          <p:spTgt spid="79"/>
                                        </p:tgtEl>
                                        <p:attrNameLst>
                                          <p:attrName>fill.type</p:attrName>
                                        </p:attrNameLst>
                                      </p:cBhvr>
                                      <p:to>
                                        <p:strVal val="solid"/>
                                      </p:to>
                                    </p:set>
                                  </p:childTnLst>
                                </p:cTn>
                              </p:par>
                              <p:par>
                                <p:cTn id="1128" presetID="21" presetClass="emph" presetSubtype="0" fill="hold" grpId="2" nodeType="withEffect">
                                  <p:stCondLst>
                                    <p:cond delay="11500"/>
                                  </p:stCondLst>
                                  <p:childTnLst>
                                    <p:animClr clrSpc="hsl" dir="cw">
                                      <p:cBhvr override="childStyle">
                                        <p:cTn id="1129" dur="1250" fill="hold"/>
                                        <p:tgtEl>
                                          <p:spTgt spid="80"/>
                                        </p:tgtEl>
                                        <p:attrNameLst>
                                          <p:attrName>style.color</p:attrName>
                                        </p:attrNameLst>
                                      </p:cBhvr>
                                      <p:by>
                                        <p:hsl h="7200000" s="0" l="0"/>
                                      </p:by>
                                    </p:animClr>
                                    <p:animClr clrSpc="hsl" dir="cw">
                                      <p:cBhvr>
                                        <p:cTn id="1130" dur="1250" fill="hold"/>
                                        <p:tgtEl>
                                          <p:spTgt spid="80"/>
                                        </p:tgtEl>
                                        <p:attrNameLst>
                                          <p:attrName>fillcolor</p:attrName>
                                        </p:attrNameLst>
                                      </p:cBhvr>
                                      <p:by>
                                        <p:hsl h="7200000" s="0" l="0"/>
                                      </p:by>
                                    </p:animClr>
                                    <p:animClr clrSpc="hsl" dir="cw">
                                      <p:cBhvr>
                                        <p:cTn id="1131" dur="1250" fill="hold"/>
                                        <p:tgtEl>
                                          <p:spTgt spid="80"/>
                                        </p:tgtEl>
                                        <p:attrNameLst>
                                          <p:attrName>stroke.color</p:attrName>
                                        </p:attrNameLst>
                                      </p:cBhvr>
                                      <p:by>
                                        <p:hsl h="7200000" s="0" l="0"/>
                                      </p:by>
                                    </p:animClr>
                                    <p:set>
                                      <p:cBhvr>
                                        <p:cTn id="1132" dur="1250" fill="hold"/>
                                        <p:tgtEl>
                                          <p:spTgt spid="80"/>
                                        </p:tgtEl>
                                        <p:attrNameLst>
                                          <p:attrName>fill.type</p:attrName>
                                        </p:attrNameLst>
                                      </p:cBhvr>
                                      <p:to>
                                        <p:strVal val="solid"/>
                                      </p:to>
                                    </p:set>
                                  </p:childTnLst>
                                </p:cTn>
                              </p:par>
                              <p:par>
                                <p:cTn id="1133" presetID="21" presetClass="emph" presetSubtype="0" fill="hold" grpId="2" nodeType="withEffect">
                                  <p:stCondLst>
                                    <p:cond delay="11500"/>
                                  </p:stCondLst>
                                  <p:childTnLst>
                                    <p:animClr clrSpc="hsl" dir="cw">
                                      <p:cBhvr override="childStyle">
                                        <p:cTn id="1134" dur="1250" fill="hold"/>
                                        <p:tgtEl>
                                          <p:spTgt spid="81"/>
                                        </p:tgtEl>
                                        <p:attrNameLst>
                                          <p:attrName>style.color</p:attrName>
                                        </p:attrNameLst>
                                      </p:cBhvr>
                                      <p:by>
                                        <p:hsl h="7200000" s="0" l="0"/>
                                      </p:by>
                                    </p:animClr>
                                    <p:animClr clrSpc="hsl" dir="cw">
                                      <p:cBhvr>
                                        <p:cTn id="1135" dur="1250" fill="hold"/>
                                        <p:tgtEl>
                                          <p:spTgt spid="81"/>
                                        </p:tgtEl>
                                        <p:attrNameLst>
                                          <p:attrName>fillcolor</p:attrName>
                                        </p:attrNameLst>
                                      </p:cBhvr>
                                      <p:by>
                                        <p:hsl h="7200000" s="0" l="0"/>
                                      </p:by>
                                    </p:animClr>
                                    <p:animClr clrSpc="hsl" dir="cw">
                                      <p:cBhvr>
                                        <p:cTn id="1136" dur="1250" fill="hold"/>
                                        <p:tgtEl>
                                          <p:spTgt spid="81"/>
                                        </p:tgtEl>
                                        <p:attrNameLst>
                                          <p:attrName>stroke.color</p:attrName>
                                        </p:attrNameLst>
                                      </p:cBhvr>
                                      <p:by>
                                        <p:hsl h="7200000" s="0" l="0"/>
                                      </p:by>
                                    </p:animClr>
                                    <p:set>
                                      <p:cBhvr>
                                        <p:cTn id="1137" dur="1250" fill="hold"/>
                                        <p:tgtEl>
                                          <p:spTgt spid="81"/>
                                        </p:tgtEl>
                                        <p:attrNameLst>
                                          <p:attrName>fill.type</p:attrName>
                                        </p:attrNameLst>
                                      </p:cBhvr>
                                      <p:to>
                                        <p:strVal val="solid"/>
                                      </p:to>
                                    </p:set>
                                  </p:childTnLst>
                                </p:cTn>
                              </p:par>
                              <p:par>
                                <p:cTn id="1138" presetID="21" presetClass="emph" presetSubtype="0" fill="hold" grpId="2" nodeType="withEffect">
                                  <p:stCondLst>
                                    <p:cond delay="11500"/>
                                  </p:stCondLst>
                                  <p:childTnLst>
                                    <p:animClr clrSpc="hsl" dir="cw">
                                      <p:cBhvr override="childStyle">
                                        <p:cTn id="1139" dur="1250" fill="hold"/>
                                        <p:tgtEl>
                                          <p:spTgt spid="82"/>
                                        </p:tgtEl>
                                        <p:attrNameLst>
                                          <p:attrName>style.color</p:attrName>
                                        </p:attrNameLst>
                                      </p:cBhvr>
                                      <p:by>
                                        <p:hsl h="7200000" s="0" l="0"/>
                                      </p:by>
                                    </p:animClr>
                                    <p:animClr clrSpc="hsl" dir="cw">
                                      <p:cBhvr>
                                        <p:cTn id="1140" dur="1250" fill="hold"/>
                                        <p:tgtEl>
                                          <p:spTgt spid="82"/>
                                        </p:tgtEl>
                                        <p:attrNameLst>
                                          <p:attrName>fillcolor</p:attrName>
                                        </p:attrNameLst>
                                      </p:cBhvr>
                                      <p:by>
                                        <p:hsl h="7200000" s="0" l="0"/>
                                      </p:by>
                                    </p:animClr>
                                    <p:animClr clrSpc="hsl" dir="cw">
                                      <p:cBhvr>
                                        <p:cTn id="1141" dur="1250" fill="hold"/>
                                        <p:tgtEl>
                                          <p:spTgt spid="82"/>
                                        </p:tgtEl>
                                        <p:attrNameLst>
                                          <p:attrName>stroke.color</p:attrName>
                                        </p:attrNameLst>
                                      </p:cBhvr>
                                      <p:by>
                                        <p:hsl h="7200000" s="0" l="0"/>
                                      </p:by>
                                    </p:animClr>
                                    <p:set>
                                      <p:cBhvr>
                                        <p:cTn id="1142" dur="1250" fill="hold"/>
                                        <p:tgtEl>
                                          <p:spTgt spid="82"/>
                                        </p:tgtEl>
                                        <p:attrNameLst>
                                          <p:attrName>fill.type</p:attrName>
                                        </p:attrNameLst>
                                      </p:cBhvr>
                                      <p:to>
                                        <p:strVal val="solid"/>
                                      </p:to>
                                    </p:set>
                                  </p:childTnLst>
                                </p:cTn>
                              </p:par>
                              <p:par>
                                <p:cTn id="1143" presetID="21" presetClass="emph" presetSubtype="0" fill="hold" grpId="2" nodeType="withEffect">
                                  <p:stCondLst>
                                    <p:cond delay="11500"/>
                                  </p:stCondLst>
                                  <p:childTnLst>
                                    <p:animClr clrSpc="hsl" dir="cw">
                                      <p:cBhvr override="childStyle">
                                        <p:cTn id="1144" dur="1250" fill="hold"/>
                                        <p:tgtEl>
                                          <p:spTgt spid="83"/>
                                        </p:tgtEl>
                                        <p:attrNameLst>
                                          <p:attrName>style.color</p:attrName>
                                        </p:attrNameLst>
                                      </p:cBhvr>
                                      <p:by>
                                        <p:hsl h="7200000" s="0" l="0"/>
                                      </p:by>
                                    </p:animClr>
                                    <p:animClr clrSpc="hsl" dir="cw">
                                      <p:cBhvr>
                                        <p:cTn id="1145" dur="1250" fill="hold"/>
                                        <p:tgtEl>
                                          <p:spTgt spid="83"/>
                                        </p:tgtEl>
                                        <p:attrNameLst>
                                          <p:attrName>fillcolor</p:attrName>
                                        </p:attrNameLst>
                                      </p:cBhvr>
                                      <p:by>
                                        <p:hsl h="7200000" s="0" l="0"/>
                                      </p:by>
                                    </p:animClr>
                                    <p:animClr clrSpc="hsl" dir="cw">
                                      <p:cBhvr>
                                        <p:cTn id="1146" dur="1250" fill="hold"/>
                                        <p:tgtEl>
                                          <p:spTgt spid="83"/>
                                        </p:tgtEl>
                                        <p:attrNameLst>
                                          <p:attrName>stroke.color</p:attrName>
                                        </p:attrNameLst>
                                      </p:cBhvr>
                                      <p:by>
                                        <p:hsl h="7200000" s="0" l="0"/>
                                      </p:by>
                                    </p:animClr>
                                    <p:set>
                                      <p:cBhvr>
                                        <p:cTn id="1147" dur="1250" fill="hold"/>
                                        <p:tgtEl>
                                          <p:spTgt spid="83"/>
                                        </p:tgtEl>
                                        <p:attrNameLst>
                                          <p:attrName>fill.type</p:attrName>
                                        </p:attrNameLst>
                                      </p:cBhvr>
                                      <p:to>
                                        <p:strVal val="solid"/>
                                      </p:to>
                                    </p:set>
                                  </p:childTnLst>
                                </p:cTn>
                              </p:par>
                              <p:par>
                                <p:cTn id="1148" presetID="21" presetClass="emph" presetSubtype="0" fill="hold" nodeType="withEffect">
                                  <p:stCondLst>
                                    <p:cond delay="11500"/>
                                  </p:stCondLst>
                                  <p:childTnLst>
                                    <p:animClr clrSpc="hsl" dir="cw">
                                      <p:cBhvr override="childStyle">
                                        <p:cTn id="1149" dur="1250" fill="hold"/>
                                        <p:tgtEl>
                                          <p:spTgt spid="61"/>
                                        </p:tgtEl>
                                        <p:attrNameLst>
                                          <p:attrName>style.color</p:attrName>
                                        </p:attrNameLst>
                                      </p:cBhvr>
                                      <p:by>
                                        <p:hsl h="7200000" s="0" l="0"/>
                                      </p:by>
                                    </p:animClr>
                                    <p:animClr clrSpc="hsl" dir="cw">
                                      <p:cBhvr>
                                        <p:cTn id="1150" dur="1250" fill="hold"/>
                                        <p:tgtEl>
                                          <p:spTgt spid="61"/>
                                        </p:tgtEl>
                                        <p:attrNameLst>
                                          <p:attrName>fillcolor</p:attrName>
                                        </p:attrNameLst>
                                      </p:cBhvr>
                                      <p:by>
                                        <p:hsl h="7200000" s="0" l="0"/>
                                      </p:by>
                                    </p:animClr>
                                    <p:animClr clrSpc="hsl" dir="cw">
                                      <p:cBhvr>
                                        <p:cTn id="1151" dur="1250" fill="hold"/>
                                        <p:tgtEl>
                                          <p:spTgt spid="61"/>
                                        </p:tgtEl>
                                        <p:attrNameLst>
                                          <p:attrName>stroke.color</p:attrName>
                                        </p:attrNameLst>
                                      </p:cBhvr>
                                      <p:by>
                                        <p:hsl h="7200000" s="0" l="0"/>
                                      </p:by>
                                    </p:animClr>
                                    <p:set>
                                      <p:cBhvr>
                                        <p:cTn id="1152" dur="1250" fill="hold"/>
                                        <p:tgtEl>
                                          <p:spTgt spid="61"/>
                                        </p:tgtEl>
                                        <p:attrNameLst>
                                          <p:attrName>fill.type</p:attrName>
                                        </p:attrNameLst>
                                      </p:cBhvr>
                                      <p:to>
                                        <p:strVal val="solid"/>
                                      </p:to>
                                    </p:set>
                                  </p:childTnLst>
                                </p:cTn>
                              </p:par>
                              <p:par>
                                <p:cTn id="1153" presetID="21" presetClass="emph" presetSubtype="0" fill="hold" nodeType="withEffect">
                                  <p:stCondLst>
                                    <p:cond delay="11500"/>
                                  </p:stCondLst>
                                  <p:childTnLst>
                                    <p:animClr clrSpc="hsl" dir="cw">
                                      <p:cBhvr override="childStyle">
                                        <p:cTn id="1154" dur="1250" fill="hold"/>
                                        <p:tgtEl>
                                          <p:spTgt spid="62"/>
                                        </p:tgtEl>
                                        <p:attrNameLst>
                                          <p:attrName>style.color</p:attrName>
                                        </p:attrNameLst>
                                      </p:cBhvr>
                                      <p:by>
                                        <p:hsl h="7200000" s="0" l="0"/>
                                      </p:by>
                                    </p:animClr>
                                    <p:animClr clrSpc="hsl" dir="cw">
                                      <p:cBhvr>
                                        <p:cTn id="1155" dur="1250" fill="hold"/>
                                        <p:tgtEl>
                                          <p:spTgt spid="62"/>
                                        </p:tgtEl>
                                        <p:attrNameLst>
                                          <p:attrName>fillcolor</p:attrName>
                                        </p:attrNameLst>
                                      </p:cBhvr>
                                      <p:by>
                                        <p:hsl h="7200000" s="0" l="0"/>
                                      </p:by>
                                    </p:animClr>
                                    <p:animClr clrSpc="hsl" dir="cw">
                                      <p:cBhvr>
                                        <p:cTn id="1156" dur="1250" fill="hold"/>
                                        <p:tgtEl>
                                          <p:spTgt spid="62"/>
                                        </p:tgtEl>
                                        <p:attrNameLst>
                                          <p:attrName>stroke.color</p:attrName>
                                        </p:attrNameLst>
                                      </p:cBhvr>
                                      <p:by>
                                        <p:hsl h="7200000" s="0" l="0"/>
                                      </p:by>
                                    </p:animClr>
                                    <p:set>
                                      <p:cBhvr>
                                        <p:cTn id="1157" dur="1250" fill="hold"/>
                                        <p:tgtEl>
                                          <p:spTgt spid="62"/>
                                        </p:tgtEl>
                                        <p:attrNameLst>
                                          <p:attrName>fill.type</p:attrName>
                                        </p:attrNameLst>
                                      </p:cBhvr>
                                      <p:to>
                                        <p:strVal val="solid"/>
                                      </p:to>
                                    </p:set>
                                  </p:childTnLst>
                                </p:cTn>
                              </p:par>
                              <p:par>
                                <p:cTn id="1158" presetID="21" presetClass="emph" presetSubtype="0" fill="hold" nodeType="withEffect">
                                  <p:stCondLst>
                                    <p:cond delay="11500"/>
                                  </p:stCondLst>
                                  <p:childTnLst>
                                    <p:animClr clrSpc="hsl" dir="cw">
                                      <p:cBhvr override="childStyle">
                                        <p:cTn id="1159" dur="1250" fill="hold"/>
                                        <p:tgtEl>
                                          <p:spTgt spid="64"/>
                                        </p:tgtEl>
                                        <p:attrNameLst>
                                          <p:attrName>style.color</p:attrName>
                                        </p:attrNameLst>
                                      </p:cBhvr>
                                      <p:by>
                                        <p:hsl h="7200000" s="0" l="0"/>
                                      </p:by>
                                    </p:animClr>
                                    <p:animClr clrSpc="hsl" dir="cw">
                                      <p:cBhvr>
                                        <p:cTn id="1160" dur="1250" fill="hold"/>
                                        <p:tgtEl>
                                          <p:spTgt spid="64"/>
                                        </p:tgtEl>
                                        <p:attrNameLst>
                                          <p:attrName>fillcolor</p:attrName>
                                        </p:attrNameLst>
                                      </p:cBhvr>
                                      <p:by>
                                        <p:hsl h="7200000" s="0" l="0"/>
                                      </p:by>
                                    </p:animClr>
                                    <p:animClr clrSpc="hsl" dir="cw">
                                      <p:cBhvr>
                                        <p:cTn id="1161" dur="1250" fill="hold"/>
                                        <p:tgtEl>
                                          <p:spTgt spid="64"/>
                                        </p:tgtEl>
                                        <p:attrNameLst>
                                          <p:attrName>stroke.color</p:attrName>
                                        </p:attrNameLst>
                                      </p:cBhvr>
                                      <p:by>
                                        <p:hsl h="7200000" s="0" l="0"/>
                                      </p:by>
                                    </p:animClr>
                                    <p:set>
                                      <p:cBhvr>
                                        <p:cTn id="1162" dur="1250" fill="hold"/>
                                        <p:tgtEl>
                                          <p:spTgt spid="64"/>
                                        </p:tgtEl>
                                        <p:attrNameLst>
                                          <p:attrName>fill.type</p:attrName>
                                        </p:attrNameLst>
                                      </p:cBhvr>
                                      <p:to>
                                        <p:strVal val="solid"/>
                                      </p:to>
                                    </p:set>
                                  </p:childTnLst>
                                </p:cTn>
                              </p:par>
                              <p:par>
                                <p:cTn id="1163" presetID="21" presetClass="emph" presetSubtype="0" fill="hold" nodeType="withEffect">
                                  <p:stCondLst>
                                    <p:cond delay="11500"/>
                                  </p:stCondLst>
                                  <p:childTnLst>
                                    <p:animClr clrSpc="hsl" dir="cw">
                                      <p:cBhvr override="childStyle">
                                        <p:cTn id="1164" dur="1250" fill="hold"/>
                                        <p:tgtEl>
                                          <p:spTgt spid="38"/>
                                        </p:tgtEl>
                                        <p:attrNameLst>
                                          <p:attrName>style.color</p:attrName>
                                        </p:attrNameLst>
                                      </p:cBhvr>
                                      <p:by>
                                        <p:hsl h="7200000" s="0" l="0"/>
                                      </p:by>
                                    </p:animClr>
                                    <p:animClr clrSpc="hsl" dir="cw">
                                      <p:cBhvr>
                                        <p:cTn id="1165" dur="1250" fill="hold"/>
                                        <p:tgtEl>
                                          <p:spTgt spid="38"/>
                                        </p:tgtEl>
                                        <p:attrNameLst>
                                          <p:attrName>fillcolor</p:attrName>
                                        </p:attrNameLst>
                                      </p:cBhvr>
                                      <p:by>
                                        <p:hsl h="7200000" s="0" l="0"/>
                                      </p:by>
                                    </p:animClr>
                                    <p:animClr clrSpc="hsl" dir="cw">
                                      <p:cBhvr>
                                        <p:cTn id="1166" dur="1250" fill="hold"/>
                                        <p:tgtEl>
                                          <p:spTgt spid="38"/>
                                        </p:tgtEl>
                                        <p:attrNameLst>
                                          <p:attrName>stroke.color</p:attrName>
                                        </p:attrNameLst>
                                      </p:cBhvr>
                                      <p:by>
                                        <p:hsl h="7200000" s="0" l="0"/>
                                      </p:by>
                                    </p:animClr>
                                    <p:set>
                                      <p:cBhvr>
                                        <p:cTn id="1167" dur="1250" fill="hold"/>
                                        <p:tgtEl>
                                          <p:spTgt spid="38"/>
                                        </p:tgtEl>
                                        <p:attrNameLst>
                                          <p:attrName>fill.type</p:attrName>
                                        </p:attrNameLst>
                                      </p:cBhvr>
                                      <p:to>
                                        <p:strVal val="solid"/>
                                      </p:to>
                                    </p:set>
                                  </p:childTnLst>
                                </p:cTn>
                              </p:par>
                              <p:par>
                                <p:cTn id="1168" presetID="21" presetClass="emph" presetSubtype="0" fill="hold" grpId="2" nodeType="withEffect">
                                  <p:stCondLst>
                                    <p:cond delay="11500"/>
                                  </p:stCondLst>
                                  <p:childTnLst>
                                    <p:animClr clrSpc="hsl" dir="cw">
                                      <p:cBhvr override="childStyle">
                                        <p:cTn id="1169" dur="1250" fill="hold"/>
                                        <p:tgtEl>
                                          <p:spTgt spid="75"/>
                                        </p:tgtEl>
                                        <p:attrNameLst>
                                          <p:attrName>style.color</p:attrName>
                                        </p:attrNameLst>
                                      </p:cBhvr>
                                      <p:by>
                                        <p:hsl h="7200000" s="0" l="0"/>
                                      </p:by>
                                    </p:animClr>
                                    <p:animClr clrSpc="hsl" dir="cw">
                                      <p:cBhvr>
                                        <p:cTn id="1170" dur="1250" fill="hold"/>
                                        <p:tgtEl>
                                          <p:spTgt spid="75"/>
                                        </p:tgtEl>
                                        <p:attrNameLst>
                                          <p:attrName>fillcolor</p:attrName>
                                        </p:attrNameLst>
                                      </p:cBhvr>
                                      <p:by>
                                        <p:hsl h="7200000" s="0" l="0"/>
                                      </p:by>
                                    </p:animClr>
                                    <p:animClr clrSpc="hsl" dir="cw">
                                      <p:cBhvr>
                                        <p:cTn id="1171" dur="1250" fill="hold"/>
                                        <p:tgtEl>
                                          <p:spTgt spid="75"/>
                                        </p:tgtEl>
                                        <p:attrNameLst>
                                          <p:attrName>stroke.color</p:attrName>
                                        </p:attrNameLst>
                                      </p:cBhvr>
                                      <p:by>
                                        <p:hsl h="7200000" s="0" l="0"/>
                                      </p:by>
                                    </p:animClr>
                                    <p:set>
                                      <p:cBhvr>
                                        <p:cTn id="1172" dur="1250" fill="hold"/>
                                        <p:tgtEl>
                                          <p:spTgt spid="75"/>
                                        </p:tgtEl>
                                        <p:attrNameLst>
                                          <p:attrName>fill.type</p:attrName>
                                        </p:attrNameLst>
                                      </p:cBhvr>
                                      <p:to>
                                        <p:strVal val="solid"/>
                                      </p:to>
                                    </p:set>
                                  </p:childTnLst>
                                </p:cTn>
                              </p:par>
                              <p:par>
                                <p:cTn id="1173" presetID="21" presetClass="emph" presetSubtype="0" fill="hold" nodeType="withEffect">
                                  <p:stCondLst>
                                    <p:cond delay="11500"/>
                                  </p:stCondLst>
                                  <p:childTnLst>
                                    <p:animClr clrSpc="hsl" dir="cw">
                                      <p:cBhvr override="childStyle">
                                        <p:cTn id="1174" dur="1250" fill="hold"/>
                                        <p:tgtEl>
                                          <p:spTgt spid="63"/>
                                        </p:tgtEl>
                                        <p:attrNameLst>
                                          <p:attrName>style.color</p:attrName>
                                        </p:attrNameLst>
                                      </p:cBhvr>
                                      <p:by>
                                        <p:hsl h="7200000" s="0" l="0"/>
                                      </p:by>
                                    </p:animClr>
                                    <p:animClr clrSpc="hsl" dir="cw">
                                      <p:cBhvr>
                                        <p:cTn id="1175" dur="1250" fill="hold"/>
                                        <p:tgtEl>
                                          <p:spTgt spid="63"/>
                                        </p:tgtEl>
                                        <p:attrNameLst>
                                          <p:attrName>fillcolor</p:attrName>
                                        </p:attrNameLst>
                                      </p:cBhvr>
                                      <p:by>
                                        <p:hsl h="7200000" s="0" l="0"/>
                                      </p:by>
                                    </p:animClr>
                                    <p:animClr clrSpc="hsl" dir="cw">
                                      <p:cBhvr>
                                        <p:cTn id="1176" dur="1250" fill="hold"/>
                                        <p:tgtEl>
                                          <p:spTgt spid="63"/>
                                        </p:tgtEl>
                                        <p:attrNameLst>
                                          <p:attrName>stroke.color</p:attrName>
                                        </p:attrNameLst>
                                      </p:cBhvr>
                                      <p:by>
                                        <p:hsl h="7200000" s="0" l="0"/>
                                      </p:by>
                                    </p:animClr>
                                    <p:set>
                                      <p:cBhvr>
                                        <p:cTn id="1177" dur="1250" fill="hold"/>
                                        <p:tgtEl>
                                          <p:spTgt spid="63"/>
                                        </p:tgtEl>
                                        <p:attrNameLst>
                                          <p:attrName>fill.type</p:attrName>
                                        </p:attrNameLst>
                                      </p:cBhvr>
                                      <p:to>
                                        <p:strVal val="solid"/>
                                      </p:to>
                                    </p:set>
                                  </p:childTnLst>
                                </p:cTn>
                              </p:par>
                              <p:par>
                                <p:cTn id="1178" presetID="21" presetClass="emph" presetSubtype="0" fill="hold" nodeType="withEffect">
                                  <p:stCondLst>
                                    <p:cond delay="11500"/>
                                  </p:stCondLst>
                                  <p:childTnLst>
                                    <p:animClr clrSpc="hsl" dir="cw">
                                      <p:cBhvr override="childStyle">
                                        <p:cTn id="1179" dur="1250" fill="hold"/>
                                        <p:tgtEl>
                                          <p:spTgt spid="65"/>
                                        </p:tgtEl>
                                        <p:attrNameLst>
                                          <p:attrName>style.color</p:attrName>
                                        </p:attrNameLst>
                                      </p:cBhvr>
                                      <p:by>
                                        <p:hsl h="7200000" s="0" l="0"/>
                                      </p:by>
                                    </p:animClr>
                                    <p:animClr clrSpc="hsl" dir="cw">
                                      <p:cBhvr>
                                        <p:cTn id="1180" dur="1250" fill="hold"/>
                                        <p:tgtEl>
                                          <p:spTgt spid="65"/>
                                        </p:tgtEl>
                                        <p:attrNameLst>
                                          <p:attrName>fillcolor</p:attrName>
                                        </p:attrNameLst>
                                      </p:cBhvr>
                                      <p:by>
                                        <p:hsl h="7200000" s="0" l="0"/>
                                      </p:by>
                                    </p:animClr>
                                    <p:animClr clrSpc="hsl" dir="cw">
                                      <p:cBhvr>
                                        <p:cTn id="1181" dur="1250" fill="hold"/>
                                        <p:tgtEl>
                                          <p:spTgt spid="65"/>
                                        </p:tgtEl>
                                        <p:attrNameLst>
                                          <p:attrName>stroke.color</p:attrName>
                                        </p:attrNameLst>
                                      </p:cBhvr>
                                      <p:by>
                                        <p:hsl h="7200000" s="0" l="0"/>
                                      </p:by>
                                    </p:animClr>
                                    <p:set>
                                      <p:cBhvr>
                                        <p:cTn id="1182" dur="1250" fill="hold"/>
                                        <p:tgtEl>
                                          <p:spTgt spid="65"/>
                                        </p:tgtEl>
                                        <p:attrNameLst>
                                          <p:attrName>fill.type</p:attrName>
                                        </p:attrNameLst>
                                      </p:cBhvr>
                                      <p:to>
                                        <p:strVal val="solid"/>
                                      </p:to>
                                    </p:set>
                                  </p:childTnLst>
                                </p:cTn>
                              </p:par>
                              <p:par>
                                <p:cTn id="1183" presetID="21" presetClass="emph" presetSubtype="0" fill="hold" nodeType="withEffect">
                                  <p:stCondLst>
                                    <p:cond delay="11500"/>
                                  </p:stCondLst>
                                  <p:childTnLst>
                                    <p:animClr clrSpc="hsl" dir="cw">
                                      <p:cBhvr override="childStyle">
                                        <p:cTn id="1184" dur="1250" fill="hold"/>
                                        <p:tgtEl>
                                          <p:spTgt spid="39"/>
                                        </p:tgtEl>
                                        <p:attrNameLst>
                                          <p:attrName>style.color</p:attrName>
                                        </p:attrNameLst>
                                      </p:cBhvr>
                                      <p:by>
                                        <p:hsl h="7200000" s="0" l="0"/>
                                      </p:by>
                                    </p:animClr>
                                    <p:animClr clrSpc="hsl" dir="cw">
                                      <p:cBhvr>
                                        <p:cTn id="1185" dur="1250" fill="hold"/>
                                        <p:tgtEl>
                                          <p:spTgt spid="39"/>
                                        </p:tgtEl>
                                        <p:attrNameLst>
                                          <p:attrName>fillcolor</p:attrName>
                                        </p:attrNameLst>
                                      </p:cBhvr>
                                      <p:by>
                                        <p:hsl h="7200000" s="0" l="0"/>
                                      </p:by>
                                    </p:animClr>
                                    <p:animClr clrSpc="hsl" dir="cw">
                                      <p:cBhvr>
                                        <p:cTn id="1186" dur="1250" fill="hold"/>
                                        <p:tgtEl>
                                          <p:spTgt spid="39"/>
                                        </p:tgtEl>
                                        <p:attrNameLst>
                                          <p:attrName>stroke.color</p:attrName>
                                        </p:attrNameLst>
                                      </p:cBhvr>
                                      <p:by>
                                        <p:hsl h="7200000" s="0" l="0"/>
                                      </p:by>
                                    </p:animClr>
                                    <p:set>
                                      <p:cBhvr>
                                        <p:cTn id="1187" dur="1250" fill="hold"/>
                                        <p:tgtEl>
                                          <p:spTgt spid="39"/>
                                        </p:tgtEl>
                                        <p:attrNameLst>
                                          <p:attrName>fill.type</p:attrName>
                                        </p:attrNameLst>
                                      </p:cBhvr>
                                      <p:to>
                                        <p:strVal val="solid"/>
                                      </p:to>
                                    </p:set>
                                  </p:childTnLst>
                                </p:cTn>
                              </p:par>
                              <p:par>
                                <p:cTn id="1188" presetID="21" presetClass="emph" presetSubtype="0" fill="hold" nodeType="withEffect">
                                  <p:stCondLst>
                                    <p:cond delay="11500"/>
                                  </p:stCondLst>
                                  <p:childTnLst>
                                    <p:animClr clrSpc="hsl" dir="cw">
                                      <p:cBhvr override="childStyle">
                                        <p:cTn id="1189" dur="1250" fill="hold"/>
                                        <p:tgtEl>
                                          <p:spTgt spid="72"/>
                                        </p:tgtEl>
                                        <p:attrNameLst>
                                          <p:attrName>style.color</p:attrName>
                                        </p:attrNameLst>
                                      </p:cBhvr>
                                      <p:by>
                                        <p:hsl h="7200000" s="0" l="0"/>
                                      </p:by>
                                    </p:animClr>
                                    <p:animClr clrSpc="hsl" dir="cw">
                                      <p:cBhvr>
                                        <p:cTn id="1190" dur="1250" fill="hold"/>
                                        <p:tgtEl>
                                          <p:spTgt spid="72"/>
                                        </p:tgtEl>
                                        <p:attrNameLst>
                                          <p:attrName>fillcolor</p:attrName>
                                        </p:attrNameLst>
                                      </p:cBhvr>
                                      <p:by>
                                        <p:hsl h="7200000" s="0" l="0"/>
                                      </p:by>
                                    </p:animClr>
                                    <p:animClr clrSpc="hsl" dir="cw">
                                      <p:cBhvr>
                                        <p:cTn id="1191" dur="1250" fill="hold"/>
                                        <p:tgtEl>
                                          <p:spTgt spid="72"/>
                                        </p:tgtEl>
                                        <p:attrNameLst>
                                          <p:attrName>stroke.color</p:attrName>
                                        </p:attrNameLst>
                                      </p:cBhvr>
                                      <p:by>
                                        <p:hsl h="7200000" s="0" l="0"/>
                                      </p:by>
                                    </p:animClr>
                                    <p:set>
                                      <p:cBhvr>
                                        <p:cTn id="1192" dur="1250" fill="hold"/>
                                        <p:tgtEl>
                                          <p:spTgt spid="72"/>
                                        </p:tgtEl>
                                        <p:attrNameLst>
                                          <p:attrName>fill.type</p:attrName>
                                        </p:attrNameLst>
                                      </p:cBhvr>
                                      <p:to>
                                        <p:strVal val="solid"/>
                                      </p:to>
                                    </p:set>
                                  </p:childTnLst>
                                </p:cTn>
                              </p:par>
                              <p:par>
                                <p:cTn id="1193" presetID="21" presetClass="emph" presetSubtype="0" fill="hold" nodeType="withEffect">
                                  <p:stCondLst>
                                    <p:cond delay="11500"/>
                                  </p:stCondLst>
                                  <p:childTnLst>
                                    <p:animClr clrSpc="hsl" dir="cw">
                                      <p:cBhvr override="childStyle">
                                        <p:cTn id="1194" dur="1250" fill="hold"/>
                                        <p:tgtEl>
                                          <p:spTgt spid="37"/>
                                        </p:tgtEl>
                                        <p:attrNameLst>
                                          <p:attrName>style.color</p:attrName>
                                        </p:attrNameLst>
                                      </p:cBhvr>
                                      <p:by>
                                        <p:hsl h="7200000" s="0" l="0"/>
                                      </p:by>
                                    </p:animClr>
                                    <p:animClr clrSpc="hsl" dir="cw">
                                      <p:cBhvr>
                                        <p:cTn id="1195" dur="1250" fill="hold"/>
                                        <p:tgtEl>
                                          <p:spTgt spid="37"/>
                                        </p:tgtEl>
                                        <p:attrNameLst>
                                          <p:attrName>fillcolor</p:attrName>
                                        </p:attrNameLst>
                                      </p:cBhvr>
                                      <p:by>
                                        <p:hsl h="7200000" s="0" l="0"/>
                                      </p:by>
                                    </p:animClr>
                                    <p:animClr clrSpc="hsl" dir="cw">
                                      <p:cBhvr>
                                        <p:cTn id="1196" dur="1250" fill="hold"/>
                                        <p:tgtEl>
                                          <p:spTgt spid="37"/>
                                        </p:tgtEl>
                                        <p:attrNameLst>
                                          <p:attrName>stroke.color</p:attrName>
                                        </p:attrNameLst>
                                      </p:cBhvr>
                                      <p:by>
                                        <p:hsl h="7200000" s="0" l="0"/>
                                      </p:by>
                                    </p:animClr>
                                    <p:set>
                                      <p:cBhvr>
                                        <p:cTn id="1197" dur="1250" fill="hold"/>
                                        <p:tgtEl>
                                          <p:spTgt spid="37"/>
                                        </p:tgtEl>
                                        <p:attrNameLst>
                                          <p:attrName>fill.type</p:attrName>
                                        </p:attrNameLst>
                                      </p:cBhvr>
                                      <p:to>
                                        <p:strVal val="solid"/>
                                      </p:to>
                                    </p:set>
                                  </p:childTnLst>
                                </p:cTn>
                              </p:par>
                              <p:par>
                                <p:cTn id="1198" presetID="21" presetClass="emph" presetSubtype="0" fill="hold" nodeType="withEffect">
                                  <p:stCondLst>
                                    <p:cond delay="11500"/>
                                  </p:stCondLst>
                                  <p:childTnLst>
                                    <p:animClr clrSpc="hsl" dir="cw">
                                      <p:cBhvr override="childStyle">
                                        <p:cTn id="1199" dur="1250" fill="hold"/>
                                        <p:tgtEl>
                                          <p:spTgt spid="60"/>
                                        </p:tgtEl>
                                        <p:attrNameLst>
                                          <p:attrName>style.color</p:attrName>
                                        </p:attrNameLst>
                                      </p:cBhvr>
                                      <p:by>
                                        <p:hsl h="7200000" s="0" l="0"/>
                                      </p:by>
                                    </p:animClr>
                                    <p:animClr clrSpc="hsl" dir="cw">
                                      <p:cBhvr>
                                        <p:cTn id="1200" dur="1250" fill="hold"/>
                                        <p:tgtEl>
                                          <p:spTgt spid="60"/>
                                        </p:tgtEl>
                                        <p:attrNameLst>
                                          <p:attrName>fillcolor</p:attrName>
                                        </p:attrNameLst>
                                      </p:cBhvr>
                                      <p:by>
                                        <p:hsl h="7200000" s="0" l="0"/>
                                      </p:by>
                                    </p:animClr>
                                    <p:animClr clrSpc="hsl" dir="cw">
                                      <p:cBhvr>
                                        <p:cTn id="1201" dur="1250" fill="hold"/>
                                        <p:tgtEl>
                                          <p:spTgt spid="60"/>
                                        </p:tgtEl>
                                        <p:attrNameLst>
                                          <p:attrName>stroke.color</p:attrName>
                                        </p:attrNameLst>
                                      </p:cBhvr>
                                      <p:by>
                                        <p:hsl h="7200000" s="0" l="0"/>
                                      </p:by>
                                    </p:animClr>
                                    <p:set>
                                      <p:cBhvr>
                                        <p:cTn id="1202" dur="1250" fill="hold"/>
                                        <p:tgtEl>
                                          <p:spTgt spid="60"/>
                                        </p:tgtEl>
                                        <p:attrNameLst>
                                          <p:attrName>fill.type</p:attrName>
                                        </p:attrNameLst>
                                      </p:cBhvr>
                                      <p:to>
                                        <p:strVal val="solid"/>
                                      </p:to>
                                    </p:set>
                                  </p:childTnLst>
                                </p:cTn>
                              </p:par>
                              <p:par>
                                <p:cTn id="1203" presetID="21" presetClass="emph" presetSubtype="0" fill="hold" nodeType="withEffect">
                                  <p:stCondLst>
                                    <p:cond delay="11500"/>
                                  </p:stCondLst>
                                  <p:childTnLst>
                                    <p:animClr clrSpc="hsl" dir="cw">
                                      <p:cBhvr override="childStyle">
                                        <p:cTn id="1204" dur="1250" fill="hold"/>
                                        <p:tgtEl>
                                          <p:spTgt spid="32"/>
                                        </p:tgtEl>
                                        <p:attrNameLst>
                                          <p:attrName>style.color</p:attrName>
                                        </p:attrNameLst>
                                      </p:cBhvr>
                                      <p:by>
                                        <p:hsl h="7200000" s="0" l="0"/>
                                      </p:by>
                                    </p:animClr>
                                    <p:animClr clrSpc="hsl" dir="cw">
                                      <p:cBhvr>
                                        <p:cTn id="1205" dur="1250" fill="hold"/>
                                        <p:tgtEl>
                                          <p:spTgt spid="32"/>
                                        </p:tgtEl>
                                        <p:attrNameLst>
                                          <p:attrName>fillcolor</p:attrName>
                                        </p:attrNameLst>
                                      </p:cBhvr>
                                      <p:by>
                                        <p:hsl h="7200000" s="0" l="0"/>
                                      </p:by>
                                    </p:animClr>
                                    <p:animClr clrSpc="hsl" dir="cw">
                                      <p:cBhvr>
                                        <p:cTn id="1206" dur="1250" fill="hold"/>
                                        <p:tgtEl>
                                          <p:spTgt spid="32"/>
                                        </p:tgtEl>
                                        <p:attrNameLst>
                                          <p:attrName>stroke.color</p:attrName>
                                        </p:attrNameLst>
                                      </p:cBhvr>
                                      <p:by>
                                        <p:hsl h="7200000" s="0" l="0"/>
                                      </p:by>
                                    </p:animClr>
                                    <p:set>
                                      <p:cBhvr>
                                        <p:cTn id="1207" dur="1250" fill="hold"/>
                                        <p:tgtEl>
                                          <p:spTgt spid="32"/>
                                        </p:tgtEl>
                                        <p:attrNameLst>
                                          <p:attrName>fill.type</p:attrName>
                                        </p:attrNameLst>
                                      </p:cBhvr>
                                      <p:to>
                                        <p:strVal val="solid"/>
                                      </p:to>
                                    </p:set>
                                  </p:childTnLst>
                                </p:cTn>
                              </p:par>
                              <p:par>
                                <p:cTn id="1208" presetID="21" presetClass="emph" presetSubtype="0" fill="hold" nodeType="withEffect">
                                  <p:stCondLst>
                                    <p:cond delay="11500"/>
                                  </p:stCondLst>
                                  <p:childTnLst>
                                    <p:animClr clrSpc="hsl" dir="cw">
                                      <p:cBhvr override="childStyle">
                                        <p:cTn id="1209" dur="1250" fill="hold"/>
                                        <p:tgtEl>
                                          <p:spTgt spid="40"/>
                                        </p:tgtEl>
                                        <p:attrNameLst>
                                          <p:attrName>style.color</p:attrName>
                                        </p:attrNameLst>
                                      </p:cBhvr>
                                      <p:by>
                                        <p:hsl h="7200000" s="0" l="0"/>
                                      </p:by>
                                    </p:animClr>
                                    <p:animClr clrSpc="hsl" dir="cw">
                                      <p:cBhvr>
                                        <p:cTn id="1210" dur="1250" fill="hold"/>
                                        <p:tgtEl>
                                          <p:spTgt spid="40"/>
                                        </p:tgtEl>
                                        <p:attrNameLst>
                                          <p:attrName>fillcolor</p:attrName>
                                        </p:attrNameLst>
                                      </p:cBhvr>
                                      <p:by>
                                        <p:hsl h="7200000" s="0" l="0"/>
                                      </p:by>
                                    </p:animClr>
                                    <p:animClr clrSpc="hsl" dir="cw">
                                      <p:cBhvr>
                                        <p:cTn id="1211" dur="1250" fill="hold"/>
                                        <p:tgtEl>
                                          <p:spTgt spid="40"/>
                                        </p:tgtEl>
                                        <p:attrNameLst>
                                          <p:attrName>stroke.color</p:attrName>
                                        </p:attrNameLst>
                                      </p:cBhvr>
                                      <p:by>
                                        <p:hsl h="7200000" s="0" l="0"/>
                                      </p:by>
                                    </p:animClr>
                                    <p:set>
                                      <p:cBhvr>
                                        <p:cTn id="1212" dur="1250" fill="hold"/>
                                        <p:tgtEl>
                                          <p:spTgt spid="40"/>
                                        </p:tgtEl>
                                        <p:attrNameLst>
                                          <p:attrName>fill.type</p:attrName>
                                        </p:attrNameLst>
                                      </p:cBhvr>
                                      <p:to>
                                        <p:strVal val="solid"/>
                                      </p:to>
                                    </p:set>
                                  </p:childTnLst>
                                </p:cTn>
                              </p:par>
                              <p:par>
                                <p:cTn id="1213" presetID="21" presetClass="emph" presetSubtype="0" fill="hold" grpId="2" nodeType="withEffect">
                                  <p:stCondLst>
                                    <p:cond delay="11500"/>
                                  </p:stCondLst>
                                  <p:childTnLst>
                                    <p:animClr clrSpc="hsl" dir="cw">
                                      <p:cBhvr override="childStyle">
                                        <p:cTn id="1214" dur="1250" fill="hold"/>
                                        <p:tgtEl>
                                          <p:spTgt spid="84"/>
                                        </p:tgtEl>
                                        <p:attrNameLst>
                                          <p:attrName>style.color</p:attrName>
                                        </p:attrNameLst>
                                      </p:cBhvr>
                                      <p:by>
                                        <p:hsl h="7200000" s="0" l="0"/>
                                      </p:by>
                                    </p:animClr>
                                    <p:animClr clrSpc="hsl" dir="cw">
                                      <p:cBhvr>
                                        <p:cTn id="1215" dur="1250" fill="hold"/>
                                        <p:tgtEl>
                                          <p:spTgt spid="84"/>
                                        </p:tgtEl>
                                        <p:attrNameLst>
                                          <p:attrName>fillcolor</p:attrName>
                                        </p:attrNameLst>
                                      </p:cBhvr>
                                      <p:by>
                                        <p:hsl h="7200000" s="0" l="0"/>
                                      </p:by>
                                    </p:animClr>
                                    <p:animClr clrSpc="hsl" dir="cw">
                                      <p:cBhvr>
                                        <p:cTn id="1216" dur="1250" fill="hold"/>
                                        <p:tgtEl>
                                          <p:spTgt spid="84"/>
                                        </p:tgtEl>
                                        <p:attrNameLst>
                                          <p:attrName>stroke.color</p:attrName>
                                        </p:attrNameLst>
                                      </p:cBhvr>
                                      <p:by>
                                        <p:hsl h="7200000" s="0" l="0"/>
                                      </p:by>
                                    </p:animClr>
                                    <p:set>
                                      <p:cBhvr>
                                        <p:cTn id="1217" dur="1250" fill="hold"/>
                                        <p:tgtEl>
                                          <p:spTgt spid="84"/>
                                        </p:tgtEl>
                                        <p:attrNameLst>
                                          <p:attrName>fill.type</p:attrName>
                                        </p:attrNameLst>
                                      </p:cBhvr>
                                      <p:to>
                                        <p:strVal val="solid"/>
                                      </p:to>
                                    </p:set>
                                  </p:childTnLst>
                                </p:cTn>
                              </p:par>
                              <p:par>
                                <p:cTn id="1218" presetID="21" presetClass="emph" presetSubtype="0" fill="hold" grpId="2" nodeType="withEffect">
                                  <p:stCondLst>
                                    <p:cond delay="11500"/>
                                  </p:stCondLst>
                                  <p:childTnLst>
                                    <p:animClr clrSpc="hsl" dir="cw">
                                      <p:cBhvr override="childStyle">
                                        <p:cTn id="1219" dur="1250" fill="hold"/>
                                        <p:tgtEl>
                                          <p:spTgt spid="85"/>
                                        </p:tgtEl>
                                        <p:attrNameLst>
                                          <p:attrName>style.color</p:attrName>
                                        </p:attrNameLst>
                                      </p:cBhvr>
                                      <p:by>
                                        <p:hsl h="7200000" s="0" l="0"/>
                                      </p:by>
                                    </p:animClr>
                                    <p:animClr clrSpc="hsl" dir="cw">
                                      <p:cBhvr>
                                        <p:cTn id="1220" dur="1250" fill="hold"/>
                                        <p:tgtEl>
                                          <p:spTgt spid="85"/>
                                        </p:tgtEl>
                                        <p:attrNameLst>
                                          <p:attrName>fillcolor</p:attrName>
                                        </p:attrNameLst>
                                      </p:cBhvr>
                                      <p:by>
                                        <p:hsl h="7200000" s="0" l="0"/>
                                      </p:by>
                                    </p:animClr>
                                    <p:animClr clrSpc="hsl" dir="cw">
                                      <p:cBhvr>
                                        <p:cTn id="1221" dur="1250" fill="hold"/>
                                        <p:tgtEl>
                                          <p:spTgt spid="85"/>
                                        </p:tgtEl>
                                        <p:attrNameLst>
                                          <p:attrName>stroke.color</p:attrName>
                                        </p:attrNameLst>
                                      </p:cBhvr>
                                      <p:by>
                                        <p:hsl h="7200000" s="0" l="0"/>
                                      </p:by>
                                    </p:animClr>
                                    <p:set>
                                      <p:cBhvr>
                                        <p:cTn id="1222" dur="1250" fill="hold"/>
                                        <p:tgtEl>
                                          <p:spTgt spid="85"/>
                                        </p:tgtEl>
                                        <p:attrNameLst>
                                          <p:attrName>fill.type</p:attrName>
                                        </p:attrNameLst>
                                      </p:cBhvr>
                                      <p:to>
                                        <p:strVal val="solid"/>
                                      </p:to>
                                    </p:set>
                                  </p:childTnLst>
                                </p:cTn>
                              </p:par>
                              <p:par>
                                <p:cTn id="1223" presetID="21" presetClass="emph" presetSubtype="0" fill="hold" grpId="2" nodeType="withEffect">
                                  <p:stCondLst>
                                    <p:cond delay="11500"/>
                                  </p:stCondLst>
                                  <p:childTnLst>
                                    <p:animClr clrSpc="hsl" dir="cw">
                                      <p:cBhvr override="childStyle">
                                        <p:cTn id="1224" dur="1250" fill="hold"/>
                                        <p:tgtEl>
                                          <p:spTgt spid="86"/>
                                        </p:tgtEl>
                                        <p:attrNameLst>
                                          <p:attrName>style.color</p:attrName>
                                        </p:attrNameLst>
                                      </p:cBhvr>
                                      <p:by>
                                        <p:hsl h="7200000" s="0" l="0"/>
                                      </p:by>
                                    </p:animClr>
                                    <p:animClr clrSpc="hsl" dir="cw">
                                      <p:cBhvr>
                                        <p:cTn id="1225" dur="1250" fill="hold"/>
                                        <p:tgtEl>
                                          <p:spTgt spid="86"/>
                                        </p:tgtEl>
                                        <p:attrNameLst>
                                          <p:attrName>fillcolor</p:attrName>
                                        </p:attrNameLst>
                                      </p:cBhvr>
                                      <p:by>
                                        <p:hsl h="7200000" s="0" l="0"/>
                                      </p:by>
                                    </p:animClr>
                                    <p:animClr clrSpc="hsl" dir="cw">
                                      <p:cBhvr>
                                        <p:cTn id="1226" dur="1250" fill="hold"/>
                                        <p:tgtEl>
                                          <p:spTgt spid="86"/>
                                        </p:tgtEl>
                                        <p:attrNameLst>
                                          <p:attrName>stroke.color</p:attrName>
                                        </p:attrNameLst>
                                      </p:cBhvr>
                                      <p:by>
                                        <p:hsl h="7200000" s="0" l="0"/>
                                      </p:by>
                                    </p:animClr>
                                    <p:set>
                                      <p:cBhvr>
                                        <p:cTn id="1227" dur="1250" fill="hold"/>
                                        <p:tgtEl>
                                          <p:spTgt spid="86"/>
                                        </p:tgtEl>
                                        <p:attrNameLst>
                                          <p:attrName>fill.type</p:attrName>
                                        </p:attrNameLst>
                                      </p:cBhvr>
                                      <p:to>
                                        <p:strVal val="solid"/>
                                      </p:to>
                                    </p:set>
                                  </p:childTnLst>
                                </p:cTn>
                              </p:par>
                              <p:par>
                                <p:cTn id="1228" presetID="21" presetClass="emph" presetSubtype="0" fill="hold" grpId="2" nodeType="withEffect">
                                  <p:stCondLst>
                                    <p:cond delay="11500"/>
                                  </p:stCondLst>
                                  <p:childTnLst>
                                    <p:animClr clrSpc="hsl" dir="cw">
                                      <p:cBhvr override="childStyle">
                                        <p:cTn id="1229" dur="1250" fill="hold"/>
                                        <p:tgtEl>
                                          <p:spTgt spid="87"/>
                                        </p:tgtEl>
                                        <p:attrNameLst>
                                          <p:attrName>style.color</p:attrName>
                                        </p:attrNameLst>
                                      </p:cBhvr>
                                      <p:by>
                                        <p:hsl h="7200000" s="0" l="0"/>
                                      </p:by>
                                    </p:animClr>
                                    <p:animClr clrSpc="hsl" dir="cw">
                                      <p:cBhvr>
                                        <p:cTn id="1230" dur="1250" fill="hold"/>
                                        <p:tgtEl>
                                          <p:spTgt spid="87"/>
                                        </p:tgtEl>
                                        <p:attrNameLst>
                                          <p:attrName>fillcolor</p:attrName>
                                        </p:attrNameLst>
                                      </p:cBhvr>
                                      <p:by>
                                        <p:hsl h="7200000" s="0" l="0"/>
                                      </p:by>
                                    </p:animClr>
                                    <p:animClr clrSpc="hsl" dir="cw">
                                      <p:cBhvr>
                                        <p:cTn id="1231" dur="1250" fill="hold"/>
                                        <p:tgtEl>
                                          <p:spTgt spid="87"/>
                                        </p:tgtEl>
                                        <p:attrNameLst>
                                          <p:attrName>stroke.color</p:attrName>
                                        </p:attrNameLst>
                                      </p:cBhvr>
                                      <p:by>
                                        <p:hsl h="7200000" s="0" l="0"/>
                                      </p:by>
                                    </p:animClr>
                                    <p:set>
                                      <p:cBhvr>
                                        <p:cTn id="1232" dur="1250" fill="hold"/>
                                        <p:tgtEl>
                                          <p:spTgt spid="87"/>
                                        </p:tgtEl>
                                        <p:attrNameLst>
                                          <p:attrName>fill.type</p:attrName>
                                        </p:attrNameLst>
                                      </p:cBhvr>
                                      <p:to>
                                        <p:strVal val="solid"/>
                                      </p:to>
                                    </p:set>
                                  </p:childTnLst>
                                </p:cTn>
                              </p:par>
                              <p:par>
                                <p:cTn id="1233" presetID="21" presetClass="emph" presetSubtype="0" fill="hold" grpId="2" nodeType="withEffect">
                                  <p:stCondLst>
                                    <p:cond delay="11500"/>
                                  </p:stCondLst>
                                  <p:childTnLst>
                                    <p:animClr clrSpc="hsl" dir="cw">
                                      <p:cBhvr override="childStyle">
                                        <p:cTn id="1234" dur="1250" fill="hold"/>
                                        <p:tgtEl>
                                          <p:spTgt spid="88"/>
                                        </p:tgtEl>
                                        <p:attrNameLst>
                                          <p:attrName>style.color</p:attrName>
                                        </p:attrNameLst>
                                      </p:cBhvr>
                                      <p:by>
                                        <p:hsl h="7200000" s="0" l="0"/>
                                      </p:by>
                                    </p:animClr>
                                    <p:animClr clrSpc="hsl" dir="cw">
                                      <p:cBhvr>
                                        <p:cTn id="1235" dur="1250" fill="hold"/>
                                        <p:tgtEl>
                                          <p:spTgt spid="88"/>
                                        </p:tgtEl>
                                        <p:attrNameLst>
                                          <p:attrName>fillcolor</p:attrName>
                                        </p:attrNameLst>
                                      </p:cBhvr>
                                      <p:by>
                                        <p:hsl h="7200000" s="0" l="0"/>
                                      </p:by>
                                    </p:animClr>
                                    <p:animClr clrSpc="hsl" dir="cw">
                                      <p:cBhvr>
                                        <p:cTn id="1236" dur="1250" fill="hold"/>
                                        <p:tgtEl>
                                          <p:spTgt spid="88"/>
                                        </p:tgtEl>
                                        <p:attrNameLst>
                                          <p:attrName>stroke.color</p:attrName>
                                        </p:attrNameLst>
                                      </p:cBhvr>
                                      <p:by>
                                        <p:hsl h="7200000" s="0" l="0"/>
                                      </p:by>
                                    </p:animClr>
                                    <p:set>
                                      <p:cBhvr>
                                        <p:cTn id="1237" dur="1250" fill="hold"/>
                                        <p:tgtEl>
                                          <p:spTgt spid="88"/>
                                        </p:tgtEl>
                                        <p:attrNameLst>
                                          <p:attrName>fill.type</p:attrName>
                                        </p:attrNameLst>
                                      </p:cBhvr>
                                      <p:to>
                                        <p:strVal val="solid"/>
                                      </p:to>
                                    </p:set>
                                  </p:childTnLst>
                                </p:cTn>
                              </p:par>
                              <p:par>
                                <p:cTn id="1238" presetID="21" presetClass="emph" presetSubtype="0" fill="hold" nodeType="withEffect">
                                  <p:stCondLst>
                                    <p:cond delay="11500"/>
                                  </p:stCondLst>
                                  <p:childTnLst>
                                    <p:animClr clrSpc="hsl" dir="cw">
                                      <p:cBhvr override="childStyle">
                                        <p:cTn id="1239" dur="1250" fill="hold"/>
                                        <p:tgtEl>
                                          <p:spTgt spid="89"/>
                                        </p:tgtEl>
                                        <p:attrNameLst>
                                          <p:attrName>style.color</p:attrName>
                                        </p:attrNameLst>
                                      </p:cBhvr>
                                      <p:by>
                                        <p:hsl h="7200000" s="0" l="0"/>
                                      </p:by>
                                    </p:animClr>
                                    <p:animClr clrSpc="hsl" dir="cw">
                                      <p:cBhvr>
                                        <p:cTn id="1240" dur="1250" fill="hold"/>
                                        <p:tgtEl>
                                          <p:spTgt spid="89"/>
                                        </p:tgtEl>
                                        <p:attrNameLst>
                                          <p:attrName>fillcolor</p:attrName>
                                        </p:attrNameLst>
                                      </p:cBhvr>
                                      <p:by>
                                        <p:hsl h="7200000" s="0" l="0"/>
                                      </p:by>
                                    </p:animClr>
                                    <p:animClr clrSpc="hsl" dir="cw">
                                      <p:cBhvr>
                                        <p:cTn id="1241" dur="1250" fill="hold"/>
                                        <p:tgtEl>
                                          <p:spTgt spid="89"/>
                                        </p:tgtEl>
                                        <p:attrNameLst>
                                          <p:attrName>stroke.color</p:attrName>
                                        </p:attrNameLst>
                                      </p:cBhvr>
                                      <p:by>
                                        <p:hsl h="7200000" s="0" l="0"/>
                                      </p:by>
                                    </p:animClr>
                                    <p:set>
                                      <p:cBhvr>
                                        <p:cTn id="1242" dur="1250" fill="hold"/>
                                        <p:tgtEl>
                                          <p:spTgt spid="89"/>
                                        </p:tgtEl>
                                        <p:attrNameLst>
                                          <p:attrName>fill.type</p:attrName>
                                        </p:attrNameLst>
                                      </p:cBhvr>
                                      <p:to>
                                        <p:strVal val="solid"/>
                                      </p:to>
                                    </p:set>
                                  </p:childTnLst>
                                </p:cTn>
                              </p:par>
                              <p:par>
                                <p:cTn id="1243" presetID="21" presetClass="emph" presetSubtype="0" fill="hold" grpId="2" nodeType="withEffect">
                                  <p:stCondLst>
                                    <p:cond delay="11500"/>
                                  </p:stCondLst>
                                  <p:childTnLst>
                                    <p:animClr clrSpc="hsl" dir="cw">
                                      <p:cBhvr override="childStyle">
                                        <p:cTn id="1244" dur="1250" fill="hold"/>
                                        <p:tgtEl>
                                          <p:spTgt spid="90"/>
                                        </p:tgtEl>
                                        <p:attrNameLst>
                                          <p:attrName>style.color</p:attrName>
                                        </p:attrNameLst>
                                      </p:cBhvr>
                                      <p:by>
                                        <p:hsl h="7200000" s="0" l="0"/>
                                      </p:by>
                                    </p:animClr>
                                    <p:animClr clrSpc="hsl" dir="cw">
                                      <p:cBhvr>
                                        <p:cTn id="1245" dur="1250" fill="hold"/>
                                        <p:tgtEl>
                                          <p:spTgt spid="90"/>
                                        </p:tgtEl>
                                        <p:attrNameLst>
                                          <p:attrName>fillcolor</p:attrName>
                                        </p:attrNameLst>
                                      </p:cBhvr>
                                      <p:by>
                                        <p:hsl h="7200000" s="0" l="0"/>
                                      </p:by>
                                    </p:animClr>
                                    <p:animClr clrSpc="hsl" dir="cw">
                                      <p:cBhvr>
                                        <p:cTn id="1246" dur="1250" fill="hold"/>
                                        <p:tgtEl>
                                          <p:spTgt spid="90"/>
                                        </p:tgtEl>
                                        <p:attrNameLst>
                                          <p:attrName>stroke.color</p:attrName>
                                        </p:attrNameLst>
                                      </p:cBhvr>
                                      <p:by>
                                        <p:hsl h="7200000" s="0" l="0"/>
                                      </p:by>
                                    </p:animClr>
                                    <p:set>
                                      <p:cBhvr>
                                        <p:cTn id="1247" dur="1250" fill="hold"/>
                                        <p:tgtEl>
                                          <p:spTgt spid="90"/>
                                        </p:tgtEl>
                                        <p:attrNameLst>
                                          <p:attrName>fill.type</p:attrName>
                                        </p:attrNameLst>
                                      </p:cBhvr>
                                      <p:to>
                                        <p:strVal val="solid"/>
                                      </p:to>
                                    </p:set>
                                  </p:childTnLst>
                                </p:cTn>
                              </p:par>
                              <p:par>
                                <p:cTn id="1248" presetID="21" presetClass="emph" presetSubtype="0" fill="hold" grpId="2" nodeType="withEffect">
                                  <p:stCondLst>
                                    <p:cond delay="11500"/>
                                  </p:stCondLst>
                                  <p:childTnLst>
                                    <p:animClr clrSpc="hsl" dir="cw">
                                      <p:cBhvr override="childStyle">
                                        <p:cTn id="1249" dur="1250" fill="hold"/>
                                        <p:tgtEl>
                                          <p:spTgt spid="91"/>
                                        </p:tgtEl>
                                        <p:attrNameLst>
                                          <p:attrName>style.color</p:attrName>
                                        </p:attrNameLst>
                                      </p:cBhvr>
                                      <p:by>
                                        <p:hsl h="7200000" s="0" l="0"/>
                                      </p:by>
                                    </p:animClr>
                                    <p:animClr clrSpc="hsl" dir="cw">
                                      <p:cBhvr>
                                        <p:cTn id="1250" dur="1250" fill="hold"/>
                                        <p:tgtEl>
                                          <p:spTgt spid="91"/>
                                        </p:tgtEl>
                                        <p:attrNameLst>
                                          <p:attrName>fillcolor</p:attrName>
                                        </p:attrNameLst>
                                      </p:cBhvr>
                                      <p:by>
                                        <p:hsl h="7200000" s="0" l="0"/>
                                      </p:by>
                                    </p:animClr>
                                    <p:animClr clrSpc="hsl" dir="cw">
                                      <p:cBhvr>
                                        <p:cTn id="1251" dur="1250" fill="hold"/>
                                        <p:tgtEl>
                                          <p:spTgt spid="91"/>
                                        </p:tgtEl>
                                        <p:attrNameLst>
                                          <p:attrName>stroke.color</p:attrName>
                                        </p:attrNameLst>
                                      </p:cBhvr>
                                      <p:by>
                                        <p:hsl h="7200000" s="0" l="0"/>
                                      </p:by>
                                    </p:animClr>
                                    <p:set>
                                      <p:cBhvr>
                                        <p:cTn id="1252" dur="1250" fill="hold"/>
                                        <p:tgtEl>
                                          <p:spTgt spid="91"/>
                                        </p:tgtEl>
                                        <p:attrNameLst>
                                          <p:attrName>fill.type</p:attrName>
                                        </p:attrNameLst>
                                      </p:cBhvr>
                                      <p:to>
                                        <p:strVal val="solid"/>
                                      </p:to>
                                    </p:set>
                                  </p:childTnLst>
                                </p:cTn>
                              </p:par>
                              <p:par>
                                <p:cTn id="1253" presetID="21" presetClass="emph" presetSubtype="0" fill="hold" grpId="2" nodeType="withEffect">
                                  <p:stCondLst>
                                    <p:cond delay="11500"/>
                                  </p:stCondLst>
                                  <p:childTnLst>
                                    <p:animClr clrSpc="hsl" dir="cw">
                                      <p:cBhvr override="childStyle">
                                        <p:cTn id="1254" dur="1250" fill="hold"/>
                                        <p:tgtEl>
                                          <p:spTgt spid="92"/>
                                        </p:tgtEl>
                                        <p:attrNameLst>
                                          <p:attrName>style.color</p:attrName>
                                        </p:attrNameLst>
                                      </p:cBhvr>
                                      <p:by>
                                        <p:hsl h="7200000" s="0" l="0"/>
                                      </p:by>
                                    </p:animClr>
                                    <p:animClr clrSpc="hsl" dir="cw">
                                      <p:cBhvr>
                                        <p:cTn id="1255" dur="1250" fill="hold"/>
                                        <p:tgtEl>
                                          <p:spTgt spid="92"/>
                                        </p:tgtEl>
                                        <p:attrNameLst>
                                          <p:attrName>fillcolor</p:attrName>
                                        </p:attrNameLst>
                                      </p:cBhvr>
                                      <p:by>
                                        <p:hsl h="7200000" s="0" l="0"/>
                                      </p:by>
                                    </p:animClr>
                                    <p:animClr clrSpc="hsl" dir="cw">
                                      <p:cBhvr>
                                        <p:cTn id="1256" dur="1250" fill="hold"/>
                                        <p:tgtEl>
                                          <p:spTgt spid="92"/>
                                        </p:tgtEl>
                                        <p:attrNameLst>
                                          <p:attrName>stroke.color</p:attrName>
                                        </p:attrNameLst>
                                      </p:cBhvr>
                                      <p:by>
                                        <p:hsl h="7200000" s="0" l="0"/>
                                      </p:by>
                                    </p:animClr>
                                    <p:set>
                                      <p:cBhvr>
                                        <p:cTn id="1257" dur="1250" fill="hold"/>
                                        <p:tgtEl>
                                          <p:spTgt spid="92"/>
                                        </p:tgtEl>
                                        <p:attrNameLst>
                                          <p:attrName>fill.type</p:attrName>
                                        </p:attrNameLst>
                                      </p:cBhvr>
                                      <p:to>
                                        <p:strVal val="solid"/>
                                      </p:to>
                                    </p:set>
                                  </p:childTnLst>
                                </p:cTn>
                              </p:par>
                              <p:par>
                                <p:cTn id="1258" presetID="21" presetClass="emph" presetSubtype="0" fill="hold" grpId="2" nodeType="withEffect">
                                  <p:stCondLst>
                                    <p:cond delay="11500"/>
                                  </p:stCondLst>
                                  <p:childTnLst>
                                    <p:animClr clrSpc="hsl" dir="cw">
                                      <p:cBhvr override="childStyle">
                                        <p:cTn id="1259" dur="1250" fill="hold"/>
                                        <p:tgtEl>
                                          <p:spTgt spid="93"/>
                                        </p:tgtEl>
                                        <p:attrNameLst>
                                          <p:attrName>style.color</p:attrName>
                                        </p:attrNameLst>
                                      </p:cBhvr>
                                      <p:by>
                                        <p:hsl h="7200000" s="0" l="0"/>
                                      </p:by>
                                    </p:animClr>
                                    <p:animClr clrSpc="hsl" dir="cw">
                                      <p:cBhvr>
                                        <p:cTn id="1260" dur="1250" fill="hold"/>
                                        <p:tgtEl>
                                          <p:spTgt spid="93"/>
                                        </p:tgtEl>
                                        <p:attrNameLst>
                                          <p:attrName>fillcolor</p:attrName>
                                        </p:attrNameLst>
                                      </p:cBhvr>
                                      <p:by>
                                        <p:hsl h="7200000" s="0" l="0"/>
                                      </p:by>
                                    </p:animClr>
                                    <p:animClr clrSpc="hsl" dir="cw">
                                      <p:cBhvr>
                                        <p:cTn id="1261" dur="1250" fill="hold"/>
                                        <p:tgtEl>
                                          <p:spTgt spid="93"/>
                                        </p:tgtEl>
                                        <p:attrNameLst>
                                          <p:attrName>stroke.color</p:attrName>
                                        </p:attrNameLst>
                                      </p:cBhvr>
                                      <p:by>
                                        <p:hsl h="7200000" s="0" l="0"/>
                                      </p:by>
                                    </p:animClr>
                                    <p:set>
                                      <p:cBhvr>
                                        <p:cTn id="1262" dur="1250" fill="hold"/>
                                        <p:tgtEl>
                                          <p:spTgt spid="93"/>
                                        </p:tgtEl>
                                        <p:attrNameLst>
                                          <p:attrName>fill.type</p:attrName>
                                        </p:attrNameLst>
                                      </p:cBhvr>
                                      <p:to>
                                        <p:strVal val="solid"/>
                                      </p:to>
                                    </p:set>
                                  </p:childTnLst>
                                </p:cTn>
                              </p:par>
                              <p:par>
                                <p:cTn id="1263" presetID="21" presetClass="emph" presetSubtype="0" fill="hold" grpId="2" nodeType="withEffect">
                                  <p:stCondLst>
                                    <p:cond delay="11500"/>
                                  </p:stCondLst>
                                  <p:childTnLst>
                                    <p:animClr clrSpc="hsl" dir="cw">
                                      <p:cBhvr override="childStyle">
                                        <p:cTn id="1264" dur="1250" fill="hold"/>
                                        <p:tgtEl>
                                          <p:spTgt spid="94"/>
                                        </p:tgtEl>
                                        <p:attrNameLst>
                                          <p:attrName>style.color</p:attrName>
                                        </p:attrNameLst>
                                      </p:cBhvr>
                                      <p:by>
                                        <p:hsl h="7200000" s="0" l="0"/>
                                      </p:by>
                                    </p:animClr>
                                    <p:animClr clrSpc="hsl" dir="cw">
                                      <p:cBhvr>
                                        <p:cTn id="1265" dur="1250" fill="hold"/>
                                        <p:tgtEl>
                                          <p:spTgt spid="94"/>
                                        </p:tgtEl>
                                        <p:attrNameLst>
                                          <p:attrName>fillcolor</p:attrName>
                                        </p:attrNameLst>
                                      </p:cBhvr>
                                      <p:by>
                                        <p:hsl h="7200000" s="0" l="0"/>
                                      </p:by>
                                    </p:animClr>
                                    <p:animClr clrSpc="hsl" dir="cw">
                                      <p:cBhvr>
                                        <p:cTn id="1266" dur="1250" fill="hold"/>
                                        <p:tgtEl>
                                          <p:spTgt spid="94"/>
                                        </p:tgtEl>
                                        <p:attrNameLst>
                                          <p:attrName>stroke.color</p:attrName>
                                        </p:attrNameLst>
                                      </p:cBhvr>
                                      <p:by>
                                        <p:hsl h="7200000" s="0" l="0"/>
                                      </p:by>
                                    </p:animClr>
                                    <p:set>
                                      <p:cBhvr>
                                        <p:cTn id="1267" dur="1250" fill="hold"/>
                                        <p:tgtEl>
                                          <p:spTgt spid="94"/>
                                        </p:tgtEl>
                                        <p:attrNameLst>
                                          <p:attrName>fill.type</p:attrName>
                                        </p:attrNameLst>
                                      </p:cBhvr>
                                      <p:to>
                                        <p:strVal val="solid"/>
                                      </p:to>
                                    </p:set>
                                  </p:childTnLst>
                                </p:cTn>
                              </p:par>
                              <p:par>
                                <p:cTn id="1268" presetID="21" presetClass="emph" presetSubtype="0" fill="hold" grpId="2" nodeType="withEffect">
                                  <p:stCondLst>
                                    <p:cond delay="11500"/>
                                  </p:stCondLst>
                                  <p:childTnLst>
                                    <p:animClr clrSpc="hsl" dir="cw">
                                      <p:cBhvr override="childStyle">
                                        <p:cTn id="1269" dur="1250" fill="hold"/>
                                        <p:tgtEl>
                                          <p:spTgt spid="103"/>
                                        </p:tgtEl>
                                        <p:attrNameLst>
                                          <p:attrName>style.color</p:attrName>
                                        </p:attrNameLst>
                                      </p:cBhvr>
                                      <p:by>
                                        <p:hsl h="7200000" s="0" l="0"/>
                                      </p:by>
                                    </p:animClr>
                                    <p:animClr clrSpc="hsl" dir="cw">
                                      <p:cBhvr>
                                        <p:cTn id="1270" dur="1250" fill="hold"/>
                                        <p:tgtEl>
                                          <p:spTgt spid="103"/>
                                        </p:tgtEl>
                                        <p:attrNameLst>
                                          <p:attrName>fillcolor</p:attrName>
                                        </p:attrNameLst>
                                      </p:cBhvr>
                                      <p:by>
                                        <p:hsl h="7200000" s="0" l="0"/>
                                      </p:by>
                                    </p:animClr>
                                    <p:animClr clrSpc="hsl" dir="cw">
                                      <p:cBhvr>
                                        <p:cTn id="1271" dur="1250" fill="hold"/>
                                        <p:tgtEl>
                                          <p:spTgt spid="103"/>
                                        </p:tgtEl>
                                        <p:attrNameLst>
                                          <p:attrName>stroke.color</p:attrName>
                                        </p:attrNameLst>
                                      </p:cBhvr>
                                      <p:by>
                                        <p:hsl h="7200000" s="0" l="0"/>
                                      </p:by>
                                    </p:animClr>
                                    <p:set>
                                      <p:cBhvr>
                                        <p:cTn id="1272" dur="1250" fill="hold"/>
                                        <p:tgtEl>
                                          <p:spTgt spid="103"/>
                                        </p:tgtEl>
                                        <p:attrNameLst>
                                          <p:attrName>fill.type</p:attrName>
                                        </p:attrNameLst>
                                      </p:cBhvr>
                                      <p:to>
                                        <p:strVal val="solid"/>
                                      </p:to>
                                    </p:set>
                                  </p:childTnLst>
                                </p:cTn>
                              </p:par>
                              <p:par>
                                <p:cTn id="1273" presetID="21" presetClass="emph" presetSubtype="0" fill="hold" grpId="2" nodeType="withEffect">
                                  <p:stCondLst>
                                    <p:cond delay="11500"/>
                                  </p:stCondLst>
                                  <p:childTnLst>
                                    <p:animClr clrSpc="hsl" dir="cw">
                                      <p:cBhvr override="childStyle">
                                        <p:cTn id="1274" dur="1250" fill="hold"/>
                                        <p:tgtEl>
                                          <p:spTgt spid="104"/>
                                        </p:tgtEl>
                                        <p:attrNameLst>
                                          <p:attrName>style.color</p:attrName>
                                        </p:attrNameLst>
                                      </p:cBhvr>
                                      <p:by>
                                        <p:hsl h="7200000" s="0" l="0"/>
                                      </p:by>
                                    </p:animClr>
                                    <p:animClr clrSpc="hsl" dir="cw">
                                      <p:cBhvr>
                                        <p:cTn id="1275" dur="1250" fill="hold"/>
                                        <p:tgtEl>
                                          <p:spTgt spid="104"/>
                                        </p:tgtEl>
                                        <p:attrNameLst>
                                          <p:attrName>fillcolor</p:attrName>
                                        </p:attrNameLst>
                                      </p:cBhvr>
                                      <p:by>
                                        <p:hsl h="7200000" s="0" l="0"/>
                                      </p:by>
                                    </p:animClr>
                                    <p:animClr clrSpc="hsl" dir="cw">
                                      <p:cBhvr>
                                        <p:cTn id="1276" dur="1250" fill="hold"/>
                                        <p:tgtEl>
                                          <p:spTgt spid="104"/>
                                        </p:tgtEl>
                                        <p:attrNameLst>
                                          <p:attrName>stroke.color</p:attrName>
                                        </p:attrNameLst>
                                      </p:cBhvr>
                                      <p:by>
                                        <p:hsl h="7200000" s="0" l="0"/>
                                      </p:by>
                                    </p:animClr>
                                    <p:set>
                                      <p:cBhvr>
                                        <p:cTn id="1277" dur="1250" fill="hold"/>
                                        <p:tgtEl>
                                          <p:spTgt spid="104"/>
                                        </p:tgtEl>
                                        <p:attrNameLst>
                                          <p:attrName>fill.type</p:attrName>
                                        </p:attrNameLst>
                                      </p:cBhvr>
                                      <p:to>
                                        <p:strVal val="solid"/>
                                      </p:to>
                                    </p:set>
                                  </p:childTnLst>
                                </p:cTn>
                              </p:par>
                              <p:par>
                                <p:cTn id="1278" presetID="21" presetClass="emph" presetSubtype="0" fill="hold" grpId="2" nodeType="withEffect">
                                  <p:stCondLst>
                                    <p:cond delay="11500"/>
                                  </p:stCondLst>
                                  <p:childTnLst>
                                    <p:animClr clrSpc="hsl" dir="cw">
                                      <p:cBhvr override="childStyle">
                                        <p:cTn id="1279" dur="1250" fill="hold"/>
                                        <p:tgtEl>
                                          <p:spTgt spid="105"/>
                                        </p:tgtEl>
                                        <p:attrNameLst>
                                          <p:attrName>style.color</p:attrName>
                                        </p:attrNameLst>
                                      </p:cBhvr>
                                      <p:by>
                                        <p:hsl h="7200000" s="0" l="0"/>
                                      </p:by>
                                    </p:animClr>
                                    <p:animClr clrSpc="hsl" dir="cw">
                                      <p:cBhvr>
                                        <p:cTn id="1280" dur="1250" fill="hold"/>
                                        <p:tgtEl>
                                          <p:spTgt spid="105"/>
                                        </p:tgtEl>
                                        <p:attrNameLst>
                                          <p:attrName>fillcolor</p:attrName>
                                        </p:attrNameLst>
                                      </p:cBhvr>
                                      <p:by>
                                        <p:hsl h="7200000" s="0" l="0"/>
                                      </p:by>
                                    </p:animClr>
                                    <p:animClr clrSpc="hsl" dir="cw">
                                      <p:cBhvr>
                                        <p:cTn id="1281" dur="1250" fill="hold"/>
                                        <p:tgtEl>
                                          <p:spTgt spid="105"/>
                                        </p:tgtEl>
                                        <p:attrNameLst>
                                          <p:attrName>stroke.color</p:attrName>
                                        </p:attrNameLst>
                                      </p:cBhvr>
                                      <p:by>
                                        <p:hsl h="7200000" s="0" l="0"/>
                                      </p:by>
                                    </p:animClr>
                                    <p:set>
                                      <p:cBhvr>
                                        <p:cTn id="1282" dur="1250" fill="hold"/>
                                        <p:tgtEl>
                                          <p:spTgt spid="105"/>
                                        </p:tgtEl>
                                        <p:attrNameLst>
                                          <p:attrName>fill.type</p:attrName>
                                        </p:attrNameLst>
                                      </p:cBhvr>
                                      <p:to>
                                        <p:strVal val="solid"/>
                                      </p:to>
                                    </p:set>
                                  </p:childTnLst>
                                </p:cTn>
                              </p:par>
                              <p:par>
                                <p:cTn id="1283" presetID="21" presetClass="emph" presetSubtype="0" fill="hold" grpId="2" nodeType="withEffect">
                                  <p:stCondLst>
                                    <p:cond delay="11500"/>
                                  </p:stCondLst>
                                  <p:childTnLst>
                                    <p:animClr clrSpc="hsl" dir="cw">
                                      <p:cBhvr override="childStyle">
                                        <p:cTn id="1284" dur="1250" fill="hold"/>
                                        <p:tgtEl>
                                          <p:spTgt spid="106"/>
                                        </p:tgtEl>
                                        <p:attrNameLst>
                                          <p:attrName>style.color</p:attrName>
                                        </p:attrNameLst>
                                      </p:cBhvr>
                                      <p:by>
                                        <p:hsl h="7200000" s="0" l="0"/>
                                      </p:by>
                                    </p:animClr>
                                    <p:animClr clrSpc="hsl" dir="cw">
                                      <p:cBhvr>
                                        <p:cTn id="1285" dur="1250" fill="hold"/>
                                        <p:tgtEl>
                                          <p:spTgt spid="106"/>
                                        </p:tgtEl>
                                        <p:attrNameLst>
                                          <p:attrName>fillcolor</p:attrName>
                                        </p:attrNameLst>
                                      </p:cBhvr>
                                      <p:by>
                                        <p:hsl h="7200000" s="0" l="0"/>
                                      </p:by>
                                    </p:animClr>
                                    <p:animClr clrSpc="hsl" dir="cw">
                                      <p:cBhvr>
                                        <p:cTn id="1286" dur="1250" fill="hold"/>
                                        <p:tgtEl>
                                          <p:spTgt spid="106"/>
                                        </p:tgtEl>
                                        <p:attrNameLst>
                                          <p:attrName>stroke.color</p:attrName>
                                        </p:attrNameLst>
                                      </p:cBhvr>
                                      <p:by>
                                        <p:hsl h="7200000" s="0" l="0"/>
                                      </p:by>
                                    </p:animClr>
                                    <p:set>
                                      <p:cBhvr>
                                        <p:cTn id="1287" dur="1250" fill="hold"/>
                                        <p:tgtEl>
                                          <p:spTgt spid="106"/>
                                        </p:tgtEl>
                                        <p:attrNameLst>
                                          <p:attrName>fill.type</p:attrName>
                                        </p:attrNameLst>
                                      </p:cBhvr>
                                      <p:to>
                                        <p:strVal val="solid"/>
                                      </p:to>
                                    </p:set>
                                  </p:childTnLst>
                                </p:cTn>
                              </p:par>
                              <p:par>
                                <p:cTn id="1288" presetID="21" presetClass="emph" presetSubtype="0" fill="hold" nodeType="withEffect">
                                  <p:stCondLst>
                                    <p:cond delay="11500"/>
                                  </p:stCondLst>
                                  <p:childTnLst>
                                    <p:animClr clrSpc="hsl" dir="cw">
                                      <p:cBhvr override="childStyle">
                                        <p:cTn id="1289" dur="1250" fill="hold"/>
                                        <p:tgtEl>
                                          <p:spTgt spid="107"/>
                                        </p:tgtEl>
                                        <p:attrNameLst>
                                          <p:attrName>style.color</p:attrName>
                                        </p:attrNameLst>
                                      </p:cBhvr>
                                      <p:by>
                                        <p:hsl h="7200000" s="0" l="0"/>
                                      </p:by>
                                    </p:animClr>
                                    <p:animClr clrSpc="hsl" dir="cw">
                                      <p:cBhvr>
                                        <p:cTn id="1290" dur="1250" fill="hold"/>
                                        <p:tgtEl>
                                          <p:spTgt spid="107"/>
                                        </p:tgtEl>
                                        <p:attrNameLst>
                                          <p:attrName>fillcolor</p:attrName>
                                        </p:attrNameLst>
                                      </p:cBhvr>
                                      <p:by>
                                        <p:hsl h="7200000" s="0" l="0"/>
                                      </p:by>
                                    </p:animClr>
                                    <p:animClr clrSpc="hsl" dir="cw">
                                      <p:cBhvr>
                                        <p:cTn id="1291" dur="1250" fill="hold"/>
                                        <p:tgtEl>
                                          <p:spTgt spid="107"/>
                                        </p:tgtEl>
                                        <p:attrNameLst>
                                          <p:attrName>stroke.color</p:attrName>
                                        </p:attrNameLst>
                                      </p:cBhvr>
                                      <p:by>
                                        <p:hsl h="7200000" s="0" l="0"/>
                                      </p:by>
                                    </p:animClr>
                                    <p:set>
                                      <p:cBhvr>
                                        <p:cTn id="1292" dur="1250" fill="hold"/>
                                        <p:tgtEl>
                                          <p:spTgt spid="107"/>
                                        </p:tgtEl>
                                        <p:attrNameLst>
                                          <p:attrName>fill.type</p:attrName>
                                        </p:attrNameLst>
                                      </p:cBhvr>
                                      <p:to>
                                        <p:strVal val="solid"/>
                                      </p:to>
                                    </p:set>
                                  </p:childTnLst>
                                </p:cTn>
                              </p:par>
                              <p:par>
                                <p:cTn id="1293" presetID="21" presetClass="emph" presetSubtype="0" fill="hold" grpId="2" nodeType="withEffect">
                                  <p:stCondLst>
                                    <p:cond delay="11500"/>
                                  </p:stCondLst>
                                  <p:childTnLst>
                                    <p:animClr clrSpc="hsl" dir="cw">
                                      <p:cBhvr override="childStyle">
                                        <p:cTn id="1294" dur="1250" fill="hold"/>
                                        <p:tgtEl>
                                          <p:spTgt spid="108"/>
                                        </p:tgtEl>
                                        <p:attrNameLst>
                                          <p:attrName>style.color</p:attrName>
                                        </p:attrNameLst>
                                      </p:cBhvr>
                                      <p:by>
                                        <p:hsl h="7200000" s="0" l="0"/>
                                      </p:by>
                                    </p:animClr>
                                    <p:animClr clrSpc="hsl" dir="cw">
                                      <p:cBhvr>
                                        <p:cTn id="1295" dur="1250" fill="hold"/>
                                        <p:tgtEl>
                                          <p:spTgt spid="108"/>
                                        </p:tgtEl>
                                        <p:attrNameLst>
                                          <p:attrName>fillcolor</p:attrName>
                                        </p:attrNameLst>
                                      </p:cBhvr>
                                      <p:by>
                                        <p:hsl h="7200000" s="0" l="0"/>
                                      </p:by>
                                    </p:animClr>
                                    <p:animClr clrSpc="hsl" dir="cw">
                                      <p:cBhvr>
                                        <p:cTn id="1296" dur="1250" fill="hold"/>
                                        <p:tgtEl>
                                          <p:spTgt spid="108"/>
                                        </p:tgtEl>
                                        <p:attrNameLst>
                                          <p:attrName>stroke.color</p:attrName>
                                        </p:attrNameLst>
                                      </p:cBhvr>
                                      <p:by>
                                        <p:hsl h="7200000" s="0" l="0"/>
                                      </p:by>
                                    </p:animClr>
                                    <p:set>
                                      <p:cBhvr>
                                        <p:cTn id="1297" dur="1250" fill="hold"/>
                                        <p:tgtEl>
                                          <p:spTgt spid="108"/>
                                        </p:tgtEl>
                                        <p:attrNameLst>
                                          <p:attrName>fill.type</p:attrName>
                                        </p:attrNameLst>
                                      </p:cBhvr>
                                      <p:to>
                                        <p:strVal val="solid"/>
                                      </p:to>
                                    </p:set>
                                  </p:childTnLst>
                                </p:cTn>
                              </p:par>
                              <p:par>
                                <p:cTn id="1298" presetID="21" presetClass="emph" presetSubtype="0" fill="hold" grpId="2" nodeType="withEffect">
                                  <p:stCondLst>
                                    <p:cond delay="11500"/>
                                  </p:stCondLst>
                                  <p:childTnLst>
                                    <p:animClr clrSpc="hsl" dir="cw">
                                      <p:cBhvr override="childStyle">
                                        <p:cTn id="1299" dur="1250" fill="hold"/>
                                        <p:tgtEl>
                                          <p:spTgt spid="109"/>
                                        </p:tgtEl>
                                        <p:attrNameLst>
                                          <p:attrName>style.color</p:attrName>
                                        </p:attrNameLst>
                                      </p:cBhvr>
                                      <p:by>
                                        <p:hsl h="7200000" s="0" l="0"/>
                                      </p:by>
                                    </p:animClr>
                                    <p:animClr clrSpc="hsl" dir="cw">
                                      <p:cBhvr>
                                        <p:cTn id="1300" dur="1250" fill="hold"/>
                                        <p:tgtEl>
                                          <p:spTgt spid="109"/>
                                        </p:tgtEl>
                                        <p:attrNameLst>
                                          <p:attrName>fillcolor</p:attrName>
                                        </p:attrNameLst>
                                      </p:cBhvr>
                                      <p:by>
                                        <p:hsl h="7200000" s="0" l="0"/>
                                      </p:by>
                                    </p:animClr>
                                    <p:animClr clrSpc="hsl" dir="cw">
                                      <p:cBhvr>
                                        <p:cTn id="1301" dur="1250" fill="hold"/>
                                        <p:tgtEl>
                                          <p:spTgt spid="109"/>
                                        </p:tgtEl>
                                        <p:attrNameLst>
                                          <p:attrName>stroke.color</p:attrName>
                                        </p:attrNameLst>
                                      </p:cBhvr>
                                      <p:by>
                                        <p:hsl h="7200000" s="0" l="0"/>
                                      </p:by>
                                    </p:animClr>
                                    <p:set>
                                      <p:cBhvr>
                                        <p:cTn id="1302" dur="1250" fill="hold"/>
                                        <p:tgtEl>
                                          <p:spTgt spid="109"/>
                                        </p:tgtEl>
                                        <p:attrNameLst>
                                          <p:attrName>fill.type</p:attrName>
                                        </p:attrNameLst>
                                      </p:cBhvr>
                                      <p:to>
                                        <p:strVal val="solid"/>
                                      </p:to>
                                    </p:set>
                                  </p:childTnLst>
                                </p:cTn>
                              </p:par>
                              <p:par>
                                <p:cTn id="1303" presetID="21" presetClass="emph" presetSubtype="0" fill="hold" grpId="2" nodeType="withEffect">
                                  <p:stCondLst>
                                    <p:cond delay="11500"/>
                                  </p:stCondLst>
                                  <p:childTnLst>
                                    <p:animClr clrSpc="hsl" dir="cw">
                                      <p:cBhvr override="childStyle">
                                        <p:cTn id="1304" dur="1250" fill="hold"/>
                                        <p:tgtEl>
                                          <p:spTgt spid="110"/>
                                        </p:tgtEl>
                                        <p:attrNameLst>
                                          <p:attrName>style.color</p:attrName>
                                        </p:attrNameLst>
                                      </p:cBhvr>
                                      <p:by>
                                        <p:hsl h="7200000" s="0" l="0"/>
                                      </p:by>
                                    </p:animClr>
                                    <p:animClr clrSpc="hsl" dir="cw">
                                      <p:cBhvr>
                                        <p:cTn id="1305" dur="1250" fill="hold"/>
                                        <p:tgtEl>
                                          <p:spTgt spid="110"/>
                                        </p:tgtEl>
                                        <p:attrNameLst>
                                          <p:attrName>fillcolor</p:attrName>
                                        </p:attrNameLst>
                                      </p:cBhvr>
                                      <p:by>
                                        <p:hsl h="7200000" s="0" l="0"/>
                                      </p:by>
                                    </p:animClr>
                                    <p:animClr clrSpc="hsl" dir="cw">
                                      <p:cBhvr>
                                        <p:cTn id="1306" dur="1250" fill="hold"/>
                                        <p:tgtEl>
                                          <p:spTgt spid="110"/>
                                        </p:tgtEl>
                                        <p:attrNameLst>
                                          <p:attrName>stroke.color</p:attrName>
                                        </p:attrNameLst>
                                      </p:cBhvr>
                                      <p:by>
                                        <p:hsl h="7200000" s="0" l="0"/>
                                      </p:by>
                                    </p:animClr>
                                    <p:set>
                                      <p:cBhvr>
                                        <p:cTn id="1307" dur="1250" fill="hold"/>
                                        <p:tgtEl>
                                          <p:spTgt spid="110"/>
                                        </p:tgtEl>
                                        <p:attrNameLst>
                                          <p:attrName>fill.type</p:attrName>
                                        </p:attrNameLst>
                                      </p:cBhvr>
                                      <p:to>
                                        <p:strVal val="solid"/>
                                      </p:to>
                                    </p:set>
                                  </p:childTnLst>
                                </p:cTn>
                              </p:par>
                              <p:par>
                                <p:cTn id="1308" presetID="21" presetClass="emph" presetSubtype="0" fill="hold" grpId="2" nodeType="withEffect">
                                  <p:stCondLst>
                                    <p:cond delay="11500"/>
                                  </p:stCondLst>
                                  <p:childTnLst>
                                    <p:animClr clrSpc="hsl" dir="cw">
                                      <p:cBhvr override="childStyle">
                                        <p:cTn id="1309" dur="1250" fill="hold"/>
                                        <p:tgtEl>
                                          <p:spTgt spid="111"/>
                                        </p:tgtEl>
                                        <p:attrNameLst>
                                          <p:attrName>style.color</p:attrName>
                                        </p:attrNameLst>
                                      </p:cBhvr>
                                      <p:by>
                                        <p:hsl h="7200000" s="0" l="0"/>
                                      </p:by>
                                    </p:animClr>
                                    <p:animClr clrSpc="hsl" dir="cw">
                                      <p:cBhvr>
                                        <p:cTn id="1310" dur="1250" fill="hold"/>
                                        <p:tgtEl>
                                          <p:spTgt spid="111"/>
                                        </p:tgtEl>
                                        <p:attrNameLst>
                                          <p:attrName>fillcolor</p:attrName>
                                        </p:attrNameLst>
                                      </p:cBhvr>
                                      <p:by>
                                        <p:hsl h="7200000" s="0" l="0"/>
                                      </p:by>
                                    </p:animClr>
                                    <p:animClr clrSpc="hsl" dir="cw">
                                      <p:cBhvr>
                                        <p:cTn id="1311" dur="1250" fill="hold"/>
                                        <p:tgtEl>
                                          <p:spTgt spid="111"/>
                                        </p:tgtEl>
                                        <p:attrNameLst>
                                          <p:attrName>stroke.color</p:attrName>
                                        </p:attrNameLst>
                                      </p:cBhvr>
                                      <p:by>
                                        <p:hsl h="7200000" s="0" l="0"/>
                                      </p:by>
                                    </p:animClr>
                                    <p:set>
                                      <p:cBhvr>
                                        <p:cTn id="1312" dur="1250" fill="hold"/>
                                        <p:tgtEl>
                                          <p:spTgt spid="111"/>
                                        </p:tgtEl>
                                        <p:attrNameLst>
                                          <p:attrName>fill.type</p:attrName>
                                        </p:attrNameLst>
                                      </p:cBhvr>
                                      <p:to>
                                        <p:strVal val="solid"/>
                                      </p:to>
                                    </p:set>
                                  </p:childTnLst>
                                </p:cTn>
                              </p:par>
                              <p:par>
                                <p:cTn id="1313" presetID="21" presetClass="emph" presetSubtype="0" fill="hold" grpId="2" nodeType="withEffect">
                                  <p:stCondLst>
                                    <p:cond delay="11500"/>
                                  </p:stCondLst>
                                  <p:childTnLst>
                                    <p:animClr clrSpc="hsl" dir="cw">
                                      <p:cBhvr override="childStyle">
                                        <p:cTn id="1314" dur="1250" fill="hold"/>
                                        <p:tgtEl>
                                          <p:spTgt spid="112"/>
                                        </p:tgtEl>
                                        <p:attrNameLst>
                                          <p:attrName>style.color</p:attrName>
                                        </p:attrNameLst>
                                      </p:cBhvr>
                                      <p:by>
                                        <p:hsl h="7200000" s="0" l="0"/>
                                      </p:by>
                                    </p:animClr>
                                    <p:animClr clrSpc="hsl" dir="cw">
                                      <p:cBhvr>
                                        <p:cTn id="1315" dur="1250" fill="hold"/>
                                        <p:tgtEl>
                                          <p:spTgt spid="112"/>
                                        </p:tgtEl>
                                        <p:attrNameLst>
                                          <p:attrName>fillcolor</p:attrName>
                                        </p:attrNameLst>
                                      </p:cBhvr>
                                      <p:by>
                                        <p:hsl h="7200000" s="0" l="0"/>
                                      </p:by>
                                    </p:animClr>
                                    <p:animClr clrSpc="hsl" dir="cw">
                                      <p:cBhvr>
                                        <p:cTn id="1316" dur="1250" fill="hold"/>
                                        <p:tgtEl>
                                          <p:spTgt spid="112"/>
                                        </p:tgtEl>
                                        <p:attrNameLst>
                                          <p:attrName>stroke.color</p:attrName>
                                        </p:attrNameLst>
                                      </p:cBhvr>
                                      <p:by>
                                        <p:hsl h="7200000" s="0" l="0"/>
                                      </p:by>
                                    </p:animClr>
                                    <p:set>
                                      <p:cBhvr>
                                        <p:cTn id="1317" dur="1250" fill="hold"/>
                                        <p:tgtEl>
                                          <p:spTgt spid="112"/>
                                        </p:tgtEl>
                                        <p:attrNameLst>
                                          <p:attrName>fill.type</p:attrName>
                                        </p:attrNameLst>
                                      </p:cBhvr>
                                      <p:to>
                                        <p:strVal val="solid"/>
                                      </p:to>
                                    </p:set>
                                  </p:childTnLst>
                                </p:cTn>
                              </p:par>
                              <p:par>
                                <p:cTn id="1318" presetID="21" presetClass="emph" presetSubtype="0" fill="hold" nodeType="withEffect">
                                  <p:stCondLst>
                                    <p:cond delay="11500"/>
                                  </p:stCondLst>
                                  <p:childTnLst>
                                    <p:animClr clrSpc="hsl" dir="cw">
                                      <p:cBhvr override="childStyle">
                                        <p:cTn id="1319" dur="1250" fill="hold"/>
                                        <p:tgtEl>
                                          <p:spTgt spid="113"/>
                                        </p:tgtEl>
                                        <p:attrNameLst>
                                          <p:attrName>style.color</p:attrName>
                                        </p:attrNameLst>
                                      </p:cBhvr>
                                      <p:by>
                                        <p:hsl h="7200000" s="0" l="0"/>
                                      </p:by>
                                    </p:animClr>
                                    <p:animClr clrSpc="hsl" dir="cw">
                                      <p:cBhvr>
                                        <p:cTn id="1320" dur="1250" fill="hold"/>
                                        <p:tgtEl>
                                          <p:spTgt spid="113"/>
                                        </p:tgtEl>
                                        <p:attrNameLst>
                                          <p:attrName>fillcolor</p:attrName>
                                        </p:attrNameLst>
                                      </p:cBhvr>
                                      <p:by>
                                        <p:hsl h="7200000" s="0" l="0"/>
                                      </p:by>
                                    </p:animClr>
                                    <p:animClr clrSpc="hsl" dir="cw">
                                      <p:cBhvr>
                                        <p:cTn id="1321" dur="1250" fill="hold"/>
                                        <p:tgtEl>
                                          <p:spTgt spid="113"/>
                                        </p:tgtEl>
                                        <p:attrNameLst>
                                          <p:attrName>stroke.color</p:attrName>
                                        </p:attrNameLst>
                                      </p:cBhvr>
                                      <p:by>
                                        <p:hsl h="7200000" s="0" l="0"/>
                                      </p:by>
                                    </p:animClr>
                                    <p:set>
                                      <p:cBhvr>
                                        <p:cTn id="1322" dur="1250" fill="hold"/>
                                        <p:tgtEl>
                                          <p:spTgt spid="113"/>
                                        </p:tgtEl>
                                        <p:attrNameLst>
                                          <p:attrName>fill.type</p:attrName>
                                        </p:attrNameLst>
                                      </p:cBhvr>
                                      <p:to>
                                        <p:strVal val="solid"/>
                                      </p:to>
                                    </p:set>
                                  </p:childTnLst>
                                </p:cTn>
                              </p:par>
                              <p:par>
                                <p:cTn id="1323" presetID="21" presetClass="emph" presetSubtype="0" fill="hold" grpId="2" nodeType="withEffect">
                                  <p:stCondLst>
                                    <p:cond delay="11500"/>
                                  </p:stCondLst>
                                  <p:childTnLst>
                                    <p:animClr clrSpc="hsl" dir="cw">
                                      <p:cBhvr override="childStyle">
                                        <p:cTn id="1324" dur="1250" fill="hold"/>
                                        <p:tgtEl>
                                          <p:spTgt spid="114"/>
                                        </p:tgtEl>
                                        <p:attrNameLst>
                                          <p:attrName>style.color</p:attrName>
                                        </p:attrNameLst>
                                      </p:cBhvr>
                                      <p:by>
                                        <p:hsl h="7200000" s="0" l="0"/>
                                      </p:by>
                                    </p:animClr>
                                    <p:animClr clrSpc="hsl" dir="cw">
                                      <p:cBhvr>
                                        <p:cTn id="1325" dur="1250" fill="hold"/>
                                        <p:tgtEl>
                                          <p:spTgt spid="114"/>
                                        </p:tgtEl>
                                        <p:attrNameLst>
                                          <p:attrName>fillcolor</p:attrName>
                                        </p:attrNameLst>
                                      </p:cBhvr>
                                      <p:by>
                                        <p:hsl h="7200000" s="0" l="0"/>
                                      </p:by>
                                    </p:animClr>
                                    <p:animClr clrSpc="hsl" dir="cw">
                                      <p:cBhvr>
                                        <p:cTn id="1326" dur="1250" fill="hold"/>
                                        <p:tgtEl>
                                          <p:spTgt spid="114"/>
                                        </p:tgtEl>
                                        <p:attrNameLst>
                                          <p:attrName>stroke.color</p:attrName>
                                        </p:attrNameLst>
                                      </p:cBhvr>
                                      <p:by>
                                        <p:hsl h="7200000" s="0" l="0"/>
                                      </p:by>
                                    </p:animClr>
                                    <p:set>
                                      <p:cBhvr>
                                        <p:cTn id="1327" dur="1250" fill="hold"/>
                                        <p:tgtEl>
                                          <p:spTgt spid="114"/>
                                        </p:tgtEl>
                                        <p:attrNameLst>
                                          <p:attrName>fill.type</p:attrName>
                                        </p:attrNameLst>
                                      </p:cBhvr>
                                      <p:to>
                                        <p:strVal val="solid"/>
                                      </p:to>
                                    </p:set>
                                  </p:childTnLst>
                                </p:cTn>
                              </p:par>
                              <p:par>
                                <p:cTn id="1328" presetID="14" presetClass="entr" presetSubtype="10" fill="hold" grpId="0" nodeType="withEffect">
                                  <p:stCondLst>
                                    <p:cond delay="9300"/>
                                  </p:stCondLst>
                                  <p:childTnLst>
                                    <p:set>
                                      <p:cBhvr>
                                        <p:cTn id="1329" dur="1" fill="hold">
                                          <p:stCondLst>
                                            <p:cond delay="0"/>
                                          </p:stCondLst>
                                        </p:cTn>
                                        <p:tgtEl>
                                          <p:spTgt spid="25"/>
                                        </p:tgtEl>
                                        <p:attrNameLst>
                                          <p:attrName>style.visibility</p:attrName>
                                        </p:attrNameLst>
                                      </p:cBhvr>
                                      <p:to>
                                        <p:strVal val="visible"/>
                                      </p:to>
                                    </p:set>
                                    <p:animEffect transition="in" filter="randombar(horizontal)">
                                      <p:cBhvr>
                                        <p:cTn id="1330" dur="4250"/>
                                        <p:tgtEl>
                                          <p:spTgt spid="25"/>
                                        </p:tgtEl>
                                      </p:cBhvr>
                                    </p:animEffect>
                                  </p:childTnLst>
                                </p:cTn>
                              </p:par>
                              <p:par>
                                <p:cTn id="1331" presetID="22" presetClass="exit" presetSubtype="1" fill="hold" grpId="1" nodeType="withEffect">
                                  <p:stCondLst>
                                    <p:cond delay="16100"/>
                                  </p:stCondLst>
                                  <p:childTnLst>
                                    <p:animEffect transition="out" filter="wipe(up)">
                                      <p:cBhvr>
                                        <p:cTn id="1332" dur="4500"/>
                                        <p:tgtEl>
                                          <p:spTgt spid="25"/>
                                        </p:tgtEl>
                                      </p:cBhvr>
                                    </p:animEffect>
                                    <p:set>
                                      <p:cBhvr>
                                        <p:cTn id="1333" dur="1" fill="hold">
                                          <p:stCondLst>
                                            <p:cond delay="4499"/>
                                          </p:stCondLst>
                                        </p:cTn>
                                        <p:tgtEl>
                                          <p:spTgt spid="25"/>
                                        </p:tgtEl>
                                        <p:attrNameLst>
                                          <p:attrName>style.visibility</p:attrName>
                                        </p:attrNameLst>
                                      </p:cBhvr>
                                      <p:to>
                                        <p:strVal val="hidden"/>
                                      </p:to>
                                    </p:set>
                                  </p:childTnLst>
                                </p:cTn>
                              </p:par>
                              <p:par>
                                <p:cTn id="1334" presetID="21" presetClass="entr" presetSubtype="1" fill="hold" grpId="0" nodeType="withEffect">
                                  <p:stCondLst>
                                    <p:cond delay="22500"/>
                                  </p:stCondLst>
                                  <p:childTnLst>
                                    <p:set>
                                      <p:cBhvr>
                                        <p:cTn id="1335" dur="1" fill="hold">
                                          <p:stCondLst>
                                            <p:cond delay="0"/>
                                          </p:stCondLst>
                                        </p:cTn>
                                        <p:tgtEl>
                                          <p:spTgt spid="3"/>
                                        </p:tgtEl>
                                        <p:attrNameLst>
                                          <p:attrName>style.visibility</p:attrName>
                                        </p:attrNameLst>
                                      </p:cBhvr>
                                      <p:to>
                                        <p:strVal val="visible"/>
                                      </p:to>
                                    </p:set>
                                    <p:animEffect transition="in" filter="wheel(1)">
                                      <p:cBhvr>
                                        <p:cTn id="1336" dur="4250"/>
                                        <p:tgtEl>
                                          <p:spTgt spid="3"/>
                                        </p:tgtEl>
                                      </p:cBhvr>
                                    </p:animEffect>
                                  </p:childTnLst>
                                </p:cTn>
                              </p:par>
                              <p:par>
                                <p:cTn id="1337" presetID="22" presetClass="entr" presetSubtype="1" fill="hold" grpId="0" nodeType="withEffect">
                                  <p:stCondLst>
                                    <p:cond delay="4500"/>
                                  </p:stCondLst>
                                  <p:childTnLst>
                                    <p:set>
                                      <p:cBhvr>
                                        <p:cTn id="1338" dur="1" fill="hold">
                                          <p:stCondLst>
                                            <p:cond delay="0"/>
                                          </p:stCondLst>
                                        </p:cTn>
                                        <p:tgtEl>
                                          <p:spTgt spid="119"/>
                                        </p:tgtEl>
                                        <p:attrNameLst>
                                          <p:attrName>style.visibility</p:attrName>
                                        </p:attrNameLst>
                                      </p:cBhvr>
                                      <p:to>
                                        <p:strVal val="visible"/>
                                      </p:to>
                                    </p:set>
                                    <p:animEffect transition="in" filter="wipe(up)">
                                      <p:cBhvr>
                                        <p:cTn id="1339" dur="4500"/>
                                        <p:tgtEl>
                                          <p:spTgt spid="119"/>
                                        </p:tgtEl>
                                      </p:cBhvr>
                                    </p:animEffect>
                                  </p:childTnLst>
                                </p:cTn>
                              </p:par>
                              <p:par>
                                <p:cTn id="1340" presetID="22" presetClass="entr" presetSubtype="1" fill="hold" grpId="0" nodeType="withEffect">
                                  <p:stCondLst>
                                    <p:cond delay="4500"/>
                                  </p:stCondLst>
                                  <p:childTnLst>
                                    <p:set>
                                      <p:cBhvr>
                                        <p:cTn id="1341" dur="1" fill="hold">
                                          <p:stCondLst>
                                            <p:cond delay="0"/>
                                          </p:stCondLst>
                                        </p:cTn>
                                        <p:tgtEl>
                                          <p:spTgt spid="120"/>
                                        </p:tgtEl>
                                        <p:attrNameLst>
                                          <p:attrName>style.visibility</p:attrName>
                                        </p:attrNameLst>
                                      </p:cBhvr>
                                      <p:to>
                                        <p:strVal val="visible"/>
                                      </p:to>
                                    </p:set>
                                    <p:animEffect transition="in" filter="wipe(up)">
                                      <p:cBhvr>
                                        <p:cTn id="1342" dur="4500"/>
                                        <p:tgtEl>
                                          <p:spTgt spid="120"/>
                                        </p:tgtEl>
                                      </p:cBhvr>
                                    </p:animEffect>
                                  </p:childTnLst>
                                </p:cTn>
                              </p:par>
                              <p:par>
                                <p:cTn id="1343" presetID="22" presetClass="entr" presetSubtype="1" fill="hold" grpId="0" nodeType="withEffect">
                                  <p:stCondLst>
                                    <p:cond delay="4500"/>
                                  </p:stCondLst>
                                  <p:childTnLst>
                                    <p:set>
                                      <p:cBhvr>
                                        <p:cTn id="1344" dur="1" fill="hold">
                                          <p:stCondLst>
                                            <p:cond delay="0"/>
                                          </p:stCondLst>
                                        </p:cTn>
                                        <p:tgtEl>
                                          <p:spTgt spid="121"/>
                                        </p:tgtEl>
                                        <p:attrNameLst>
                                          <p:attrName>style.visibility</p:attrName>
                                        </p:attrNameLst>
                                      </p:cBhvr>
                                      <p:to>
                                        <p:strVal val="visible"/>
                                      </p:to>
                                    </p:set>
                                    <p:animEffect transition="in" filter="wipe(up)">
                                      <p:cBhvr>
                                        <p:cTn id="1345" dur="4500"/>
                                        <p:tgtEl>
                                          <p:spTgt spid="121"/>
                                        </p:tgtEl>
                                      </p:cBhvr>
                                    </p:animEffect>
                                  </p:childTnLst>
                                </p:cTn>
                              </p:par>
                              <p:par>
                                <p:cTn id="1346" presetID="22" presetClass="entr" presetSubtype="1" fill="hold" grpId="0" nodeType="withEffect">
                                  <p:stCondLst>
                                    <p:cond delay="4500"/>
                                  </p:stCondLst>
                                  <p:childTnLst>
                                    <p:set>
                                      <p:cBhvr>
                                        <p:cTn id="1347" dur="1" fill="hold">
                                          <p:stCondLst>
                                            <p:cond delay="0"/>
                                          </p:stCondLst>
                                        </p:cTn>
                                        <p:tgtEl>
                                          <p:spTgt spid="138"/>
                                        </p:tgtEl>
                                        <p:attrNameLst>
                                          <p:attrName>style.visibility</p:attrName>
                                        </p:attrNameLst>
                                      </p:cBhvr>
                                      <p:to>
                                        <p:strVal val="visible"/>
                                      </p:to>
                                    </p:set>
                                    <p:animEffect transition="in" filter="wipe(up)">
                                      <p:cBhvr>
                                        <p:cTn id="1348" dur="4500"/>
                                        <p:tgtEl>
                                          <p:spTgt spid="138"/>
                                        </p:tgtEl>
                                      </p:cBhvr>
                                    </p:animEffect>
                                  </p:childTnLst>
                                </p:cTn>
                              </p:par>
                              <p:par>
                                <p:cTn id="1349" presetID="22" presetClass="entr" presetSubtype="1" fill="hold" grpId="0" nodeType="withEffect">
                                  <p:stCondLst>
                                    <p:cond delay="4500"/>
                                  </p:stCondLst>
                                  <p:childTnLst>
                                    <p:set>
                                      <p:cBhvr>
                                        <p:cTn id="1350" dur="1" fill="hold">
                                          <p:stCondLst>
                                            <p:cond delay="0"/>
                                          </p:stCondLst>
                                        </p:cTn>
                                        <p:tgtEl>
                                          <p:spTgt spid="122"/>
                                        </p:tgtEl>
                                        <p:attrNameLst>
                                          <p:attrName>style.visibility</p:attrName>
                                        </p:attrNameLst>
                                      </p:cBhvr>
                                      <p:to>
                                        <p:strVal val="visible"/>
                                      </p:to>
                                    </p:set>
                                    <p:animEffect transition="in" filter="wipe(up)">
                                      <p:cBhvr>
                                        <p:cTn id="1351" dur="4500"/>
                                        <p:tgtEl>
                                          <p:spTgt spid="122"/>
                                        </p:tgtEl>
                                      </p:cBhvr>
                                    </p:animEffect>
                                  </p:childTnLst>
                                </p:cTn>
                              </p:par>
                              <p:par>
                                <p:cTn id="1352" presetID="22" presetClass="entr" presetSubtype="1" fill="hold" grpId="0" nodeType="withEffect">
                                  <p:stCondLst>
                                    <p:cond delay="4500"/>
                                  </p:stCondLst>
                                  <p:childTnLst>
                                    <p:set>
                                      <p:cBhvr>
                                        <p:cTn id="1353" dur="1" fill="hold">
                                          <p:stCondLst>
                                            <p:cond delay="0"/>
                                          </p:stCondLst>
                                        </p:cTn>
                                        <p:tgtEl>
                                          <p:spTgt spid="137"/>
                                        </p:tgtEl>
                                        <p:attrNameLst>
                                          <p:attrName>style.visibility</p:attrName>
                                        </p:attrNameLst>
                                      </p:cBhvr>
                                      <p:to>
                                        <p:strVal val="visible"/>
                                      </p:to>
                                    </p:set>
                                    <p:animEffect transition="in" filter="wipe(up)">
                                      <p:cBhvr>
                                        <p:cTn id="1354" dur="4500"/>
                                        <p:tgtEl>
                                          <p:spTgt spid="137"/>
                                        </p:tgtEl>
                                      </p:cBhvr>
                                    </p:animEffect>
                                  </p:childTnLst>
                                </p:cTn>
                              </p:par>
                              <p:par>
                                <p:cTn id="1355" presetID="22" presetClass="entr" presetSubtype="1" fill="hold" grpId="0" nodeType="withEffect">
                                  <p:stCondLst>
                                    <p:cond delay="4500"/>
                                  </p:stCondLst>
                                  <p:childTnLst>
                                    <p:set>
                                      <p:cBhvr>
                                        <p:cTn id="1356" dur="1" fill="hold">
                                          <p:stCondLst>
                                            <p:cond delay="0"/>
                                          </p:stCondLst>
                                        </p:cTn>
                                        <p:tgtEl>
                                          <p:spTgt spid="123"/>
                                        </p:tgtEl>
                                        <p:attrNameLst>
                                          <p:attrName>style.visibility</p:attrName>
                                        </p:attrNameLst>
                                      </p:cBhvr>
                                      <p:to>
                                        <p:strVal val="visible"/>
                                      </p:to>
                                    </p:set>
                                    <p:animEffect transition="in" filter="wipe(up)">
                                      <p:cBhvr>
                                        <p:cTn id="1357" dur="4500"/>
                                        <p:tgtEl>
                                          <p:spTgt spid="123"/>
                                        </p:tgtEl>
                                      </p:cBhvr>
                                    </p:animEffect>
                                  </p:childTnLst>
                                </p:cTn>
                              </p:par>
                              <p:par>
                                <p:cTn id="1358" presetID="22" presetClass="entr" presetSubtype="1" fill="hold" grpId="0" nodeType="withEffect">
                                  <p:stCondLst>
                                    <p:cond delay="4500"/>
                                  </p:stCondLst>
                                  <p:childTnLst>
                                    <p:set>
                                      <p:cBhvr>
                                        <p:cTn id="1359" dur="1" fill="hold">
                                          <p:stCondLst>
                                            <p:cond delay="0"/>
                                          </p:stCondLst>
                                        </p:cTn>
                                        <p:tgtEl>
                                          <p:spTgt spid="136"/>
                                        </p:tgtEl>
                                        <p:attrNameLst>
                                          <p:attrName>style.visibility</p:attrName>
                                        </p:attrNameLst>
                                      </p:cBhvr>
                                      <p:to>
                                        <p:strVal val="visible"/>
                                      </p:to>
                                    </p:set>
                                    <p:animEffect transition="in" filter="wipe(up)">
                                      <p:cBhvr>
                                        <p:cTn id="1360" dur="4500"/>
                                        <p:tgtEl>
                                          <p:spTgt spid="136"/>
                                        </p:tgtEl>
                                      </p:cBhvr>
                                    </p:animEffect>
                                  </p:childTnLst>
                                </p:cTn>
                              </p:par>
                              <p:par>
                                <p:cTn id="1361" presetID="22" presetClass="entr" presetSubtype="1" fill="hold" grpId="0" nodeType="withEffect">
                                  <p:stCondLst>
                                    <p:cond delay="4500"/>
                                  </p:stCondLst>
                                  <p:childTnLst>
                                    <p:set>
                                      <p:cBhvr>
                                        <p:cTn id="1362" dur="1" fill="hold">
                                          <p:stCondLst>
                                            <p:cond delay="0"/>
                                          </p:stCondLst>
                                        </p:cTn>
                                        <p:tgtEl>
                                          <p:spTgt spid="124"/>
                                        </p:tgtEl>
                                        <p:attrNameLst>
                                          <p:attrName>style.visibility</p:attrName>
                                        </p:attrNameLst>
                                      </p:cBhvr>
                                      <p:to>
                                        <p:strVal val="visible"/>
                                      </p:to>
                                    </p:set>
                                    <p:animEffect transition="in" filter="wipe(up)">
                                      <p:cBhvr>
                                        <p:cTn id="1363" dur="4500"/>
                                        <p:tgtEl>
                                          <p:spTgt spid="124"/>
                                        </p:tgtEl>
                                      </p:cBhvr>
                                    </p:animEffect>
                                  </p:childTnLst>
                                </p:cTn>
                              </p:par>
                              <p:par>
                                <p:cTn id="1364" presetID="22" presetClass="entr" presetSubtype="1" fill="hold" grpId="0" nodeType="withEffect">
                                  <p:stCondLst>
                                    <p:cond delay="4500"/>
                                  </p:stCondLst>
                                  <p:childTnLst>
                                    <p:set>
                                      <p:cBhvr>
                                        <p:cTn id="1365" dur="1" fill="hold">
                                          <p:stCondLst>
                                            <p:cond delay="0"/>
                                          </p:stCondLst>
                                        </p:cTn>
                                        <p:tgtEl>
                                          <p:spTgt spid="118"/>
                                        </p:tgtEl>
                                        <p:attrNameLst>
                                          <p:attrName>style.visibility</p:attrName>
                                        </p:attrNameLst>
                                      </p:cBhvr>
                                      <p:to>
                                        <p:strVal val="visible"/>
                                      </p:to>
                                    </p:set>
                                    <p:animEffect transition="in" filter="wipe(up)">
                                      <p:cBhvr>
                                        <p:cTn id="1366" dur="4500"/>
                                        <p:tgtEl>
                                          <p:spTgt spid="118"/>
                                        </p:tgtEl>
                                      </p:cBhvr>
                                    </p:animEffect>
                                  </p:childTnLst>
                                </p:cTn>
                              </p:par>
                              <p:par>
                                <p:cTn id="1367" presetID="22" presetClass="entr" presetSubtype="1" fill="hold" grpId="0" nodeType="withEffect">
                                  <p:stCondLst>
                                    <p:cond delay="4500"/>
                                  </p:stCondLst>
                                  <p:childTnLst>
                                    <p:set>
                                      <p:cBhvr>
                                        <p:cTn id="1368" dur="1" fill="hold">
                                          <p:stCondLst>
                                            <p:cond delay="0"/>
                                          </p:stCondLst>
                                        </p:cTn>
                                        <p:tgtEl>
                                          <p:spTgt spid="125"/>
                                        </p:tgtEl>
                                        <p:attrNameLst>
                                          <p:attrName>style.visibility</p:attrName>
                                        </p:attrNameLst>
                                      </p:cBhvr>
                                      <p:to>
                                        <p:strVal val="visible"/>
                                      </p:to>
                                    </p:set>
                                    <p:animEffect transition="in" filter="wipe(up)">
                                      <p:cBhvr>
                                        <p:cTn id="1369" dur="4500"/>
                                        <p:tgtEl>
                                          <p:spTgt spid="125"/>
                                        </p:tgtEl>
                                      </p:cBhvr>
                                    </p:animEffect>
                                  </p:childTnLst>
                                </p:cTn>
                              </p:par>
                              <p:par>
                                <p:cTn id="1370" presetID="22" presetClass="entr" presetSubtype="1" fill="hold" grpId="0" nodeType="withEffect">
                                  <p:stCondLst>
                                    <p:cond delay="4500"/>
                                  </p:stCondLst>
                                  <p:childTnLst>
                                    <p:set>
                                      <p:cBhvr>
                                        <p:cTn id="1371" dur="1" fill="hold">
                                          <p:stCondLst>
                                            <p:cond delay="0"/>
                                          </p:stCondLst>
                                        </p:cTn>
                                        <p:tgtEl>
                                          <p:spTgt spid="135"/>
                                        </p:tgtEl>
                                        <p:attrNameLst>
                                          <p:attrName>style.visibility</p:attrName>
                                        </p:attrNameLst>
                                      </p:cBhvr>
                                      <p:to>
                                        <p:strVal val="visible"/>
                                      </p:to>
                                    </p:set>
                                    <p:animEffect transition="in" filter="wipe(up)">
                                      <p:cBhvr>
                                        <p:cTn id="1372" dur="4500"/>
                                        <p:tgtEl>
                                          <p:spTgt spid="135"/>
                                        </p:tgtEl>
                                      </p:cBhvr>
                                    </p:animEffect>
                                  </p:childTnLst>
                                </p:cTn>
                              </p:par>
                              <p:par>
                                <p:cTn id="1373" presetID="22" presetClass="entr" presetSubtype="1" fill="hold" grpId="0" nodeType="withEffect">
                                  <p:stCondLst>
                                    <p:cond delay="4500"/>
                                  </p:stCondLst>
                                  <p:childTnLst>
                                    <p:set>
                                      <p:cBhvr>
                                        <p:cTn id="1374" dur="1" fill="hold">
                                          <p:stCondLst>
                                            <p:cond delay="0"/>
                                          </p:stCondLst>
                                        </p:cTn>
                                        <p:tgtEl>
                                          <p:spTgt spid="126"/>
                                        </p:tgtEl>
                                        <p:attrNameLst>
                                          <p:attrName>style.visibility</p:attrName>
                                        </p:attrNameLst>
                                      </p:cBhvr>
                                      <p:to>
                                        <p:strVal val="visible"/>
                                      </p:to>
                                    </p:set>
                                    <p:animEffect transition="in" filter="wipe(up)">
                                      <p:cBhvr>
                                        <p:cTn id="1375" dur="4500"/>
                                        <p:tgtEl>
                                          <p:spTgt spid="126"/>
                                        </p:tgtEl>
                                      </p:cBhvr>
                                    </p:animEffect>
                                  </p:childTnLst>
                                </p:cTn>
                              </p:par>
                              <p:par>
                                <p:cTn id="1376" presetID="22" presetClass="entr" presetSubtype="1" fill="hold" grpId="0" nodeType="withEffect">
                                  <p:stCondLst>
                                    <p:cond delay="4500"/>
                                  </p:stCondLst>
                                  <p:childTnLst>
                                    <p:set>
                                      <p:cBhvr>
                                        <p:cTn id="1377" dur="1" fill="hold">
                                          <p:stCondLst>
                                            <p:cond delay="0"/>
                                          </p:stCondLst>
                                        </p:cTn>
                                        <p:tgtEl>
                                          <p:spTgt spid="134"/>
                                        </p:tgtEl>
                                        <p:attrNameLst>
                                          <p:attrName>style.visibility</p:attrName>
                                        </p:attrNameLst>
                                      </p:cBhvr>
                                      <p:to>
                                        <p:strVal val="visible"/>
                                      </p:to>
                                    </p:set>
                                    <p:animEffect transition="in" filter="wipe(up)">
                                      <p:cBhvr>
                                        <p:cTn id="1378" dur="4500"/>
                                        <p:tgtEl>
                                          <p:spTgt spid="134"/>
                                        </p:tgtEl>
                                      </p:cBhvr>
                                    </p:animEffect>
                                  </p:childTnLst>
                                </p:cTn>
                              </p:par>
                              <p:par>
                                <p:cTn id="1379" presetID="22" presetClass="entr" presetSubtype="1" fill="hold" grpId="0" nodeType="withEffect">
                                  <p:stCondLst>
                                    <p:cond delay="4500"/>
                                  </p:stCondLst>
                                  <p:childTnLst>
                                    <p:set>
                                      <p:cBhvr>
                                        <p:cTn id="1380" dur="1" fill="hold">
                                          <p:stCondLst>
                                            <p:cond delay="0"/>
                                          </p:stCondLst>
                                        </p:cTn>
                                        <p:tgtEl>
                                          <p:spTgt spid="127"/>
                                        </p:tgtEl>
                                        <p:attrNameLst>
                                          <p:attrName>style.visibility</p:attrName>
                                        </p:attrNameLst>
                                      </p:cBhvr>
                                      <p:to>
                                        <p:strVal val="visible"/>
                                      </p:to>
                                    </p:set>
                                    <p:animEffect transition="in" filter="wipe(up)">
                                      <p:cBhvr>
                                        <p:cTn id="1381" dur="4500"/>
                                        <p:tgtEl>
                                          <p:spTgt spid="127"/>
                                        </p:tgtEl>
                                      </p:cBhvr>
                                    </p:animEffect>
                                  </p:childTnLst>
                                </p:cTn>
                              </p:par>
                              <p:par>
                                <p:cTn id="1382" presetID="22" presetClass="entr" presetSubtype="1" fill="hold" grpId="0" nodeType="withEffect">
                                  <p:stCondLst>
                                    <p:cond delay="4500"/>
                                  </p:stCondLst>
                                  <p:childTnLst>
                                    <p:set>
                                      <p:cBhvr>
                                        <p:cTn id="1383" dur="1" fill="hold">
                                          <p:stCondLst>
                                            <p:cond delay="0"/>
                                          </p:stCondLst>
                                        </p:cTn>
                                        <p:tgtEl>
                                          <p:spTgt spid="133"/>
                                        </p:tgtEl>
                                        <p:attrNameLst>
                                          <p:attrName>style.visibility</p:attrName>
                                        </p:attrNameLst>
                                      </p:cBhvr>
                                      <p:to>
                                        <p:strVal val="visible"/>
                                      </p:to>
                                    </p:set>
                                    <p:animEffect transition="in" filter="wipe(up)">
                                      <p:cBhvr>
                                        <p:cTn id="1384" dur="4500"/>
                                        <p:tgtEl>
                                          <p:spTgt spid="133"/>
                                        </p:tgtEl>
                                      </p:cBhvr>
                                    </p:animEffect>
                                  </p:childTnLst>
                                </p:cTn>
                              </p:par>
                              <p:par>
                                <p:cTn id="1385" presetID="22" presetClass="entr" presetSubtype="1" fill="hold" grpId="0" nodeType="withEffect">
                                  <p:stCondLst>
                                    <p:cond delay="4500"/>
                                  </p:stCondLst>
                                  <p:childTnLst>
                                    <p:set>
                                      <p:cBhvr>
                                        <p:cTn id="1386" dur="1" fill="hold">
                                          <p:stCondLst>
                                            <p:cond delay="0"/>
                                          </p:stCondLst>
                                        </p:cTn>
                                        <p:tgtEl>
                                          <p:spTgt spid="128"/>
                                        </p:tgtEl>
                                        <p:attrNameLst>
                                          <p:attrName>style.visibility</p:attrName>
                                        </p:attrNameLst>
                                      </p:cBhvr>
                                      <p:to>
                                        <p:strVal val="visible"/>
                                      </p:to>
                                    </p:set>
                                    <p:animEffect transition="in" filter="wipe(up)">
                                      <p:cBhvr>
                                        <p:cTn id="1387" dur="4500"/>
                                        <p:tgtEl>
                                          <p:spTgt spid="128"/>
                                        </p:tgtEl>
                                      </p:cBhvr>
                                    </p:animEffect>
                                  </p:childTnLst>
                                </p:cTn>
                              </p:par>
                              <p:par>
                                <p:cTn id="1388" presetID="22" presetClass="entr" presetSubtype="1" fill="hold" grpId="0" nodeType="withEffect">
                                  <p:stCondLst>
                                    <p:cond delay="4500"/>
                                  </p:stCondLst>
                                  <p:childTnLst>
                                    <p:set>
                                      <p:cBhvr>
                                        <p:cTn id="1389" dur="1" fill="hold">
                                          <p:stCondLst>
                                            <p:cond delay="0"/>
                                          </p:stCondLst>
                                        </p:cTn>
                                        <p:tgtEl>
                                          <p:spTgt spid="132"/>
                                        </p:tgtEl>
                                        <p:attrNameLst>
                                          <p:attrName>style.visibility</p:attrName>
                                        </p:attrNameLst>
                                      </p:cBhvr>
                                      <p:to>
                                        <p:strVal val="visible"/>
                                      </p:to>
                                    </p:set>
                                    <p:animEffect transition="in" filter="wipe(up)">
                                      <p:cBhvr>
                                        <p:cTn id="1390" dur="4500"/>
                                        <p:tgtEl>
                                          <p:spTgt spid="132"/>
                                        </p:tgtEl>
                                      </p:cBhvr>
                                    </p:animEffect>
                                  </p:childTnLst>
                                </p:cTn>
                              </p:par>
                              <p:par>
                                <p:cTn id="1391" presetID="22" presetClass="entr" presetSubtype="1" fill="hold" grpId="0" nodeType="withEffect">
                                  <p:stCondLst>
                                    <p:cond delay="4500"/>
                                  </p:stCondLst>
                                  <p:childTnLst>
                                    <p:set>
                                      <p:cBhvr>
                                        <p:cTn id="1392" dur="1" fill="hold">
                                          <p:stCondLst>
                                            <p:cond delay="0"/>
                                          </p:stCondLst>
                                        </p:cTn>
                                        <p:tgtEl>
                                          <p:spTgt spid="129"/>
                                        </p:tgtEl>
                                        <p:attrNameLst>
                                          <p:attrName>style.visibility</p:attrName>
                                        </p:attrNameLst>
                                      </p:cBhvr>
                                      <p:to>
                                        <p:strVal val="visible"/>
                                      </p:to>
                                    </p:set>
                                    <p:animEffect transition="in" filter="wipe(up)">
                                      <p:cBhvr>
                                        <p:cTn id="1393" dur="4500"/>
                                        <p:tgtEl>
                                          <p:spTgt spid="129"/>
                                        </p:tgtEl>
                                      </p:cBhvr>
                                    </p:animEffect>
                                  </p:childTnLst>
                                </p:cTn>
                              </p:par>
                              <p:par>
                                <p:cTn id="1394" presetID="22" presetClass="entr" presetSubtype="1" fill="hold" grpId="0" nodeType="withEffect">
                                  <p:stCondLst>
                                    <p:cond delay="4500"/>
                                  </p:stCondLst>
                                  <p:childTnLst>
                                    <p:set>
                                      <p:cBhvr>
                                        <p:cTn id="1395" dur="1" fill="hold">
                                          <p:stCondLst>
                                            <p:cond delay="0"/>
                                          </p:stCondLst>
                                        </p:cTn>
                                        <p:tgtEl>
                                          <p:spTgt spid="131"/>
                                        </p:tgtEl>
                                        <p:attrNameLst>
                                          <p:attrName>style.visibility</p:attrName>
                                        </p:attrNameLst>
                                      </p:cBhvr>
                                      <p:to>
                                        <p:strVal val="visible"/>
                                      </p:to>
                                    </p:set>
                                    <p:animEffect transition="in" filter="wipe(up)">
                                      <p:cBhvr>
                                        <p:cTn id="1396" dur="4500"/>
                                        <p:tgtEl>
                                          <p:spTgt spid="131"/>
                                        </p:tgtEl>
                                      </p:cBhvr>
                                    </p:animEffect>
                                  </p:childTnLst>
                                </p:cTn>
                              </p:par>
                              <p:par>
                                <p:cTn id="1397" presetID="22" presetClass="entr" presetSubtype="1" fill="hold" grpId="0" nodeType="withEffect">
                                  <p:stCondLst>
                                    <p:cond delay="4500"/>
                                  </p:stCondLst>
                                  <p:childTnLst>
                                    <p:set>
                                      <p:cBhvr>
                                        <p:cTn id="1398" dur="1" fill="hold">
                                          <p:stCondLst>
                                            <p:cond delay="0"/>
                                          </p:stCondLst>
                                        </p:cTn>
                                        <p:tgtEl>
                                          <p:spTgt spid="130"/>
                                        </p:tgtEl>
                                        <p:attrNameLst>
                                          <p:attrName>style.visibility</p:attrName>
                                        </p:attrNameLst>
                                      </p:cBhvr>
                                      <p:to>
                                        <p:strVal val="visible"/>
                                      </p:to>
                                    </p:set>
                                    <p:animEffect transition="in" filter="wipe(up)">
                                      <p:cBhvr>
                                        <p:cTn id="1399" dur="4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animBg="1"/>
      <p:bldP spid="8" grpId="0" animBg="1"/>
      <p:bldP spid="7" grpId="0" animBg="1"/>
      <p:bldP spid="119" grpId="0" animBg="1"/>
      <p:bldP spid="120" grpId="0" animBg="1"/>
      <p:bldP spid="121" grpId="0" animBg="1"/>
      <p:bldP spid="122" grpId="0" animBg="1"/>
      <p:bldP spid="123" grpId="0" animBg="1"/>
      <p:bldP spid="124" grpId="0" animBg="1"/>
      <p:bldP spid="11" grpId="0" animBg="1"/>
      <p:bldP spid="12" grpId="0" animBg="1"/>
      <p:bldP spid="13" grpId="0" animBg="1"/>
      <p:bldP spid="15" grpId="0" animBg="1"/>
      <p:bldP spid="16" grpId="0" animBg="1"/>
      <p:bldP spid="17" grpId="0" animBg="1"/>
      <p:bldP spid="18" grpId="0" animBg="1"/>
      <p:bldP spid="33" grpId="0" animBg="1"/>
      <p:bldP spid="19" grpId="0" animBg="1"/>
      <p:bldP spid="31" grpId="0" animBg="1"/>
      <p:bldP spid="20"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18" grpId="0" animBg="1"/>
      <p:bldP spid="136" grpId="0" animBg="1"/>
      <p:bldP spid="137" grpId="0" animBg="1"/>
      <p:bldP spid="138" grpId="0" animBg="1"/>
      <p:bldP spid="100" grpId="0" animBg="1"/>
      <p:bldP spid="102" grpId="0" animBg="1"/>
      <p:bldP spid="96" grpId="0" animBg="1"/>
      <p:bldP spid="4" grpId="0" animBg="1"/>
      <p:bldP spid="26" grpId="0"/>
      <p:bldP spid="27" grpId="0" animBg="1"/>
      <p:bldP spid="27" grpId="1" animBg="1"/>
      <p:bldP spid="27" grpId="2" animBg="1"/>
      <p:bldP spid="28" grpId="0" animBg="1"/>
      <p:bldP spid="28" grpId="1" animBg="1"/>
      <p:bldP spid="28" grpId="2" animBg="1"/>
      <p:bldP spid="29" grpId="0" animBg="1"/>
      <p:bldP spid="29" grpId="1" animBg="1"/>
      <p:bldP spid="29" grpId="2" animBg="1"/>
      <p:bldP spid="30" grpId="0" animBg="1"/>
      <p:bldP spid="30" grpId="1" animBg="1"/>
      <p:bldP spid="30" grpId="2" animBg="1"/>
      <p:bldP spid="34" grpId="0" animBg="1"/>
      <p:bldP spid="34" grpId="1" animBg="1"/>
      <p:bldP spid="34" grpId="2" animBg="1"/>
      <p:bldP spid="35" grpId="0" animBg="1"/>
      <p:bldP spid="35" grpId="1" animBg="1"/>
      <p:bldP spid="35" grpId="2" animBg="1"/>
      <p:bldP spid="36" grpId="0" animBg="1"/>
      <p:bldP spid="36" grpId="1" animBg="1"/>
      <p:bldP spid="36" grpId="2" animBg="1"/>
      <p:bldP spid="42" grpId="0" animBg="1"/>
      <p:bldP spid="42" grpId="1" animBg="1"/>
      <p:bldP spid="42" grpId="2" animBg="1"/>
      <p:bldP spid="44" grpId="0" animBg="1"/>
      <p:bldP spid="44" grpId="1" animBg="1"/>
      <p:bldP spid="44" grpId="2" animBg="1"/>
      <p:bldP spid="45" grpId="0" animBg="1"/>
      <p:bldP spid="45" grpId="1" animBg="1"/>
      <p:bldP spid="45" grpId="2" animBg="1"/>
      <p:bldP spid="47" grpId="0" animBg="1"/>
      <p:bldP spid="47" grpId="1" animBg="1"/>
      <p:bldP spid="47" grpId="2" animBg="1"/>
      <p:bldP spid="49" grpId="0" animBg="1"/>
      <p:bldP spid="49" grpId="1" animBg="1"/>
      <p:bldP spid="49" grpId="2" animBg="1"/>
      <p:bldP spid="50" grpId="0" animBg="1"/>
      <p:bldP spid="50" grpId="1" animBg="1"/>
      <p:bldP spid="50" grpId="2" animBg="1"/>
      <p:bldP spid="53" grpId="0" animBg="1"/>
      <p:bldP spid="53" grpId="1" animBg="1"/>
      <p:bldP spid="53" grpId="2" animBg="1"/>
      <p:bldP spid="55" grpId="0" animBg="1"/>
      <p:bldP spid="55" grpId="1" animBg="1"/>
      <p:bldP spid="55" grpId="2" animBg="1"/>
      <p:bldP spid="58" grpId="0" animBg="1"/>
      <p:bldP spid="58" grpId="1" animBg="1"/>
      <p:bldP spid="58" grpId="2" animBg="1"/>
      <p:bldP spid="66" grpId="0" animBg="1"/>
      <p:bldP spid="66" grpId="1" animBg="1"/>
      <p:bldP spid="66" grpId="2" animBg="1"/>
      <p:bldP spid="67" grpId="0" animBg="1"/>
      <p:bldP spid="67" grpId="1" animBg="1"/>
      <p:bldP spid="67" grpId="2" animBg="1"/>
      <p:bldP spid="70" grpId="0" animBg="1"/>
      <p:bldP spid="70" grpId="1" animBg="1"/>
      <p:bldP spid="70" grpId="2" animBg="1"/>
      <p:bldP spid="71" grpId="0" animBg="1"/>
      <p:bldP spid="71" grpId="1" animBg="1"/>
      <p:bldP spid="71" grpId="2" animBg="1"/>
      <p:bldP spid="74" grpId="0" animBg="1"/>
      <p:bldP spid="74" grpId="1" animBg="1"/>
      <p:bldP spid="74" grpId="2" animBg="1"/>
      <p:bldP spid="77" grpId="0" animBg="1"/>
      <p:bldP spid="77" grpId="1" animBg="1"/>
      <p:bldP spid="77" grpId="2" animBg="1"/>
      <p:bldP spid="78" grpId="0" animBg="1"/>
      <p:bldP spid="78" grpId="1" animBg="1"/>
      <p:bldP spid="78" grpId="2" animBg="1"/>
      <p:bldP spid="80" grpId="0" animBg="1"/>
      <p:bldP spid="80" grpId="1" animBg="1"/>
      <p:bldP spid="80" grpId="2" animBg="1"/>
      <p:bldP spid="81" grpId="0" animBg="1"/>
      <p:bldP spid="81" grpId="1" animBg="1"/>
      <p:bldP spid="81" grpId="2" animBg="1"/>
      <p:bldP spid="82" grpId="0" animBg="1"/>
      <p:bldP spid="82" grpId="1" animBg="1"/>
      <p:bldP spid="82" grpId="2" animBg="1"/>
      <p:bldP spid="83" grpId="0" animBg="1"/>
      <p:bldP spid="83" grpId="1" animBg="1"/>
      <p:bldP spid="83" grpId="2" animBg="1"/>
      <p:bldP spid="84" grpId="0" animBg="1"/>
      <p:bldP spid="84" grpId="1" animBg="1"/>
      <p:bldP spid="84" grpId="2" animBg="1"/>
      <p:bldP spid="86" grpId="0" animBg="1"/>
      <p:bldP spid="86" grpId="1" animBg="1"/>
      <p:bldP spid="86" grpId="2" animBg="1"/>
      <p:bldP spid="88" grpId="0" animBg="1"/>
      <p:bldP spid="88" grpId="1" animBg="1"/>
      <p:bldP spid="88" grpId="2" animBg="1"/>
      <p:bldP spid="90" grpId="0" animBg="1"/>
      <p:bldP spid="90" grpId="1" animBg="1"/>
      <p:bldP spid="90" grpId="2" animBg="1"/>
      <p:bldP spid="91" grpId="0" animBg="1"/>
      <p:bldP spid="91" grpId="1" animBg="1"/>
      <p:bldP spid="91" grpId="2" animBg="1"/>
      <p:bldP spid="92" grpId="0" animBg="1"/>
      <p:bldP spid="92" grpId="1" animBg="1"/>
      <p:bldP spid="92" grpId="2" animBg="1"/>
      <p:bldP spid="93" grpId="0" animBg="1"/>
      <p:bldP spid="93" grpId="1" animBg="1"/>
      <p:bldP spid="93" grpId="2" animBg="1"/>
      <p:bldP spid="94" grpId="0" animBg="1"/>
      <p:bldP spid="94" grpId="1" animBg="1"/>
      <p:bldP spid="94" grpId="2" animBg="1"/>
      <p:bldP spid="2" grpId="0" animBg="1"/>
      <p:bldP spid="54" grpId="0" animBg="1"/>
      <p:bldP spid="54" grpId="1" animBg="1"/>
      <p:bldP spid="54" grpId="2" animBg="1"/>
      <p:bldP spid="73" grpId="0" animBg="1"/>
      <p:bldP spid="73" grpId="1" animBg="1"/>
      <p:bldP spid="73" grpId="2" animBg="1"/>
      <p:bldP spid="41" grpId="0" animBg="1"/>
      <p:bldP spid="41" grpId="1" animBg="1"/>
      <p:bldP spid="41" grpId="2" animBg="1"/>
      <p:bldP spid="59" grpId="0" animBg="1"/>
      <p:bldP spid="59" grpId="1" animBg="1"/>
      <p:bldP spid="59" grpId="2" animBg="1"/>
      <p:bldP spid="10" grpId="0" animBg="1"/>
      <p:bldP spid="43" grpId="0" animBg="1"/>
      <p:bldP spid="43" grpId="1" animBg="1"/>
      <p:bldP spid="43" grpId="2" animBg="1"/>
      <p:bldP spid="51" grpId="0" animBg="1"/>
      <p:bldP spid="51" grpId="1" animBg="1"/>
      <p:bldP spid="51" grpId="2" animBg="1"/>
      <p:bldP spid="56" grpId="0" animBg="1"/>
      <p:bldP spid="56" grpId="1" animBg="1"/>
      <p:bldP spid="56" grpId="2" animBg="1"/>
      <p:bldP spid="76" grpId="0" animBg="1"/>
      <p:bldP spid="76" grpId="1" animBg="1"/>
      <p:bldP spid="76" grpId="2" animBg="1"/>
      <p:bldP spid="79" grpId="0" animBg="1"/>
      <p:bldP spid="79" grpId="1" animBg="1"/>
      <p:bldP spid="79" grpId="2" animBg="1"/>
      <p:bldP spid="69" grpId="0" animBg="1"/>
      <p:bldP spid="69" grpId="1" animBg="1"/>
      <p:bldP spid="69" grpId="2" animBg="1"/>
      <p:bldP spid="87" grpId="0" animBg="1"/>
      <p:bldP spid="87" grpId="1" animBg="1"/>
      <p:bldP spid="87" grpId="2" animBg="1"/>
      <p:bldP spid="52" grpId="0" animBg="1"/>
      <p:bldP spid="52" grpId="1" animBg="1"/>
      <p:bldP spid="52" grpId="2" animBg="1"/>
      <p:bldP spid="97" grpId="0" animBg="1"/>
      <p:bldP spid="46" grpId="0" animBg="1"/>
      <p:bldP spid="46" grpId="1" animBg="1"/>
      <p:bldP spid="46" grpId="2" animBg="1"/>
      <p:bldP spid="57" grpId="0" animBg="1"/>
      <p:bldP spid="57" grpId="1" animBg="1"/>
      <p:bldP spid="57" grpId="2" animBg="1"/>
      <p:bldP spid="68" grpId="0" animBg="1"/>
      <p:bldP spid="68" grpId="1" animBg="1"/>
      <p:bldP spid="68" grpId="2" animBg="1"/>
      <p:bldP spid="48" grpId="0" animBg="1"/>
      <p:bldP spid="48" grpId="1" animBg="1"/>
      <p:bldP spid="48" grpId="2" animBg="1"/>
      <p:bldP spid="98" grpId="0" animBg="1"/>
      <p:bldP spid="99" grpId="0" animBg="1"/>
      <p:bldP spid="75" grpId="0" animBg="1"/>
      <p:bldP spid="75" grpId="1" animBg="1"/>
      <p:bldP spid="75" grpId="2" animBg="1"/>
      <p:bldP spid="85" grpId="0" animBg="1"/>
      <p:bldP spid="85" grpId="1" animBg="1"/>
      <p:bldP spid="85" grpId="2" animBg="1"/>
      <p:bldP spid="103" grpId="0" animBg="1"/>
      <p:bldP spid="103" grpId="1" animBg="1"/>
      <p:bldP spid="103" grpId="2" animBg="1"/>
      <p:bldP spid="104" grpId="0" animBg="1"/>
      <p:bldP spid="104" grpId="1" animBg="1"/>
      <p:bldP spid="104" grpId="2" animBg="1"/>
      <p:bldP spid="105" grpId="0" animBg="1"/>
      <p:bldP spid="105" grpId="1" animBg="1"/>
      <p:bldP spid="105" grpId="2" animBg="1"/>
      <p:bldP spid="106" grpId="0" animBg="1"/>
      <p:bldP spid="106" grpId="1" animBg="1"/>
      <p:bldP spid="106" grpId="2" animBg="1"/>
      <p:bldP spid="108" grpId="0" animBg="1"/>
      <p:bldP spid="108" grpId="1" animBg="1"/>
      <p:bldP spid="108" grpId="2" animBg="1"/>
      <p:bldP spid="109" grpId="0" animBg="1"/>
      <p:bldP spid="109" grpId="1" animBg="1"/>
      <p:bldP spid="109" grpId="2" animBg="1"/>
      <p:bldP spid="110" grpId="0" animBg="1"/>
      <p:bldP spid="110" grpId="1" animBg="1"/>
      <p:bldP spid="110" grpId="2" animBg="1"/>
      <p:bldP spid="111" grpId="0" animBg="1"/>
      <p:bldP spid="111" grpId="1" animBg="1"/>
      <p:bldP spid="111" grpId="2" animBg="1"/>
      <p:bldP spid="112" grpId="0" animBg="1"/>
      <p:bldP spid="112" grpId="1" animBg="1"/>
      <p:bldP spid="112" grpId="2" animBg="1"/>
      <p:bldP spid="114" grpId="0" animBg="1"/>
      <p:bldP spid="114" grpId="1" animBg="1"/>
      <p:bldP spid="114" grpId="2" animBg="1"/>
      <p:bldP spid="25" grpId="0"/>
      <p:bldP spid="25" grpId="1"/>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EEE4"/>
        </a:solidFill>
        <a:effectLst/>
      </p:bgPr>
    </p:bg>
    <p:spTree>
      <p:nvGrpSpPr>
        <p:cNvPr id="1" name=""/>
        <p:cNvGrpSpPr/>
        <p:nvPr/>
      </p:nvGrpSpPr>
      <p:grpSpPr>
        <a:xfrm>
          <a:off x="0" y="0"/>
          <a:ext cx="0" cy="0"/>
          <a:chOff x="0" y="0"/>
          <a:chExt cx="0" cy="0"/>
        </a:xfrm>
      </p:grpSpPr>
      <p:pic>
        <p:nvPicPr>
          <p:cNvPr id="102" name="Picture 101"/>
          <p:cNvPicPr>
            <a:picLocks noChangeAspect="1"/>
          </p:cNvPicPr>
          <p:nvPr/>
        </p:nvPicPr>
        <p:blipFill>
          <a:blip r:embed="rId2"/>
          <a:stretch>
            <a:fillRect/>
          </a:stretch>
        </p:blipFill>
        <p:spPr>
          <a:xfrm>
            <a:off x="7120901" y="4162830"/>
            <a:ext cx="4041998" cy="2091109"/>
          </a:xfrm>
          <a:prstGeom prst="rect">
            <a:avLst/>
          </a:prstGeom>
        </p:spPr>
      </p:pic>
      <p:pic>
        <p:nvPicPr>
          <p:cNvPr id="101" name="Picture 100"/>
          <p:cNvPicPr>
            <a:picLocks noChangeAspect="1"/>
          </p:cNvPicPr>
          <p:nvPr/>
        </p:nvPicPr>
        <p:blipFill>
          <a:blip r:embed="rId3"/>
          <a:stretch>
            <a:fillRect/>
          </a:stretch>
        </p:blipFill>
        <p:spPr>
          <a:xfrm>
            <a:off x="903182" y="4157858"/>
            <a:ext cx="4041998" cy="2091109"/>
          </a:xfrm>
          <a:prstGeom prst="rect">
            <a:avLst/>
          </a:prstGeom>
        </p:spPr>
      </p:pic>
      <p:pic>
        <p:nvPicPr>
          <p:cNvPr id="100" name="Picture 99"/>
          <p:cNvPicPr>
            <a:picLocks noChangeAspect="1"/>
          </p:cNvPicPr>
          <p:nvPr/>
        </p:nvPicPr>
        <p:blipFill>
          <a:blip r:embed="rId4"/>
          <a:stretch>
            <a:fillRect/>
          </a:stretch>
        </p:blipFill>
        <p:spPr>
          <a:xfrm>
            <a:off x="882031" y="1357412"/>
            <a:ext cx="4041998" cy="2091109"/>
          </a:xfrm>
          <a:prstGeom prst="rect">
            <a:avLst/>
          </a:prstGeom>
        </p:spPr>
      </p:pic>
      <p:sp>
        <p:nvSpPr>
          <p:cNvPr id="6" name="TextBox 5"/>
          <p:cNvSpPr txBox="1"/>
          <p:nvPr/>
        </p:nvSpPr>
        <p:spPr>
          <a:xfrm>
            <a:off x="5184265" y="3238838"/>
            <a:ext cx="1676400" cy="1276350"/>
          </a:xfrm>
          <a:prstGeom prst="rect">
            <a:avLst/>
          </a:prstGeom>
          <a:blipFill>
            <a:blip r:embed="rId5"/>
            <a:stretch>
              <a:fillRect/>
            </a:stretch>
          </a:blipFill>
        </p:spPr>
        <p:txBody>
          <a:bodyPr wrap="square" rtlCol="0">
            <a:spAutoFit/>
          </a:bodyPr>
          <a:lstStyle/>
          <a:p>
            <a:endParaRPr lang="en-US" dirty="0"/>
          </a:p>
        </p:txBody>
      </p:sp>
      <p:sp>
        <p:nvSpPr>
          <p:cNvPr id="7" name="TextBox 6"/>
          <p:cNvSpPr txBox="1"/>
          <p:nvPr/>
        </p:nvSpPr>
        <p:spPr>
          <a:xfrm>
            <a:off x="3924070" y="560848"/>
            <a:ext cx="4352926" cy="646331"/>
          </a:xfrm>
          <a:prstGeom prst="rect">
            <a:avLst/>
          </a:prstGeom>
          <a:noFill/>
        </p:spPr>
        <p:txBody>
          <a:bodyPr wrap="square" rtlCol="0">
            <a:spAutoFit/>
          </a:bodyPr>
          <a:lstStyle/>
          <a:p>
            <a:r>
              <a:rPr lang="en-US" sz="3600" b="1" dirty="0" err="1">
                <a:solidFill>
                  <a:srgbClr val="CD9E9C"/>
                </a:solidFill>
                <a:latin typeface="Script MT Bold" panose="03040602040607080904" pitchFamily="66" charset="0"/>
              </a:rPr>
              <a:t>Tipe</a:t>
            </a:r>
            <a:r>
              <a:rPr lang="en-US" sz="3600" b="1" dirty="0">
                <a:solidFill>
                  <a:srgbClr val="CD9E9C"/>
                </a:solidFill>
                <a:latin typeface="Script MT Bold" panose="03040602040607080904" pitchFamily="66" charset="0"/>
              </a:rPr>
              <a:t> for a spongy cake</a:t>
            </a:r>
          </a:p>
        </p:txBody>
      </p:sp>
      <p:sp>
        <p:nvSpPr>
          <p:cNvPr id="22" name="Freeform 21"/>
          <p:cNvSpPr/>
          <p:nvPr/>
        </p:nvSpPr>
        <p:spPr>
          <a:xfrm>
            <a:off x="3822186" y="-99674"/>
            <a:ext cx="940313" cy="499723"/>
          </a:xfrm>
          <a:custGeom>
            <a:avLst/>
            <a:gdLst>
              <a:gd name="connsiteX0" fmla="*/ 6863 w 752800"/>
              <a:gd name="connsiteY0" fmla="*/ 271826 h 340019"/>
              <a:gd name="connsiteX1" fmla="*/ 16388 w 752800"/>
              <a:gd name="connsiteY1" fmla="*/ 71801 h 340019"/>
              <a:gd name="connsiteX2" fmla="*/ 149738 w 752800"/>
              <a:gd name="connsiteY2" fmla="*/ 52751 h 340019"/>
              <a:gd name="connsiteX3" fmla="*/ 168788 w 752800"/>
              <a:gd name="connsiteY3" fmla="*/ 290876 h 340019"/>
              <a:gd name="connsiteX4" fmla="*/ 340238 w 752800"/>
              <a:gd name="connsiteY4" fmla="*/ 300401 h 340019"/>
              <a:gd name="connsiteX5" fmla="*/ 359288 w 752800"/>
              <a:gd name="connsiteY5" fmla="*/ 43226 h 340019"/>
              <a:gd name="connsiteX6" fmla="*/ 492638 w 752800"/>
              <a:gd name="connsiteY6" fmla="*/ 43226 h 340019"/>
              <a:gd name="connsiteX7" fmla="*/ 521213 w 752800"/>
              <a:gd name="connsiteY7" fmla="*/ 290876 h 340019"/>
              <a:gd name="connsiteX8" fmla="*/ 625988 w 752800"/>
              <a:gd name="connsiteY8" fmla="*/ 319451 h 340019"/>
              <a:gd name="connsiteX9" fmla="*/ 625988 w 752800"/>
              <a:gd name="connsiteY9" fmla="*/ 52751 h 340019"/>
              <a:gd name="connsiteX10" fmla="*/ 740288 w 752800"/>
              <a:gd name="connsiteY10" fmla="*/ 24176 h 340019"/>
              <a:gd name="connsiteX11" fmla="*/ 749813 w 752800"/>
              <a:gd name="connsiteY11" fmla="*/ 328976 h 340019"/>
              <a:gd name="connsiteX12" fmla="*/ 749813 w 752800"/>
              <a:gd name="connsiteY12" fmla="*/ 328976 h 34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2800" h="340019">
                <a:moveTo>
                  <a:pt x="6863" y="271826"/>
                </a:moveTo>
                <a:cubicBezTo>
                  <a:pt x="-281" y="190069"/>
                  <a:pt x="-7424" y="108313"/>
                  <a:pt x="16388" y="71801"/>
                </a:cubicBezTo>
                <a:cubicBezTo>
                  <a:pt x="40200" y="35289"/>
                  <a:pt x="124338" y="16239"/>
                  <a:pt x="149738" y="52751"/>
                </a:cubicBezTo>
                <a:cubicBezTo>
                  <a:pt x="175138" y="89263"/>
                  <a:pt x="137038" y="249601"/>
                  <a:pt x="168788" y="290876"/>
                </a:cubicBezTo>
                <a:cubicBezTo>
                  <a:pt x="200538" y="332151"/>
                  <a:pt x="308488" y="341676"/>
                  <a:pt x="340238" y="300401"/>
                </a:cubicBezTo>
                <a:cubicBezTo>
                  <a:pt x="371988" y="259126"/>
                  <a:pt x="333888" y="86088"/>
                  <a:pt x="359288" y="43226"/>
                </a:cubicBezTo>
                <a:cubicBezTo>
                  <a:pt x="384688" y="364"/>
                  <a:pt x="465651" y="1951"/>
                  <a:pt x="492638" y="43226"/>
                </a:cubicBezTo>
                <a:cubicBezTo>
                  <a:pt x="519625" y="84501"/>
                  <a:pt x="498988" y="244839"/>
                  <a:pt x="521213" y="290876"/>
                </a:cubicBezTo>
                <a:cubicBezTo>
                  <a:pt x="543438" y="336913"/>
                  <a:pt x="608526" y="359139"/>
                  <a:pt x="625988" y="319451"/>
                </a:cubicBezTo>
                <a:cubicBezTo>
                  <a:pt x="643451" y="279764"/>
                  <a:pt x="606938" y="101963"/>
                  <a:pt x="625988" y="52751"/>
                </a:cubicBezTo>
                <a:cubicBezTo>
                  <a:pt x="645038" y="3538"/>
                  <a:pt x="719651" y="-21862"/>
                  <a:pt x="740288" y="24176"/>
                </a:cubicBezTo>
                <a:cubicBezTo>
                  <a:pt x="760926" y="70213"/>
                  <a:pt x="749813" y="328976"/>
                  <a:pt x="749813" y="328976"/>
                </a:cubicBezTo>
                <a:lnTo>
                  <a:pt x="749813" y="328976"/>
                </a:lnTo>
              </a:path>
            </a:pathLst>
          </a:custGeom>
          <a:noFill/>
          <a:ln w="38100">
            <a:solidFill>
              <a:srgbClr val="D5A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nut 22"/>
          <p:cNvSpPr/>
          <p:nvPr/>
        </p:nvSpPr>
        <p:spPr>
          <a:xfrm>
            <a:off x="-342900" y="-378107"/>
            <a:ext cx="981075" cy="1056590"/>
          </a:xfrm>
          <a:prstGeom prst="donut">
            <a:avLst/>
          </a:prstGeom>
          <a:solidFill>
            <a:srgbClr val="FCE7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Donut 26"/>
          <p:cNvSpPr/>
          <p:nvPr/>
        </p:nvSpPr>
        <p:spPr>
          <a:xfrm>
            <a:off x="-623086" y="-624513"/>
            <a:ext cx="1526268" cy="1549402"/>
          </a:xfrm>
          <a:prstGeom prst="donut">
            <a:avLst>
              <a:gd name="adj" fmla="val 14466"/>
            </a:avLst>
          </a:prstGeom>
          <a:solidFill>
            <a:srgbClr val="FCE7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Donut 28"/>
          <p:cNvSpPr/>
          <p:nvPr/>
        </p:nvSpPr>
        <p:spPr>
          <a:xfrm>
            <a:off x="-1008115" y="-967438"/>
            <a:ext cx="2208811" cy="2235252"/>
          </a:xfrm>
          <a:prstGeom prst="donut">
            <a:avLst>
              <a:gd name="adj" fmla="val 12281"/>
            </a:avLst>
          </a:prstGeom>
          <a:solidFill>
            <a:srgbClr val="FCE7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9" name="Freeform 38"/>
          <p:cNvSpPr/>
          <p:nvPr/>
        </p:nvSpPr>
        <p:spPr>
          <a:xfrm>
            <a:off x="-146004" y="5450888"/>
            <a:ext cx="784179" cy="283161"/>
          </a:xfrm>
          <a:custGeom>
            <a:avLst/>
            <a:gdLst>
              <a:gd name="connsiteX0" fmla="*/ 9589 w 361536"/>
              <a:gd name="connsiteY0" fmla="*/ 0 h 151386"/>
              <a:gd name="connsiteX1" fmla="*/ 231530 w 361536"/>
              <a:gd name="connsiteY1" fmla="*/ 5919 h 151386"/>
              <a:gd name="connsiteX2" fmla="*/ 343981 w 361536"/>
              <a:gd name="connsiteY2" fmla="*/ 32552 h 151386"/>
              <a:gd name="connsiteX3" fmla="*/ 352858 w 361536"/>
              <a:gd name="connsiteY3" fmla="*/ 136125 h 151386"/>
              <a:gd name="connsiteX4" fmla="*/ 261123 w 361536"/>
              <a:gd name="connsiteY4" fmla="*/ 150921 h 151386"/>
              <a:gd name="connsiteX5" fmla="*/ 163468 w 361536"/>
              <a:gd name="connsiteY5" fmla="*/ 147961 h 151386"/>
              <a:gd name="connsiteX6" fmla="*/ 18466 w 361536"/>
              <a:gd name="connsiteY6" fmla="*/ 150921 h 151386"/>
              <a:gd name="connsiteX7" fmla="*/ 6629 w 361536"/>
              <a:gd name="connsiteY7" fmla="*/ 150921 h 15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536" h="151386">
                <a:moveTo>
                  <a:pt x="9589" y="0"/>
                </a:moveTo>
                <a:cubicBezTo>
                  <a:pt x="92693" y="247"/>
                  <a:pt x="175798" y="494"/>
                  <a:pt x="231530" y="5919"/>
                </a:cubicBezTo>
                <a:cubicBezTo>
                  <a:pt x="287262" y="11344"/>
                  <a:pt x="323760" y="10851"/>
                  <a:pt x="343981" y="32552"/>
                </a:cubicBezTo>
                <a:cubicBezTo>
                  <a:pt x="364202" y="54253"/>
                  <a:pt x="366668" y="116397"/>
                  <a:pt x="352858" y="136125"/>
                </a:cubicBezTo>
                <a:cubicBezTo>
                  <a:pt x="339048" y="155853"/>
                  <a:pt x="292688" y="148948"/>
                  <a:pt x="261123" y="150921"/>
                </a:cubicBezTo>
                <a:cubicBezTo>
                  <a:pt x="229558" y="152894"/>
                  <a:pt x="203911" y="147961"/>
                  <a:pt x="163468" y="147961"/>
                </a:cubicBezTo>
                <a:cubicBezTo>
                  <a:pt x="123025" y="147961"/>
                  <a:pt x="44606" y="150428"/>
                  <a:pt x="18466" y="150921"/>
                </a:cubicBezTo>
                <a:cubicBezTo>
                  <a:pt x="-7674" y="151414"/>
                  <a:pt x="-523" y="151167"/>
                  <a:pt x="6629" y="150921"/>
                </a:cubicBezTo>
              </a:path>
            </a:pathLst>
          </a:custGeom>
          <a:noFill/>
          <a:ln w="19050">
            <a:solidFill>
              <a:srgbClr val="D5A3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p:cNvSpPr/>
          <p:nvPr/>
        </p:nvSpPr>
        <p:spPr>
          <a:xfrm>
            <a:off x="-238125" y="2367471"/>
            <a:ext cx="577965" cy="175704"/>
          </a:xfrm>
          <a:custGeom>
            <a:avLst/>
            <a:gdLst>
              <a:gd name="connsiteX0" fmla="*/ 9589 w 361536"/>
              <a:gd name="connsiteY0" fmla="*/ 0 h 151386"/>
              <a:gd name="connsiteX1" fmla="*/ 231530 w 361536"/>
              <a:gd name="connsiteY1" fmla="*/ 5919 h 151386"/>
              <a:gd name="connsiteX2" fmla="*/ 343981 w 361536"/>
              <a:gd name="connsiteY2" fmla="*/ 32552 h 151386"/>
              <a:gd name="connsiteX3" fmla="*/ 352858 w 361536"/>
              <a:gd name="connsiteY3" fmla="*/ 136125 h 151386"/>
              <a:gd name="connsiteX4" fmla="*/ 261123 w 361536"/>
              <a:gd name="connsiteY4" fmla="*/ 150921 h 151386"/>
              <a:gd name="connsiteX5" fmla="*/ 163468 w 361536"/>
              <a:gd name="connsiteY5" fmla="*/ 147961 h 151386"/>
              <a:gd name="connsiteX6" fmla="*/ 18466 w 361536"/>
              <a:gd name="connsiteY6" fmla="*/ 150921 h 151386"/>
              <a:gd name="connsiteX7" fmla="*/ 6629 w 361536"/>
              <a:gd name="connsiteY7" fmla="*/ 150921 h 15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536" h="151386">
                <a:moveTo>
                  <a:pt x="9589" y="0"/>
                </a:moveTo>
                <a:cubicBezTo>
                  <a:pt x="92693" y="247"/>
                  <a:pt x="175798" y="494"/>
                  <a:pt x="231530" y="5919"/>
                </a:cubicBezTo>
                <a:cubicBezTo>
                  <a:pt x="287262" y="11344"/>
                  <a:pt x="323760" y="10851"/>
                  <a:pt x="343981" y="32552"/>
                </a:cubicBezTo>
                <a:cubicBezTo>
                  <a:pt x="364202" y="54253"/>
                  <a:pt x="366668" y="116397"/>
                  <a:pt x="352858" y="136125"/>
                </a:cubicBezTo>
                <a:cubicBezTo>
                  <a:pt x="339048" y="155853"/>
                  <a:pt x="292688" y="148948"/>
                  <a:pt x="261123" y="150921"/>
                </a:cubicBezTo>
                <a:cubicBezTo>
                  <a:pt x="229558" y="152894"/>
                  <a:pt x="203911" y="147961"/>
                  <a:pt x="163468" y="147961"/>
                </a:cubicBezTo>
                <a:cubicBezTo>
                  <a:pt x="123025" y="147961"/>
                  <a:pt x="44606" y="150428"/>
                  <a:pt x="18466" y="150921"/>
                </a:cubicBezTo>
                <a:cubicBezTo>
                  <a:pt x="-7674" y="151414"/>
                  <a:pt x="-523" y="151167"/>
                  <a:pt x="6629" y="150921"/>
                </a:cubicBezTo>
              </a:path>
            </a:pathLst>
          </a:custGeom>
          <a:solidFill>
            <a:srgbClr val="F8C552"/>
          </a:solidFill>
          <a:ln w="28575">
            <a:solidFill>
              <a:srgbClr val="F8C55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74"/>
          <p:cNvGrpSpPr/>
          <p:nvPr/>
        </p:nvGrpSpPr>
        <p:grpSpPr>
          <a:xfrm>
            <a:off x="10331051" y="-542338"/>
            <a:ext cx="2362366" cy="1798482"/>
            <a:chOff x="10163009" y="-232805"/>
            <a:chExt cx="2362366" cy="1798482"/>
          </a:xfrm>
        </p:grpSpPr>
        <p:sp>
          <p:nvSpPr>
            <p:cNvPr id="41" name="Rectangle 40"/>
            <p:cNvSpPr/>
            <p:nvPr/>
          </p:nvSpPr>
          <p:spPr>
            <a:xfrm>
              <a:off x="10201275" y="-208711"/>
              <a:ext cx="2324100" cy="1774388"/>
            </a:xfrm>
            <a:prstGeom prst="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p:cNvCxnSpPr>
              <a:stCxn id="41" idx="0"/>
              <a:endCxn id="41" idx="2"/>
            </p:cNvCxnSpPr>
            <p:nvPr/>
          </p:nvCxnSpPr>
          <p:spPr>
            <a:xfrm>
              <a:off x="11363325" y="-20871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11515725" y="-20871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1657793" y="-20871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1820525" y="-20871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1962592" y="-20871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12104659" y="-20871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12246726" y="-20871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2388793" y="-20871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10368849" y="-20871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10490251" y="-212153"/>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0611653" y="-215595"/>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10733055" y="-219037"/>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10854457" y="-222479"/>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10975859" y="-225921"/>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11097261" y="-229363"/>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1218663" y="-232805"/>
              <a:ext cx="0" cy="1774388"/>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41" idx="1"/>
              <a:endCxn id="41" idx="3"/>
            </p:cNvCxnSpPr>
            <p:nvPr/>
          </p:nvCxnSpPr>
          <p:spPr>
            <a:xfrm>
              <a:off x="10201275" y="678483"/>
              <a:ext cx="232410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10201275" y="830883"/>
              <a:ext cx="232410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10201275" y="983283"/>
              <a:ext cx="232410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10201275" y="1135683"/>
              <a:ext cx="232410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10201275" y="1288083"/>
              <a:ext cx="232410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0201275" y="1440483"/>
              <a:ext cx="232410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10163009" y="-11192"/>
              <a:ext cx="2362366" cy="11192"/>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10201275" y="138995"/>
              <a:ext cx="2324100" cy="11192"/>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10201275" y="296990"/>
              <a:ext cx="2324100" cy="11192"/>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10201275" y="454985"/>
              <a:ext cx="2324100" cy="11192"/>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10201275" y="570114"/>
              <a:ext cx="2324100" cy="11192"/>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4" name="Oval 73"/>
          <p:cNvSpPr/>
          <p:nvPr/>
        </p:nvSpPr>
        <p:spPr>
          <a:xfrm>
            <a:off x="11481305" y="1382641"/>
            <a:ext cx="289324" cy="358102"/>
          </a:xfrm>
          <a:prstGeom prst="ellipse">
            <a:avLst/>
          </a:prstGeom>
          <a:solidFill>
            <a:srgbClr val="FA83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ounded Rectangle 81"/>
          <p:cNvSpPr/>
          <p:nvPr/>
        </p:nvSpPr>
        <p:spPr>
          <a:xfrm>
            <a:off x="7062668" y="1377950"/>
            <a:ext cx="3996069" cy="2050037"/>
          </a:xfrm>
          <a:prstGeom prst="roundRect">
            <a:avLst/>
          </a:prstGeom>
          <a:solidFill>
            <a:srgbClr val="FEFFFB"/>
          </a:solidFill>
          <a:ln>
            <a:solidFill>
              <a:srgbClr val="D5A397"/>
            </a:solidFill>
          </a:ln>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TextBox 80"/>
          <p:cNvSpPr txBox="1"/>
          <p:nvPr/>
        </p:nvSpPr>
        <p:spPr>
          <a:xfrm>
            <a:off x="7171776" y="1403415"/>
            <a:ext cx="3886961" cy="2308324"/>
          </a:xfrm>
          <a:prstGeom prst="rect">
            <a:avLst/>
          </a:prstGeom>
          <a:noFill/>
        </p:spPr>
        <p:txBody>
          <a:bodyPr wrap="square" rtlCol="0">
            <a:spAutoFit/>
          </a:bodyPr>
          <a:lstStyle/>
          <a:p>
            <a:pPr lvl="0" eaLnBrk="0" fontAlgn="base" hangingPunct="0">
              <a:spcBef>
                <a:spcPct val="0"/>
              </a:spcBef>
              <a:spcAft>
                <a:spcPct val="0"/>
              </a:spcAft>
            </a:pPr>
            <a:r>
              <a:rPr lang="en-US" dirty="0">
                <a:latin typeface="inherit"/>
              </a:rPr>
              <a:t>The coldness of the ingredients reduces the amount of foaming, so the ingredients should be taken out of the refrigerator earlier and its temperature should reach room temperature.</a:t>
            </a:r>
            <a:endParaRPr lang="en-US" sz="600" dirty="0"/>
          </a:p>
          <a:p>
            <a:pPr lvl="0" eaLnBrk="0" fontAlgn="base" hangingPunct="0">
              <a:spcBef>
                <a:spcPct val="0"/>
              </a:spcBef>
              <a:spcAft>
                <a:spcPct val="0"/>
              </a:spcAft>
            </a:pPr>
            <a:r>
              <a:rPr lang="en-US" dirty="0">
                <a:solidFill>
                  <a:srgbClr val="202124"/>
                </a:solidFill>
                <a:latin typeface="Arial" panose="020B0604020202020204" pitchFamily="34" charset="0"/>
                <a:cs typeface="Arial" panose="020B0604020202020204" pitchFamily="34" charset="0"/>
              </a:rPr>
              <a:t/>
            </a:r>
            <a:br>
              <a:rPr lang="en-US" dirty="0">
                <a:solidFill>
                  <a:srgbClr val="202124"/>
                </a:solidFill>
                <a:latin typeface="Arial" panose="020B0604020202020204" pitchFamily="34" charset="0"/>
                <a:cs typeface="Arial" panose="020B0604020202020204" pitchFamily="34" charset="0"/>
              </a:rPr>
            </a:br>
            <a:endParaRPr lang="en-US" sz="1400" dirty="0">
              <a:latin typeface="Arial" panose="020B0604020202020204" pitchFamily="34" charset="0"/>
            </a:endParaRPr>
          </a:p>
        </p:txBody>
      </p:sp>
      <p:sp>
        <p:nvSpPr>
          <p:cNvPr id="86" name="TextBox 85"/>
          <p:cNvSpPr txBox="1"/>
          <p:nvPr/>
        </p:nvSpPr>
        <p:spPr>
          <a:xfrm>
            <a:off x="1023837" y="1704780"/>
            <a:ext cx="3758386" cy="1477328"/>
          </a:xfrm>
          <a:prstGeom prst="rect">
            <a:avLst/>
          </a:prstGeom>
          <a:noFill/>
        </p:spPr>
        <p:txBody>
          <a:bodyPr wrap="square" rtlCol="0">
            <a:spAutoFit/>
          </a:bodyPr>
          <a:lstStyle/>
          <a:p>
            <a:r>
              <a:rPr lang="en-US" dirty="0"/>
              <a:t>In the case of the yolk, remember to beat it until it becomes creamy and puffy. First, we start with a slow speed and then we beat it with a medium speed, no high speed </a:t>
            </a:r>
            <a:r>
              <a:rPr lang="en-US" dirty="0" err="1"/>
              <a:t>speed</a:t>
            </a:r>
            <a:r>
              <a:rPr lang="en-US" dirty="0"/>
              <a:t>.</a:t>
            </a:r>
          </a:p>
        </p:txBody>
      </p:sp>
      <p:sp>
        <p:nvSpPr>
          <p:cNvPr id="90" name="TextBox 89"/>
          <p:cNvSpPr txBox="1"/>
          <p:nvPr/>
        </p:nvSpPr>
        <p:spPr>
          <a:xfrm>
            <a:off x="1217784" y="4295471"/>
            <a:ext cx="3401229" cy="1815882"/>
          </a:xfrm>
          <a:prstGeom prst="rect">
            <a:avLst/>
          </a:prstGeom>
          <a:noFill/>
        </p:spPr>
        <p:txBody>
          <a:bodyPr wrap="square" rtlCol="0">
            <a:spAutoFit/>
          </a:bodyPr>
          <a:lstStyle/>
          <a:p>
            <a:pPr lvl="0" eaLnBrk="0" fontAlgn="base" hangingPunct="0">
              <a:spcBef>
                <a:spcPct val="0"/>
              </a:spcBef>
              <a:spcAft>
                <a:spcPct val="0"/>
              </a:spcAft>
            </a:pPr>
            <a:r>
              <a:rPr lang="en-US" sz="1600" dirty="0">
                <a:solidFill>
                  <a:srgbClr val="202124"/>
                </a:solidFill>
                <a:latin typeface="inherit"/>
              </a:rPr>
              <a:t>It is always better to use cake flour instead of regular flour to make sponge cake because it gives our cake a more hollow look than other regular flours, I mean cake flour with a very white texture and without baking powder.</a:t>
            </a:r>
            <a:r>
              <a:rPr lang="en-US" sz="500" dirty="0"/>
              <a:t> </a:t>
            </a:r>
            <a:endParaRPr lang="en-US" sz="1200" dirty="0">
              <a:latin typeface="Arial" panose="020B0604020202020204" pitchFamily="34" charset="0"/>
            </a:endParaRPr>
          </a:p>
        </p:txBody>
      </p:sp>
      <p:sp>
        <p:nvSpPr>
          <p:cNvPr id="99" name="TextBox 98"/>
          <p:cNvSpPr txBox="1"/>
          <p:nvPr/>
        </p:nvSpPr>
        <p:spPr>
          <a:xfrm>
            <a:off x="7508276" y="4568971"/>
            <a:ext cx="3213962" cy="1200329"/>
          </a:xfrm>
          <a:prstGeom prst="rect">
            <a:avLst/>
          </a:prstGeom>
          <a:noFill/>
        </p:spPr>
        <p:txBody>
          <a:bodyPr wrap="square" rtlCol="0">
            <a:spAutoFit/>
          </a:bodyPr>
          <a:lstStyle/>
          <a:p>
            <a:pPr lvl="0" eaLnBrk="0" fontAlgn="base" hangingPunct="0">
              <a:spcBef>
                <a:spcPct val="0"/>
              </a:spcBef>
              <a:spcAft>
                <a:spcPct val="0"/>
              </a:spcAft>
            </a:pPr>
            <a:r>
              <a:rPr lang="en-US" dirty="0">
                <a:solidFill>
                  <a:srgbClr val="202124"/>
                </a:solidFill>
                <a:latin typeface="inherit"/>
              </a:rPr>
              <a:t>Remember that eggs must have the best quality, that's why we choose big and healthy eggs</a:t>
            </a:r>
            <a:r>
              <a:rPr lang="en-US" sz="600" dirty="0"/>
              <a:t> </a:t>
            </a:r>
            <a:endParaRPr lang="en-US" sz="1400" dirty="0">
              <a:latin typeface="Arial" panose="020B0604020202020204" pitchFamily="34" charset="0"/>
            </a:endParaRPr>
          </a:p>
        </p:txBody>
      </p:sp>
      <p:sp>
        <p:nvSpPr>
          <p:cNvPr id="2" name="TextBox 1"/>
          <p:cNvSpPr txBox="1"/>
          <p:nvPr/>
        </p:nvSpPr>
        <p:spPr>
          <a:xfrm>
            <a:off x="973371" y="1740743"/>
            <a:ext cx="3859317" cy="1323439"/>
          </a:xfrm>
          <a:prstGeom prst="rect">
            <a:avLst/>
          </a:prstGeom>
          <a:noFill/>
        </p:spPr>
        <p:txBody>
          <a:bodyPr wrap="square" rtlCol="0">
            <a:spAutoFit/>
          </a:bodyPr>
          <a:lstStyle/>
          <a:p>
            <a:pPr algn="just" rtl="1"/>
            <a:r>
              <a:rPr lang="fa-IR" sz="2000" dirty="0">
                <a:cs typeface="B Koodak" panose="00000700000000000000" pitchFamily="2" charset="-78"/>
              </a:rPr>
              <a:t>در مورده زرده هم یادمون باشه که تا زمانی‌ که کرم رنگ بشه و پف بکنه هم می‌زنیم اول با دور آهسته شروع می‌کنیم  و بعد با دورمتوسط هم می‌زنیم دور تند ممنوع.</a:t>
            </a:r>
            <a:endParaRPr lang="en-US" sz="2000" dirty="0">
              <a:cs typeface="B Koodak" panose="00000700000000000000" pitchFamily="2" charset="-78"/>
            </a:endParaRPr>
          </a:p>
        </p:txBody>
      </p:sp>
      <p:sp>
        <p:nvSpPr>
          <p:cNvPr id="3" name="Rectangle 1"/>
          <p:cNvSpPr>
            <a:spLocks noChangeArrowheads="1"/>
          </p:cNvSpPr>
          <p:nvPr/>
        </p:nvSpPr>
        <p:spPr bwMode="auto">
          <a:xfrm>
            <a:off x="0" y="-483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202124"/>
                </a:solidFill>
                <a:effectLst/>
                <a:latin typeface="Arial" panose="020B0604020202020204" pitchFamily="34" charset="0"/>
                <a:cs typeface="Arial" panose="020B0604020202020204" pitchFamily="34" charset="0"/>
              </a:rPr>
              <a:t/>
            </a:r>
            <a:br>
              <a:rPr kumimoji="0" lang="en-US" b="0" i="0" u="none" strike="noStrike" cap="none" normalizeH="0" baseline="0" dirty="0" smtClean="0">
                <a:ln>
                  <a:noFill/>
                </a:ln>
                <a:solidFill>
                  <a:srgbClr val="202124"/>
                </a:solidFill>
                <a:effectLst/>
                <a:latin typeface="Arial" panose="020B0604020202020204" pitchFamily="34" charset="0"/>
                <a:cs typeface="Arial" panose="020B0604020202020204" pitchFamily="34" charset="0"/>
              </a:rPr>
            </a:b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483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202124"/>
                </a:solidFill>
                <a:effectLst/>
                <a:latin typeface="Arial" panose="020B0604020202020204" pitchFamily="34" charset="0"/>
                <a:cs typeface="Arial" panose="020B0604020202020204" pitchFamily="34" charset="0"/>
              </a:rPr>
              <a:t/>
            </a:r>
            <a:br>
              <a:rPr kumimoji="0" lang="en-US" b="0" i="0" u="none" strike="noStrike" cap="none" normalizeH="0" baseline="0" dirty="0" smtClean="0">
                <a:ln>
                  <a:noFill/>
                </a:ln>
                <a:solidFill>
                  <a:srgbClr val="202124"/>
                </a:solidFill>
                <a:effectLst/>
                <a:latin typeface="Arial" panose="020B0604020202020204" pitchFamily="34" charset="0"/>
                <a:cs typeface="Arial" panose="020B0604020202020204" pitchFamily="34" charset="0"/>
              </a:rPr>
            </a:b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TextBox 8"/>
          <p:cNvSpPr txBox="1"/>
          <p:nvPr/>
        </p:nvSpPr>
        <p:spPr>
          <a:xfrm>
            <a:off x="7256742" y="1682750"/>
            <a:ext cx="3607919" cy="1323439"/>
          </a:xfrm>
          <a:prstGeom prst="rect">
            <a:avLst/>
          </a:prstGeom>
          <a:noFill/>
        </p:spPr>
        <p:txBody>
          <a:bodyPr wrap="square" rtlCol="0">
            <a:spAutoFit/>
          </a:bodyPr>
          <a:lstStyle/>
          <a:p>
            <a:pPr algn="just" rtl="1"/>
            <a:r>
              <a:rPr lang="fa-IR" sz="2000" dirty="0">
                <a:cs typeface="B Koodak" panose="00000700000000000000" pitchFamily="2" charset="-78"/>
              </a:rPr>
              <a:t>سرد بودن مواد میزان کف کردن را کاهش می‌دهد بنابراین مواد باید زودتر از یخچال بیرون آورده شده و دمای آن به دمای حرارت اتاق رسیده باشد.</a:t>
            </a:r>
            <a:endParaRPr lang="en-US" sz="2000" dirty="0">
              <a:cs typeface="B Koodak" panose="00000700000000000000" pitchFamily="2" charset="-78"/>
            </a:endParaRPr>
          </a:p>
        </p:txBody>
      </p:sp>
      <p:sp>
        <p:nvSpPr>
          <p:cNvPr id="10" name="TextBox 9"/>
          <p:cNvSpPr txBox="1"/>
          <p:nvPr/>
        </p:nvSpPr>
        <p:spPr>
          <a:xfrm>
            <a:off x="7707086" y="4515188"/>
            <a:ext cx="3275388" cy="1323439"/>
          </a:xfrm>
          <a:prstGeom prst="rect">
            <a:avLst/>
          </a:prstGeom>
          <a:noFill/>
        </p:spPr>
        <p:txBody>
          <a:bodyPr wrap="square" rtlCol="0">
            <a:spAutoFit/>
          </a:bodyPr>
          <a:lstStyle/>
          <a:p>
            <a:pPr algn="just" rtl="1"/>
            <a:r>
              <a:rPr lang="fa-IR" sz="2000" dirty="0">
                <a:cs typeface="B Koodak" panose="00000700000000000000" pitchFamily="2" charset="-78"/>
              </a:rPr>
              <a:t>یادمون باشه که تخم مرغ باید بهترین کیفیت رو داشته باشه  واسه همین تخم مرغ های درشت و سالمو انتخاب می‌کنیم.</a:t>
            </a:r>
            <a:endParaRPr lang="en-US" sz="2000" dirty="0">
              <a:cs typeface="B Koodak" panose="00000700000000000000" pitchFamily="2" charset="-78"/>
            </a:endParaRPr>
          </a:p>
        </p:txBody>
      </p:sp>
      <p:sp>
        <p:nvSpPr>
          <p:cNvPr id="12" name="TextBox 11"/>
          <p:cNvSpPr txBox="1"/>
          <p:nvPr/>
        </p:nvSpPr>
        <p:spPr>
          <a:xfrm>
            <a:off x="1248102" y="4217642"/>
            <a:ext cx="3309853" cy="2031325"/>
          </a:xfrm>
          <a:prstGeom prst="rect">
            <a:avLst/>
          </a:prstGeom>
          <a:noFill/>
        </p:spPr>
        <p:txBody>
          <a:bodyPr wrap="square" rtlCol="0">
            <a:spAutoFit/>
          </a:bodyPr>
          <a:lstStyle/>
          <a:p>
            <a:pPr algn="just" rtl="1"/>
            <a:r>
              <a:rPr lang="fa-IR" dirty="0">
                <a:cs typeface="B Koodak" panose="00000700000000000000" pitchFamily="2" charset="-78"/>
              </a:rPr>
              <a:t> همیشه بهتره از آرد کیک نه  آرد معمولی‌ واسه درست کردن کیک اسفنجی استفاده بشه چون به کیکمون حالت پوک تری میده نسبت به بقیه آرد های معمولی‌ ، منظورم از آرد کیک آردیه که خیلی‌ بافتش سفید باشه و بدون بکینگ پودر باشه.</a:t>
            </a:r>
            <a:endParaRPr lang="en-US" dirty="0">
              <a:cs typeface="B Koodak" panose="00000700000000000000" pitchFamily="2" charset="-78"/>
            </a:endParaRPr>
          </a:p>
        </p:txBody>
      </p:sp>
    </p:spTree>
    <p:extLst>
      <p:ext uri="{BB962C8B-B14F-4D97-AF65-F5344CB8AC3E}">
        <p14:creationId xmlns:p14="http://schemas.microsoft.com/office/powerpoint/2010/main" val="915829480"/>
      </p:ext>
    </p:extLst>
  </p:cSld>
  <p:clrMapOvr>
    <a:masterClrMapping/>
  </p:clrMapOvr>
  <mc:AlternateContent xmlns:mc="http://schemas.openxmlformats.org/markup-compatibility/2006" xmlns:p14="http://schemas.microsoft.com/office/powerpoint/2010/main">
    <mc:Choice Requires="p14">
      <p:transition spd="slow" p14:dur="3000" advTm="16000">
        <p14:shred/>
      </p:transition>
    </mc:Choice>
    <mc:Fallback xmlns="">
      <p:transition spd="slow" advTm="1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16" fill="hold" grpId="16"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plus(in)">
                                      <p:cBhvr>
                                        <p:cTn id="7" dur="500"/>
                                        <p:tgtEl>
                                          <p:spTgt spid="7">
                                            <p:txEl>
                                              <p:pRg st="0" end="0"/>
                                            </p:txEl>
                                          </p:spTgt>
                                        </p:tgtEl>
                                      </p:cBhvr>
                                    </p:animEffect>
                                  </p:childTnLst>
                                </p:cTn>
                              </p:par>
                              <p:par>
                                <p:cTn id="8" presetID="21" presetClass="emph" presetSubtype="0" fill="hold" nodeType="withEffect">
                                  <p:stCondLst>
                                    <p:cond delay="300"/>
                                  </p:stCondLst>
                                  <p:childTnLst>
                                    <p:animClr clrSpc="hsl" dir="cw">
                                      <p:cBhvr override="childStyle">
                                        <p:cTn id="9" dur="500" fill="hold"/>
                                        <p:tgtEl>
                                          <p:spTgt spid="7">
                                            <p:txEl>
                                              <p:pRg st="0" end="0"/>
                                            </p:txEl>
                                          </p:spTgt>
                                        </p:tgtEl>
                                        <p:attrNameLst>
                                          <p:attrName>style.color</p:attrName>
                                        </p:attrNameLst>
                                      </p:cBhvr>
                                      <p:by>
                                        <p:hsl h="7200000" s="0" l="0"/>
                                      </p:by>
                                    </p:animClr>
                                    <p:animClr clrSpc="hsl" dir="cw">
                                      <p:cBhvr>
                                        <p:cTn id="10" dur="500" fill="hold"/>
                                        <p:tgtEl>
                                          <p:spTgt spid="7">
                                            <p:txEl>
                                              <p:pRg st="0" end="0"/>
                                            </p:txEl>
                                          </p:spTgt>
                                        </p:tgtEl>
                                        <p:attrNameLst>
                                          <p:attrName>fillcolor</p:attrName>
                                        </p:attrNameLst>
                                      </p:cBhvr>
                                      <p:by>
                                        <p:hsl h="7200000" s="0" l="0"/>
                                      </p:by>
                                    </p:animClr>
                                    <p:animClr clrSpc="hsl" dir="cw">
                                      <p:cBhvr>
                                        <p:cTn id="11" dur="500" fill="hold"/>
                                        <p:tgtEl>
                                          <p:spTgt spid="7">
                                            <p:txEl>
                                              <p:pRg st="0" end="0"/>
                                            </p:txEl>
                                          </p:spTgt>
                                        </p:tgtEl>
                                        <p:attrNameLst>
                                          <p:attrName>stroke.color</p:attrName>
                                        </p:attrNameLst>
                                      </p:cBhvr>
                                      <p:by>
                                        <p:hsl h="7200000" s="0" l="0"/>
                                      </p:by>
                                    </p:animClr>
                                    <p:set>
                                      <p:cBhvr>
                                        <p:cTn id="12" dur="500" fill="hold"/>
                                        <p:tgtEl>
                                          <p:spTgt spid="7">
                                            <p:txEl>
                                              <p:pRg st="0" end="0"/>
                                            </p:txEl>
                                          </p:spTgt>
                                        </p:tgtEl>
                                        <p:attrNameLst>
                                          <p:attrName>fill.type</p:attrName>
                                        </p:attrNameLst>
                                      </p:cBhvr>
                                      <p:to>
                                        <p:strVal val="solid"/>
                                      </p:to>
                                    </p:set>
                                  </p:childTnLst>
                                </p:cTn>
                              </p:par>
                              <p:par>
                                <p:cTn id="13" presetID="23" presetClass="emph" presetSubtype="0" fill="hold" grpId="0" nodeType="withEffect">
                                  <p:stCondLst>
                                    <p:cond delay="800"/>
                                  </p:stCondLst>
                                  <p:childTnLst>
                                    <p:animClr clrSpc="hsl" dir="cw">
                                      <p:cBhvr override="childStyle">
                                        <p:cTn id="14" dur="1250" fill="hold"/>
                                        <p:tgtEl>
                                          <p:spTgt spid="7">
                                            <p:txEl>
                                              <p:pRg st="0" end="0"/>
                                            </p:txEl>
                                          </p:spTgt>
                                        </p:tgtEl>
                                        <p:attrNameLst>
                                          <p:attrName>style.color</p:attrName>
                                        </p:attrNameLst>
                                      </p:cBhvr>
                                      <p:by>
                                        <p:hsl h="10842353" s="0" l="0"/>
                                      </p:by>
                                    </p:animClr>
                                    <p:animClr clrSpc="hsl" dir="cw">
                                      <p:cBhvr>
                                        <p:cTn id="15" dur="1250" fill="hold"/>
                                        <p:tgtEl>
                                          <p:spTgt spid="7">
                                            <p:txEl>
                                              <p:pRg st="0" end="0"/>
                                            </p:txEl>
                                          </p:spTgt>
                                        </p:tgtEl>
                                        <p:attrNameLst>
                                          <p:attrName>fillcolor</p:attrName>
                                        </p:attrNameLst>
                                      </p:cBhvr>
                                      <p:by>
                                        <p:hsl h="10842353" s="0" l="0"/>
                                      </p:by>
                                    </p:animClr>
                                    <p:animClr clrSpc="hsl" dir="cw">
                                      <p:cBhvr>
                                        <p:cTn id="16" dur="1250" fill="hold"/>
                                        <p:tgtEl>
                                          <p:spTgt spid="7">
                                            <p:txEl>
                                              <p:pRg st="0" end="0"/>
                                            </p:txEl>
                                          </p:spTgt>
                                        </p:tgtEl>
                                        <p:attrNameLst>
                                          <p:attrName>stroke.color</p:attrName>
                                        </p:attrNameLst>
                                      </p:cBhvr>
                                      <p:by>
                                        <p:hsl h="10842353" s="0" l="0"/>
                                      </p:by>
                                    </p:animClr>
                                    <p:set>
                                      <p:cBhvr>
                                        <p:cTn id="17" dur="1250" fill="hold"/>
                                        <p:tgtEl>
                                          <p:spTgt spid="7">
                                            <p:txEl>
                                              <p:pRg st="0" end="0"/>
                                            </p:txEl>
                                          </p:spTgt>
                                        </p:tgtEl>
                                        <p:attrNameLst>
                                          <p:attrName>fill.type</p:attrName>
                                        </p:attrNameLst>
                                      </p:cBhvr>
                                      <p:to>
                                        <p:strVal val="solid"/>
                                      </p:to>
                                    </p:set>
                                  </p:childTnLst>
                                </p:cTn>
                              </p:par>
                              <p:par>
                                <p:cTn id="18" presetID="21" presetClass="emph" presetSubtype="0" fill="hold" grpId="1" nodeType="withEffect">
                                  <p:stCondLst>
                                    <p:cond delay="1900"/>
                                  </p:stCondLst>
                                  <p:childTnLst>
                                    <p:animClr clrSpc="hsl" dir="cw">
                                      <p:cBhvr override="childStyle">
                                        <p:cTn id="19" dur="1250" fill="hold"/>
                                        <p:tgtEl>
                                          <p:spTgt spid="7">
                                            <p:txEl>
                                              <p:pRg st="0" end="0"/>
                                            </p:txEl>
                                          </p:spTgt>
                                        </p:tgtEl>
                                        <p:attrNameLst>
                                          <p:attrName>style.color</p:attrName>
                                        </p:attrNameLst>
                                      </p:cBhvr>
                                      <p:by>
                                        <p:hsl h="7200000" s="0" l="0"/>
                                      </p:by>
                                    </p:animClr>
                                    <p:animClr clrSpc="hsl" dir="cw">
                                      <p:cBhvr>
                                        <p:cTn id="20" dur="1250" fill="hold"/>
                                        <p:tgtEl>
                                          <p:spTgt spid="7">
                                            <p:txEl>
                                              <p:pRg st="0" end="0"/>
                                            </p:txEl>
                                          </p:spTgt>
                                        </p:tgtEl>
                                        <p:attrNameLst>
                                          <p:attrName>fillcolor</p:attrName>
                                        </p:attrNameLst>
                                      </p:cBhvr>
                                      <p:by>
                                        <p:hsl h="7200000" s="0" l="0"/>
                                      </p:by>
                                    </p:animClr>
                                    <p:animClr clrSpc="hsl" dir="cw">
                                      <p:cBhvr>
                                        <p:cTn id="21" dur="1250" fill="hold"/>
                                        <p:tgtEl>
                                          <p:spTgt spid="7">
                                            <p:txEl>
                                              <p:pRg st="0" end="0"/>
                                            </p:txEl>
                                          </p:spTgt>
                                        </p:tgtEl>
                                        <p:attrNameLst>
                                          <p:attrName>stroke.color</p:attrName>
                                        </p:attrNameLst>
                                      </p:cBhvr>
                                      <p:by>
                                        <p:hsl h="7200000" s="0" l="0"/>
                                      </p:by>
                                    </p:animClr>
                                    <p:set>
                                      <p:cBhvr>
                                        <p:cTn id="22" dur="1250" fill="hold"/>
                                        <p:tgtEl>
                                          <p:spTgt spid="7">
                                            <p:txEl>
                                              <p:pRg st="0" end="0"/>
                                            </p:txEl>
                                          </p:spTgt>
                                        </p:tgtEl>
                                        <p:attrNameLst>
                                          <p:attrName>fill.type</p:attrName>
                                        </p:attrNameLst>
                                      </p:cBhvr>
                                      <p:to>
                                        <p:strVal val="solid"/>
                                      </p:to>
                                    </p:set>
                                  </p:childTnLst>
                                </p:cTn>
                              </p:par>
                              <p:par>
                                <p:cTn id="23" presetID="21" presetClass="emph" presetSubtype="0" fill="hold" grpId="2" nodeType="withEffect">
                                  <p:stCondLst>
                                    <p:cond delay="3000"/>
                                  </p:stCondLst>
                                  <p:childTnLst>
                                    <p:animClr clrSpc="hsl" dir="cw">
                                      <p:cBhvr override="childStyle">
                                        <p:cTn id="24" dur="1250" fill="hold"/>
                                        <p:tgtEl>
                                          <p:spTgt spid="7">
                                            <p:txEl>
                                              <p:pRg st="0" end="0"/>
                                            </p:txEl>
                                          </p:spTgt>
                                        </p:tgtEl>
                                        <p:attrNameLst>
                                          <p:attrName>style.color</p:attrName>
                                        </p:attrNameLst>
                                      </p:cBhvr>
                                      <p:by>
                                        <p:hsl h="7200000" s="0" l="0"/>
                                      </p:by>
                                    </p:animClr>
                                    <p:animClr clrSpc="hsl" dir="cw">
                                      <p:cBhvr>
                                        <p:cTn id="25" dur="1250" fill="hold"/>
                                        <p:tgtEl>
                                          <p:spTgt spid="7">
                                            <p:txEl>
                                              <p:pRg st="0" end="0"/>
                                            </p:txEl>
                                          </p:spTgt>
                                        </p:tgtEl>
                                        <p:attrNameLst>
                                          <p:attrName>fillcolor</p:attrName>
                                        </p:attrNameLst>
                                      </p:cBhvr>
                                      <p:by>
                                        <p:hsl h="7200000" s="0" l="0"/>
                                      </p:by>
                                    </p:animClr>
                                    <p:animClr clrSpc="hsl" dir="cw">
                                      <p:cBhvr>
                                        <p:cTn id="26" dur="1250" fill="hold"/>
                                        <p:tgtEl>
                                          <p:spTgt spid="7">
                                            <p:txEl>
                                              <p:pRg st="0" end="0"/>
                                            </p:txEl>
                                          </p:spTgt>
                                        </p:tgtEl>
                                        <p:attrNameLst>
                                          <p:attrName>stroke.color</p:attrName>
                                        </p:attrNameLst>
                                      </p:cBhvr>
                                      <p:by>
                                        <p:hsl h="7200000" s="0" l="0"/>
                                      </p:by>
                                    </p:animClr>
                                    <p:set>
                                      <p:cBhvr>
                                        <p:cTn id="27" dur="1250" fill="hold"/>
                                        <p:tgtEl>
                                          <p:spTgt spid="7">
                                            <p:txEl>
                                              <p:pRg st="0" end="0"/>
                                            </p:txEl>
                                          </p:spTgt>
                                        </p:tgtEl>
                                        <p:attrNameLst>
                                          <p:attrName>fill.type</p:attrName>
                                        </p:attrNameLst>
                                      </p:cBhvr>
                                      <p:to>
                                        <p:strVal val="solid"/>
                                      </p:to>
                                    </p:set>
                                  </p:childTnLst>
                                </p:cTn>
                              </p:par>
                              <p:par>
                                <p:cTn id="28" presetID="21" presetClass="emph" presetSubtype="0" fill="hold" grpId="3" nodeType="withEffect">
                                  <p:stCondLst>
                                    <p:cond delay="4200"/>
                                  </p:stCondLst>
                                  <p:childTnLst>
                                    <p:animClr clrSpc="hsl" dir="cw">
                                      <p:cBhvr override="childStyle">
                                        <p:cTn id="29" dur="1000" fill="hold"/>
                                        <p:tgtEl>
                                          <p:spTgt spid="7">
                                            <p:txEl>
                                              <p:pRg st="0" end="0"/>
                                            </p:txEl>
                                          </p:spTgt>
                                        </p:tgtEl>
                                        <p:attrNameLst>
                                          <p:attrName>style.color</p:attrName>
                                        </p:attrNameLst>
                                      </p:cBhvr>
                                      <p:by>
                                        <p:hsl h="7200000" s="0" l="0"/>
                                      </p:by>
                                    </p:animClr>
                                    <p:animClr clrSpc="hsl" dir="cw">
                                      <p:cBhvr>
                                        <p:cTn id="30" dur="1000" fill="hold"/>
                                        <p:tgtEl>
                                          <p:spTgt spid="7">
                                            <p:txEl>
                                              <p:pRg st="0" end="0"/>
                                            </p:txEl>
                                          </p:spTgt>
                                        </p:tgtEl>
                                        <p:attrNameLst>
                                          <p:attrName>fillcolor</p:attrName>
                                        </p:attrNameLst>
                                      </p:cBhvr>
                                      <p:by>
                                        <p:hsl h="7200000" s="0" l="0"/>
                                      </p:by>
                                    </p:animClr>
                                    <p:animClr clrSpc="hsl" dir="cw">
                                      <p:cBhvr>
                                        <p:cTn id="31" dur="1000" fill="hold"/>
                                        <p:tgtEl>
                                          <p:spTgt spid="7">
                                            <p:txEl>
                                              <p:pRg st="0" end="0"/>
                                            </p:txEl>
                                          </p:spTgt>
                                        </p:tgtEl>
                                        <p:attrNameLst>
                                          <p:attrName>stroke.color</p:attrName>
                                        </p:attrNameLst>
                                      </p:cBhvr>
                                      <p:by>
                                        <p:hsl h="7200000" s="0" l="0"/>
                                      </p:by>
                                    </p:animClr>
                                    <p:set>
                                      <p:cBhvr>
                                        <p:cTn id="32" dur="1000" fill="hold"/>
                                        <p:tgtEl>
                                          <p:spTgt spid="7">
                                            <p:txEl>
                                              <p:pRg st="0" end="0"/>
                                            </p:txEl>
                                          </p:spTgt>
                                        </p:tgtEl>
                                        <p:attrNameLst>
                                          <p:attrName>fill.type</p:attrName>
                                        </p:attrNameLst>
                                      </p:cBhvr>
                                      <p:to>
                                        <p:strVal val="solid"/>
                                      </p:to>
                                    </p:set>
                                  </p:childTnLst>
                                </p:cTn>
                              </p:par>
                              <p:par>
                                <p:cTn id="33" presetID="21" presetClass="emph" presetSubtype="0" fill="hold" grpId="4" nodeType="withEffect">
                                  <p:stCondLst>
                                    <p:cond delay="4750"/>
                                  </p:stCondLst>
                                  <p:childTnLst>
                                    <p:animClr clrSpc="hsl" dir="cw">
                                      <p:cBhvr override="childStyle">
                                        <p:cTn id="34" dur="1250" fill="hold"/>
                                        <p:tgtEl>
                                          <p:spTgt spid="7">
                                            <p:txEl>
                                              <p:pRg st="0" end="0"/>
                                            </p:txEl>
                                          </p:spTgt>
                                        </p:tgtEl>
                                        <p:attrNameLst>
                                          <p:attrName>style.color</p:attrName>
                                        </p:attrNameLst>
                                      </p:cBhvr>
                                      <p:by>
                                        <p:hsl h="7200000" s="0" l="0"/>
                                      </p:by>
                                    </p:animClr>
                                    <p:animClr clrSpc="hsl" dir="cw">
                                      <p:cBhvr>
                                        <p:cTn id="35" dur="1250" fill="hold"/>
                                        <p:tgtEl>
                                          <p:spTgt spid="7">
                                            <p:txEl>
                                              <p:pRg st="0" end="0"/>
                                            </p:txEl>
                                          </p:spTgt>
                                        </p:tgtEl>
                                        <p:attrNameLst>
                                          <p:attrName>fillcolor</p:attrName>
                                        </p:attrNameLst>
                                      </p:cBhvr>
                                      <p:by>
                                        <p:hsl h="7200000" s="0" l="0"/>
                                      </p:by>
                                    </p:animClr>
                                    <p:animClr clrSpc="hsl" dir="cw">
                                      <p:cBhvr>
                                        <p:cTn id="36" dur="1250" fill="hold"/>
                                        <p:tgtEl>
                                          <p:spTgt spid="7">
                                            <p:txEl>
                                              <p:pRg st="0" end="0"/>
                                            </p:txEl>
                                          </p:spTgt>
                                        </p:tgtEl>
                                        <p:attrNameLst>
                                          <p:attrName>stroke.color</p:attrName>
                                        </p:attrNameLst>
                                      </p:cBhvr>
                                      <p:by>
                                        <p:hsl h="7200000" s="0" l="0"/>
                                      </p:by>
                                    </p:animClr>
                                    <p:set>
                                      <p:cBhvr>
                                        <p:cTn id="37" dur="1250" fill="hold"/>
                                        <p:tgtEl>
                                          <p:spTgt spid="7">
                                            <p:txEl>
                                              <p:pRg st="0" end="0"/>
                                            </p:txEl>
                                          </p:spTgt>
                                        </p:tgtEl>
                                        <p:attrNameLst>
                                          <p:attrName>fill.type</p:attrName>
                                        </p:attrNameLst>
                                      </p:cBhvr>
                                      <p:to>
                                        <p:strVal val="solid"/>
                                      </p:to>
                                    </p:set>
                                  </p:childTnLst>
                                </p:cTn>
                              </p:par>
                              <p:par>
                                <p:cTn id="38" presetID="21" presetClass="emph" presetSubtype="0" fill="hold" grpId="5" nodeType="withEffect">
                                  <p:stCondLst>
                                    <p:cond delay="5750"/>
                                  </p:stCondLst>
                                  <p:childTnLst>
                                    <p:animClr clrSpc="hsl" dir="cw">
                                      <p:cBhvr override="childStyle">
                                        <p:cTn id="39" dur="1250" fill="hold"/>
                                        <p:tgtEl>
                                          <p:spTgt spid="7">
                                            <p:txEl>
                                              <p:pRg st="0" end="0"/>
                                            </p:txEl>
                                          </p:spTgt>
                                        </p:tgtEl>
                                        <p:attrNameLst>
                                          <p:attrName>style.color</p:attrName>
                                        </p:attrNameLst>
                                      </p:cBhvr>
                                      <p:by>
                                        <p:hsl h="7200000" s="0" l="0"/>
                                      </p:by>
                                    </p:animClr>
                                    <p:animClr clrSpc="hsl" dir="cw">
                                      <p:cBhvr>
                                        <p:cTn id="40" dur="1250" fill="hold"/>
                                        <p:tgtEl>
                                          <p:spTgt spid="7">
                                            <p:txEl>
                                              <p:pRg st="0" end="0"/>
                                            </p:txEl>
                                          </p:spTgt>
                                        </p:tgtEl>
                                        <p:attrNameLst>
                                          <p:attrName>fillcolor</p:attrName>
                                        </p:attrNameLst>
                                      </p:cBhvr>
                                      <p:by>
                                        <p:hsl h="7200000" s="0" l="0"/>
                                      </p:by>
                                    </p:animClr>
                                    <p:animClr clrSpc="hsl" dir="cw">
                                      <p:cBhvr>
                                        <p:cTn id="41" dur="1250" fill="hold"/>
                                        <p:tgtEl>
                                          <p:spTgt spid="7">
                                            <p:txEl>
                                              <p:pRg st="0" end="0"/>
                                            </p:txEl>
                                          </p:spTgt>
                                        </p:tgtEl>
                                        <p:attrNameLst>
                                          <p:attrName>stroke.color</p:attrName>
                                        </p:attrNameLst>
                                      </p:cBhvr>
                                      <p:by>
                                        <p:hsl h="7200000" s="0" l="0"/>
                                      </p:by>
                                    </p:animClr>
                                    <p:set>
                                      <p:cBhvr>
                                        <p:cTn id="42" dur="1250" fill="hold"/>
                                        <p:tgtEl>
                                          <p:spTgt spid="7">
                                            <p:txEl>
                                              <p:pRg st="0" end="0"/>
                                            </p:txEl>
                                          </p:spTgt>
                                        </p:tgtEl>
                                        <p:attrNameLst>
                                          <p:attrName>fill.type</p:attrName>
                                        </p:attrNameLst>
                                      </p:cBhvr>
                                      <p:to>
                                        <p:strVal val="solid"/>
                                      </p:to>
                                    </p:set>
                                  </p:childTnLst>
                                </p:cTn>
                              </p:par>
                              <p:par>
                                <p:cTn id="43" presetID="21" presetClass="emph" presetSubtype="0" fill="hold" grpId="6" nodeType="withEffect">
                                  <p:stCondLst>
                                    <p:cond delay="7000"/>
                                  </p:stCondLst>
                                  <p:childTnLst>
                                    <p:animClr clrSpc="hsl" dir="cw">
                                      <p:cBhvr override="childStyle">
                                        <p:cTn id="44" dur="1250" fill="hold"/>
                                        <p:tgtEl>
                                          <p:spTgt spid="7">
                                            <p:txEl>
                                              <p:pRg st="0" end="0"/>
                                            </p:txEl>
                                          </p:spTgt>
                                        </p:tgtEl>
                                        <p:attrNameLst>
                                          <p:attrName>style.color</p:attrName>
                                        </p:attrNameLst>
                                      </p:cBhvr>
                                      <p:by>
                                        <p:hsl h="7200000" s="0" l="0"/>
                                      </p:by>
                                    </p:animClr>
                                    <p:animClr clrSpc="hsl" dir="cw">
                                      <p:cBhvr>
                                        <p:cTn id="45" dur="1250" fill="hold"/>
                                        <p:tgtEl>
                                          <p:spTgt spid="7">
                                            <p:txEl>
                                              <p:pRg st="0" end="0"/>
                                            </p:txEl>
                                          </p:spTgt>
                                        </p:tgtEl>
                                        <p:attrNameLst>
                                          <p:attrName>fillcolor</p:attrName>
                                        </p:attrNameLst>
                                      </p:cBhvr>
                                      <p:by>
                                        <p:hsl h="7200000" s="0" l="0"/>
                                      </p:by>
                                    </p:animClr>
                                    <p:animClr clrSpc="hsl" dir="cw">
                                      <p:cBhvr>
                                        <p:cTn id="46" dur="1250" fill="hold"/>
                                        <p:tgtEl>
                                          <p:spTgt spid="7">
                                            <p:txEl>
                                              <p:pRg st="0" end="0"/>
                                            </p:txEl>
                                          </p:spTgt>
                                        </p:tgtEl>
                                        <p:attrNameLst>
                                          <p:attrName>stroke.color</p:attrName>
                                        </p:attrNameLst>
                                      </p:cBhvr>
                                      <p:by>
                                        <p:hsl h="7200000" s="0" l="0"/>
                                      </p:by>
                                    </p:animClr>
                                    <p:set>
                                      <p:cBhvr>
                                        <p:cTn id="47" dur="1250" fill="hold"/>
                                        <p:tgtEl>
                                          <p:spTgt spid="7">
                                            <p:txEl>
                                              <p:pRg st="0" end="0"/>
                                            </p:txEl>
                                          </p:spTgt>
                                        </p:tgtEl>
                                        <p:attrNameLst>
                                          <p:attrName>fill.type</p:attrName>
                                        </p:attrNameLst>
                                      </p:cBhvr>
                                      <p:to>
                                        <p:strVal val="solid"/>
                                      </p:to>
                                    </p:set>
                                  </p:childTnLst>
                                </p:cTn>
                              </p:par>
                              <p:par>
                                <p:cTn id="48" presetID="21" presetClass="emph" presetSubtype="0" fill="hold" grpId="7" nodeType="withEffect">
                                  <p:stCondLst>
                                    <p:cond delay="8000"/>
                                  </p:stCondLst>
                                  <p:childTnLst>
                                    <p:animClr clrSpc="hsl" dir="cw">
                                      <p:cBhvr override="childStyle">
                                        <p:cTn id="49" dur="750" fill="hold"/>
                                        <p:tgtEl>
                                          <p:spTgt spid="7">
                                            <p:txEl>
                                              <p:pRg st="0" end="0"/>
                                            </p:txEl>
                                          </p:spTgt>
                                        </p:tgtEl>
                                        <p:attrNameLst>
                                          <p:attrName>style.color</p:attrName>
                                        </p:attrNameLst>
                                      </p:cBhvr>
                                      <p:by>
                                        <p:hsl h="7200000" s="0" l="0"/>
                                      </p:by>
                                    </p:animClr>
                                    <p:animClr clrSpc="hsl" dir="cw">
                                      <p:cBhvr>
                                        <p:cTn id="50" dur="750" fill="hold"/>
                                        <p:tgtEl>
                                          <p:spTgt spid="7">
                                            <p:txEl>
                                              <p:pRg st="0" end="0"/>
                                            </p:txEl>
                                          </p:spTgt>
                                        </p:tgtEl>
                                        <p:attrNameLst>
                                          <p:attrName>fillcolor</p:attrName>
                                        </p:attrNameLst>
                                      </p:cBhvr>
                                      <p:by>
                                        <p:hsl h="7200000" s="0" l="0"/>
                                      </p:by>
                                    </p:animClr>
                                    <p:animClr clrSpc="hsl" dir="cw">
                                      <p:cBhvr>
                                        <p:cTn id="51" dur="750" fill="hold"/>
                                        <p:tgtEl>
                                          <p:spTgt spid="7">
                                            <p:txEl>
                                              <p:pRg st="0" end="0"/>
                                            </p:txEl>
                                          </p:spTgt>
                                        </p:tgtEl>
                                        <p:attrNameLst>
                                          <p:attrName>stroke.color</p:attrName>
                                        </p:attrNameLst>
                                      </p:cBhvr>
                                      <p:by>
                                        <p:hsl h="7200000" s="0" l="0"/>
                                      </p:by>
                                    </p:animClr>
                                    <p:set>
                                      <p:cBhvr>
                                        <p:cTn id="52" dur="750" fill="hold"/>
                                        <p:tgtEl>
                                          <p:spTgt spid="7">
                                            <p:txEl>
                                              <p:pRg st="0" end="0"/>
                                            </p:txEl>
                                          </p:spTgt>
                                        </p:tgtEl>
                                        <p:attrNameLst>
                                          <p:attrName>fill.type</p:attrName>
                                        </p:attrNameLst>
                                      </p:cBhvr>
                                      <p:to>
                                        <p:strVal val="solid"/>
                                      </p:to>
                                    </p:set>
                                  </p:childTnLst>
                                </p:cTn>
                              </p:par>
                              <p:par>
                                <p:cTn id="53" presetID="21" presetClass="emph" presetSubtype="0" fill="hold" grpId="8" nodeType="withEffect">
                                  <p:stCondLst>
                                    <p:cond delay="8750"/>
                                  </p:stCondLst>
                                  <p:childTnLst>
                                    <p:animClr clrSpc="hsl" dir="cw">
                                      <p:cBhvr override="childStyle">
                                        <p:cTn id="54" dur="1000" fill="hold"/>
                                        <p:tgtEl>
                                          <p:spTgt spid="7">
                                            <p:txEl>
                                              <p:pRg st="0" end="0"/>
                                            </p:txEl>
                                          </p:spTgt>
                                        </p:tgtEl>
                                        <p:attrNameLst>
                                          <p:attrName>style.color</p:attrName>
                                        </p:attrNameLst>
                                      </p:cBhvr>
                                      <p:by>
                                        <p:hsl h="7200000" s="0" l="0"/>
                                      </p:by>
                                    </p:animClr>
                                    <p:animClr clrSpc="hsl" dir="cw">
                                      <p:cBhvr>
                                        <p:cTn id="55" dur="1000" fill="hold"/>
                                        <p:tgtEl>
                                          <p:spTgt spid="7">
                                            <p:txEl>
                                              <p:pRg st="0" end="0"/>
                                            </p:txEl>
                                          </p:spTgt>
                                        </p:tgtEl>
                                        <p:attrNameLst>
                                          <p:attrName>fillcolor</p:attrName>
                                        </p:attrNameLst>
                                      </p:cBhvr>
                                      <p:by>
                                        <p:hsl h="7200000" s="0" l="0"/>
                                      </p:by>
                                    </p:animClr>
                                    <p:animClr clrSpc="hsl" dir="cw">
                                      <p:cBhvr>
                                        <p:cTn id="56" dur="1000" fill="hold"/>
                                        <p:tgtEl>
                                          <p:spTgt spid="7">
                                            <p:txEl>
                                              <p:pRg st="0" end="0"/>
                                            </p:txEl>
                                          </p:spTgt>
                                        </p:tgtEl>
                                        <p:attrNameLst>
                                          <p:attrName>stroke.color</p:attrName>
                                        </p:attrNameLst>
                                      </p:cBhvr>
                                      <p:by>
                                        <p:hsl h="7200000" s="0" l="0"/>
                                      </p:by>
                                    </p:animClr>
                                    <p:set>
                                      <p:cBhvr>
                                        <p:cTn id="57" dur="1000" fill="hold"/>
                                        <p:tgtEl>
                                          <p:spTgt spid="7">
                                            <p:txEl>
                                              <p:pRg st="0" end="0"/>
                                            </p:txEl>
                                          </p:spTgt>
                                        </p:tgtEl>
                                        <p:attrNameLst>
                                          <p:attrName>fill.type</p:attrName>
                                        </p:attrNameLst>
                                      </p:cBhvr>
                                      <p:to>
                                        <p:strVal val="solid"/>
                                      </p:to>
                                    </p:set>
                                  </p:childTnLst>
                                </p:cTn>
                              </p:par>
                              <p:par>
                                <p:cTn id="58" presetID="21" presetClass="emph" presetSubtype="0" fill="hold" grpId="9" nodeType="withEffect">
                                  <p:stCondLst>
                                    <p:cond delay="9750"/>
                                  </p:stCondLst>
                                  <p:childTnLst>
                                    <p:animClr clrSpc="hsl" dir="cw">
                                      <p:cBhvr override="childStyle">
                                        <p:cTn id="59" dur="500" fill="hold"/>
                                        <p:tgtEl>
                                          <p:spTgt spid="7">
                                            <p:txEl>
                                              <p:pRg st="0" end="0"/>
                                            </p:txEl>
                                          </p:spTgt>
                                        </p:tgtEl>
                                        <p:attrNameLst>
                                          <p:attrName>style.color</p:attrName>
                                        </p:attrNameLst>
                                      </p:cBhvr>
                                      <p:by>
                                        <p:hsl h="7200000" s="0" l="0"/>
                                      </p:by>
                                    </p:animClr>
                                    <p:animClr clrSpc="hsl" dir="cw">
                                      <p:cBhvr>
                                        <p:cTn id="60" dur="500" fill="hold"/>
                                        <p:tgtEl>
                                          <p:spTgt spid="7">
                                            <p:txEl>
                                              <p:pRg st="0" end="0"/>
                                            </p:txEl>
                                          </p:spTgt>
                                        </p:tgtEl>
                                        <p:attrNameLst>
                                          <p:attrName>fillcolor</p:attrName>
                                        </p:attrNameLst>
                                      </p:cBhvr>
                                      <p:by>
                                        <p:hsl h="7200000" s="0" l="0"/>
                                      </p:by>
                                    </p:animClr>
                                    <p:animClr clrSpc="hsl" dir="cw">
                                      <p:cBhvr>
                                        <p:cTn id="61" dur="500" fill="hold"/>
                                        <p:tgtEl>
                                          <p:spTgt spid="7">
                                            <p:txEl>
                                              <p:pRg st="0" end="0"/>
                                            </p:txEl>
                                          </p:spTgt>
                                        </p:tgtEl>
                                        <p:attrNameLst>
                                          <p:attrName>stroke.color</p:attrName>
                                        </p:attrNameLst>
                                      </p:cBhvr>
                                      <p:by>
                                        <p:hsl h="7200000" s="0" l="0"/>
                                      </p:by>
                                    </p:animClr>
                                    <p:set>
                                      <p:cBhvr>
                                        <p:cTn id="62" dur="500" fill="hold"/>
                                        <p:tgtEl>
                                          <p:spTgt spid="7">
                                            <p:txEl>
                                              <p:pRg st="0" end="0"/>
                                            </p:txEl>
                                          </p:spTgt>
                                        </p:tgtEl>
                                        <p:attrNameLst>
                                          <p:attrName>fill.type</p:attrName>
                                        </p:attrNameLst>
                                      </p:cBhvr>
                                      <p:to>
                                        <p:strVal val="solid"/>
                                      </p:to>
                                    </p:set>
                                  </p:childTnLst>
                                </p:cTn>
                              </p:par>
                              <p:par>
                                <p:cTn id="63" presetID="21" presetClass="emph" presetSubtype="0" fill="hold" grpId="10" nodeType="withEffect">
                                  <p:stCondLst>
                                    <p:cond delay="10250"/>
                                  </p:stCondLst>
                                  <p:childTnLst>
                                    <p:animClr clrSpc="hsl" dir="cw">
                                      <p:cBhvr override="childStyle">
                                        <p:cTn id="64" dur="1250" fill="hold"/>
                                        <p:tgtEl>
                                          <p:spTgt spid="7">
                                            <p:txEl>
                                              <p:pRg st="0" end="0"/>
                                            </p:txEl>
                                          </p:spTgt>
                                        </p:tgtEl>
                                        <p:attrNameLst>
                                          <p:attrName>style.color</p:attrName>
                                        </p:attrNameLst>
                                      </p:cBhvr>
                                      <p:by>
                                        <p:hsl h="7200000" s="0" l="0"/>
                                      </p:by>
                                    </p:animClr>
                                    <p:animClr clrSpc="hsl" dir="cw">
                                      <p:cBhvr>
                                        <p:cTn id="65" dur="1250" fill="hold"/>
                                        <p:tgtEl>
                                          <p:spTgt spid="7">
                                            <p:txEl>
                                              <p:pRg st="0" end="0"/>
                                            </p:txEl>
                                          </p:spTgt>
                                        </p:tgtEl>
                                        <p:attrNameLst>
                                          <p:attrName>fillcolor</p:attrName>
                                        </p:attrNameLst>
                                      </p:cBhvr>
                                      <p:by>
                                        <p:hsl h="7200000" s="0" l="0"/>
                                      </p:by>
                                    </p:animClr>
                                    <p:animClr clrSpc="hsl" dir="cw">
                                      <p:cBhvr>
                                        <p:cTn id="66" dur="1250" fill="hold"/>
                                        <p:tgtEl>
                                          <p:spTgt spid="7">
                                            <p:txEl>
                                              <p:pRg st="0" end="0"/>
                                            </p:txEl>
                                          </p:spTgt>
                                        </p:tgtEl>
                                        <p:attrNameLst>
                                          <p:attrName>stroke.color</p:attrName>
                                        </p:attrNameLst>
                                      </p:cBhvr>
                                      <p:by>
                                        <p:hsl h="7200000" s="0" l="0"/>
                                      </p:by>
                                    </p:animClr>
                                    <p:set>
                                      <p:cBhvr>
                                        <p:cTn id="67" dur="1250" fill="hold"/>
                                        <p:tgtEl>
                                          <p:spTgt spid="7">
                                            <p:txEl>
                                              <p:pRg st="0" end="0"/>
                                            </p:txEl>
                                          </p:spTgt>
                                        </p:tgtEl>
                                        <p:attrNameLst>
                                          <p:attrName>fill.type</p:attrName>
                                        </p:attrNameLst>
                                      </p:cBhvr>
                                      <p:to>
                                        <p:strVal val="solid"/>
                                      </p:to>
                                    </p:set>
                                  </p:childTnLst>
                                </p:cTn>
                              </p:par>
                              <p:par>
                                <p:cTn id="68" presetID="21" presetClass="emph" presetSubtype="0" fill="hold" grpId="11" nodeType="withEffect">
                                  <p:stCondLst>
                                    <p:cond delay="11500"/>
                                  </p:stCondLst>
                                  <p:childTnLst>
                                    <p:animClr clrSpc="hsl" dir="cw">
                                      <p:cBhvr override="childStyle">
                                        <p:cTn id="69" dur="1250" fill="hold"/>
                                        <p:tgtEl>
                                          <p:spTgt spid="7">
                                            <p:txEl>
                                              <p:pRg st="0" end="0"/>
                                            </p:txEl>
                                          </p:spTgt>
                                        </p:tgtEl>
                                        <p:attrNameLst>
                                          <p:attrName>style.color</p:attrName>
                                        </p:attrNameLst>
                                      </p:cBhvr>
                                      <p:by>
                                        <p:hsl h="7200000" s="0" l="0"/>
                                      </p:by>
                                    </p:animClr>
                                    <p:animClr clrSpc="hsl" dir="cw">
                                      <p:cBhvr>
                                        <p:cTn id="70" dur="1250" fill="hold"/>
                                        <p:tgtEl>
                                          <p:spTgt spid="7">
                                            <p:txEl>
                                              <p:pRg st="0" end="0"/>
                                            </p:txEl>
                                          </p:spTgt>
                                        </p:tgtEl>
                                        <p:attrNameLst>
                                          <p:attrName>fillcolor</p:attrName>
                                        </p:attrNameLst>
                                      </p:cBhvr>
                                      <p:by>
                                        <p:hsl h="7200000" s="0" l="0"/>
                                      </p:by>
                                    </p:animClr>
                                    <p:animClr clrSpc="hsl" dir="cw">
                                      <p:cBhvr>
                                        <p:cTn id="71" dur="1250" fill="hold"/>
                                        <p:tgtEl>
                                          <p:spTgt spid="7">
                                            <p:txEl>
                                              <p:pRg st="0" end="0"/>
                                            </p:txEl>
                                          </p:spTgt>
                                        </p:tgtEl>
                                        <p:attrNameLst>
                                          <p:attrName>stroke.color</p:attrName>
                                        </p:attrNameLst>
                                      </p:cBhvr>
                                      <p:by>
                                        <p:hsl h="7200000" s="0" l="0"/>
                                      </p:by>
                                    </p:animClr>
                                    <p:set>
                                      <p:cBhvr>
                                        <p:cTn id="72" dur="1250" fill="hold"/>
                                        <p:tgtEl>
                                          <p:spTgt spid="7">
                                            <p:txEl>
                                              <p:pRg st="0" end="0"/>
                                            </p:txEl>
                                          </p:spTgt>
                                        </p:tgtEl>
                                        <p:attrNameLst>
                                          <p:attrName>fill.type</p:attrName>
                                        </p:attrNameLst>
                                      </p:cBhvr>
                                      <p:to>
                                        <p:strVal val="solid"/>
                                      </p:to>
                                    </p:set>
                                  </p:childTnLst>
                                </p:cTn>
                              </p:par>
                              <p:par>
                                <p:cTn id="73" presetID="21" presetClass="emph" presetSubtype="0" fill="hold" grpId="12" nodeType="withEffect">
                                  <p:stCondLst>
                                    <p:cond delay="12750"/>
                                  </p:stCondLst>
                                  <p:childTnLst>
                                    <p:animClr clrSpc="hsl" dir="cw">
                                      <p:cBhvr override="childStyle">
                                        <p:cTn id="74" dur="1000" fill="hold"/>
                                        <p:tgtEl>
                                          <p:spTgt spid="7">
                                            <p:txEl>
                                              <p:pRg st="0" end="0"/>
                                            </p:txEl>
                                          </p:spTgt>
                                        </p:tgtEl>
                                        <p:attrNameLst>
                                          <p:attrName>style.color</p:attrName>
                                        </p:attrNameLst>
                                      </p:cBhvr>
                                      <p:by>
                                        <p:hsl h="7200000" s="0" l="0"/>
                                      </p:by>
                                    </p:animClr>
                                    <p:animClr clrSpc="hsl" dir="cw">
                                      <p:cBhvr>
                                        <p:cTn id="75" dur="1000" fill="hold"/>
                                        <p:tgtEl>
                                          <p:spTgt spid="7">
                                            <p:txEl>
                                              <p:pRg st="0" end="0"/>
                                            </p:txEl>
                                          </p:spTgt>
                                        </p:tgtEl>
                                        <p:attrNameLst>
                                          <p:attrName>fillcolor</p:attrName>
                                        </p:attrNameLst>
                                      </p:cBhvr>
                                      <p:by>
                                        <p:hsl h="7200000" s="0" l="0"/>
                                      </p:by>
                                    </p:animClr>
                                    <p:animClr clrSpc="hsl" dir="cw">
                                      <p:cBhvr>
                                        <p:cTn id="76" dur="1000" fill="hold"/>
                                        <p:tgtEl>
                                          <p:spTgt spid="7">
                                            <p:txEl>
                                              <p:pRg st="0" end="0"/>
                                            </p:txEl>
                                          </p:spTgt>
                                        </p:tgtEl>
                                        <p:attrNameLst>
                                          <p:attrName>stroke.color</p:attrName>
                                        </p:attrNameLst>
                                      </p:cBhvr>
                                      <p:by>
                                        <p:hsl h="7200000" s="0" l="0"/>
                                      </p:by>
                                    </p:animClr>
                                    <p:set>
                                      <p:cBhvr>
                                        <p:cTn id="77" dur="1000" fill="hold"/>
                                        <p:tgtEl>
                                          <p:spTgt spid="7">
                                            <p:txEl>
                                              <p:pRg st="0" end="0"/>
                                            </p:txEl>
                                          </p:spTgt>
                                        </p:tgtEl>
                                        <p:attrNameLst>
                                          <p:attrName>fill.type</p:attrName>
                                        </p:attrNameLst>
                                      </p:cBhvr>
                                      <p:to>
                                        <p:strVal val="solid"/>
                                      </p:to>
                                    </p:set>
                                  </p:childTnLst>
                                </p:cTn>
                              </p:par>
                              <p:par>
                                <p:cTn id="78" presetID="21" presetClass="emph" presetSubtype="0" fill="hold" grpId="13" nodeType="withEffect">
                                  <p:stCondLst>
                                    <p:cond delay="13750"/>
                                  </p:stCondLst>
                                  <p:childTnLst>
                                    <p:animClr clrSpc="hsl" dir="cw">
                                      <p:cBhvr override="childStyle">
                                        <p:cTn id="79" dur="1000" fill="hold"/>
                                        <p:tgtEl>
                                          <p:spTgt spid="7">
                                            <p:txEl>
                                              <p:pRg st="0" end="0"/>
                                            </p:txEl>
                                          </p:spTgt>
                                        </p:tgtEl>
                                        <p:attrNameLst>
                                          <p:attrName>style.color</p:attrName>
                                        </p:attrNameLst>
                                      </p:cBhvr>
                                      <p:by>
                                        <p:hsl h="7200000" s="0" l="0"/>
                                      </p:by>
                                    </p:animClr>
                                    <p:animClr clrSpc="hsl" dir="cw">
                                      <p:cBhvr>
                                        <p:cTn id="80" dur="1000" fill="hold"/>
                                        <p:tgtEl>
                                          <p:spTgt spid="7">
                                            <p:txEl>
                                              <p:pRg st="0" end="0"/>
                                            </p:txEl>
                                          </p:spTgt>
                                        </p:tgtEl>
                                        <p:attrNameLst>
                                          <p:attrName>fillcolor</p:attrName>
                                        </p:attrNameLst>
                                      </p:cBhvr>
                                      <p:by>
                                        <p:hsl h="7200000" s="0" l="0"/>
                                      </p:by>
                                    </p:animClr>
                                    <p:animClr clrSpc="hsl" dir="cw">
                                      <p:cBhvr>
                                        <p:cTn id="81" dur="1000" fill="hold"/>
                                        <p:tgtEl>
                                          <p:spTgt spid="7">
                                            <p:txEl>
                                              <p:pRg st="0" end="0"/>
                                            </p:txEl>
                                          </p:spTgt>
                                        </p:tgtEl>
                                        <p:attrNameLst>
                                          <p:attrName>stroke.color</p:attrName>
                                        </p:attrNameLst>
                                      </p:cBhvr>
                                      <p:by>
                                        <p:hsl h="7200000" s="0" l="0"/>
                                      </p:by>
                                    </p:animClr>
                                    <p:set>
                                      <p:cBhvr>
                                        <p:cTn id="82" dur="1000" fill="hold"/>
                                        <p:tgtEl>
                                          <p:spTgt spid="7">
                                            <p:txEl>
                                              <p:pRg st="0" end="0"/>
                                            </p:txEl>
                                          </p:spTgt>
                                        </p:tgtEl>
                                        <p:attrNameLst>
                                          <p:attrName>fill.type</p:attrName>
                                        </p:attrNameLst>
                                      </p:cBhvr>
                                      <p:to>
                                        <p:strVal val="solid"/>
                                      </p:to>
                                    </p:set>
                                  </p:childTnLst>
                                </p:cTn>
                              </p:par>
                              <p:par>
                                <p:cTn id="83" presetID="21" presetClass="emph" presetSubtype="0" fill="hold" grpId="14" nodeType="withEffect">
                                  <p:stCondLst>
                                    <p:cond delay="14800"/>
                                  </p:stCondLst>
                                  <p:childTnLst>
                                    <p:animClr clrSpc="hsl" dir="cw">
                                      <p:cBhvr override="childStyle">
                                        <p:cTn id="84" dur="1250" fill="hold"/>
                                        <p:tgtEl>
                                          <p:spTgt spid="7">
                                            <p:txEl>
                                              <p:pRg st="0" end="0"/>
                                            </p:txEl>
                                          </p:spTgt>
                                        </p:tgtEl>
                                        <p:attrNameLst>
                                          <p:attrName>style.color</p:attrName>
                                        </p:attrNameLst>
                                      </p:cBhvr>
                                      <p:by>
                                        <p:hsl h="7200000" s="0" l="0"/>
                                      </p:by>
                                    </p:animClr>
                                    <p:animClr clrSpc="hsl" dir="cw">
                                      <p:cBhvr>
                                        <p:cTn id="85" dur="1250" fill="hold"/>
                                        <p:tgtEl>
                                          <p:spTgt spid="7">
                                            <p:txEl>
                                              <p:pRg st="0" end="0"/>
                                            </p:txEl>
                                          </p:spTgt>
                                        </p:tgtEl>
                                        <p:attrNameLst>
                                          <p:attrName>fillcolor</p:attrName>
                                        </p:attrNameLst>
                                      </p:cBhvr>
                                      <p:by>
                                        <p:hsl h="7200000" s="0" l="0"/>
                                      </p:by>
                                    </p:animClr>
                                    <p:animClr clrSpc="hsl" dir="cw">
                                      <p:cBhvr>
                                        <p:cTn id="86" dur="1250" fill="hold"/>
                                        <p:tgtEl>
                                          <p:spTgt spid="7">
                                            <p:txEl>
                                              <p:pRg st="0" end="0"/>
                                            </p:txEl>
                                          </p:spTgt>
                                        </p:tgtEl>
                                        <p:attrNameLst>
                                          <p:attrName>stroke.color</p:attrName>
                                        </p:attrNameLst>
                                      </p:cBhvr>
                                      <p:by>
                                        <p:hsl h="7200000" s="0" l="0"/>
                                      </p:by>
                                    </p:animClr>
                                    <p:set>
                                      <p:cBhvr>
                                        <p:cTn id="87" dur="1250" fill="hold"/>
                                        <p:tgtEl>
                                          <p:spTgt spid="7">
                                            <p:txEl>
                                              <p:pRg st="0" end="0"/>
                                            </p:txEl>
                                          </p:spTgt>
                                        </p:tgtEl>
                                        <p:attrNameLst>
                                          <p:attrName>fill.type</p:attrName>
                                        </p:attrNameLst>
                                      </p:cBhvr>
                                      <p:to>
                                        <p:strVal val="solid"/>
                                      </p:to>
                                    </p:set>
                                  </p:childTnLst>
                                </p:cTn>
                              </p:par>
                              <p:par>
                                <p:cTn id="88" presetID="21" presetClass="emph" presetSubtype="0" fill="hold" grpId="15" nodeType="withEffect">
                                  <p:stCondLst>
                                    <p:cond delay="16000"/>
                                  </p:stCondLst>
                                  <p:childTnLst>
                                    <p:animClr clrSpc="hsl" dir="cw">
                                      <p:cBhvr override="childStyle">
                                        <p:cTn id="89" dur="500" fill="hold"/>
                                        <p:tgtEl>
                                          <p:spTgt spid="7">
                                            <p:txEl>
                                              <p:pRg st="0" end="0"/>
                                            </p:txEl>
                                          </p:spTgt>
                                        </p:tgtEl>
                                        <p:attrNameLst>
                                          <p:attrName>style.color</p:attrName>
                                        </p:attrNameLst>
                                      </p:cBhvr>
                                      <p:by>
                                        <p:hsl h="7200000" s="0" l="0"/>
                                      </p:by>
                                    </p:animClr>
                                    <p:animClr clrSpc="hsl" dir="cw">
                                      <p:cBhvr>
                                        <p:cTn id="90" dur="500" fill="hold"/>
                                        <p:tgtEl>
                                          <p:spTgt spid="7">
                                            <p:txEl>
                                              <p:pRg st="0" end="0"/>
                                            </p:txEl>
                                          </p:spTgt>
                                        </p:tgtEl>
                                        <p:attrNameLst>
                                          <p:attrName>fillcolor</p:attrName>
                                        </p:attrNameLst>
                                      </p:cBhvr>
                                      <p:by>
                                        <p:hsl h="7200000" s="0" l="0"/>
                                      </p:by>
                                    </p:animClr>
                                    <p:animClr clrSpc="hsl" dir="cw">
                                      <p:cBhvr>
                                        <p:cTn id="91" dur="500" fill="hold"/>
                                        <p:tgtEl>
                                          <p:spTgt spid="7">
                                            <p:txEl>
                                              <p:pRg st="0" end="0"/>
                                            </p:txEl>
                                          </p:spTgt>
                                        </p:tgtEl>
                                        <p:attrNameLst>
                                          <p:attrName>stroke.color</p:attrName>
                                        </p:attrNameLst>
                                      </p:cBhvr>
                                      <p:by>
                                        <p:hsl h="7200000" s="0" l="0"/>
                                      </p:by>
                                    </p:animClr>
                                    <p:set>
                                      <p:cBhvr>
                                        <p:cTn id="92" dur="500" fill="hold"/>
                                        <p:tgtEl>
                                          <p:spTgt spid="7">
                                            <p:txEl>
                                              <p:pRg st="0" end="0"/>
                                            </p:txEl>
                                          </p:spTgt>
                                        </p:tgtEl>
                                        <p:attrNameLst>
                                          <p:attrName>fill.type</p:attrName>
                                        </p:attrNameLst>
                                      </p:cBhvr>
                                      <p:to>
                                        <p:strVal val="solid"/>
                                      </p:to>
                                    </p:set>
                                  </p:childTnLst>
                                </p:cTn>
                              </p:par>
                              <p:par>
                                <p:cTn id="93" presetID="10" presetClass="entr" presetSubtype="0" fill="hold" grpId="0" nodeType="withEffect">
                                  <p:stCondLst>
                                    <p:cond delay="0"/>
                                  </p:stCondLst>
                                  <p:childTnLst>
                                    <p:set>
                                      <p:cBhvr>
                                        <p:cTn id="94" dur="1" fill="hold">
                                          <p:stCondLst>
                                            <p:cond delay="0"/>
                                          </p:stCondLst>
                                        </p:cTn>
                                        <p:tgtEl>
                                          <p:spTgt spid="6"/>
                                        </p:tgtEl>
                                        <p:attrNameLst>
                                          <p:attrName>style.visibility</p:attrName>
                                        </p:attrNameLst>
                                      </p:cBhvr>
                                      <p:to>
                                        <p:strVal val="visible"/>
                                      </p:to>
                                    </p:set>
                                    <p:animEffect transition="in" filter="fade">
                                      <p:cBhvr>
                                        <p:cTn id="95" dur="13750"/>
                                        <p:tgtEl>
                                          <p:spTgt spid="6"/>
                                        </p:tgtEl>
                                      </p:cBhvr>
                                    </p:animEffect>
                                  </p:childTnLst>
                                </p:cTn>
                              </p:par>
                              <p:par>
                                <p:cTn id="96" presetID="26" presetClass="entr" presetSubtype="0" fill="hold" nodeType="withEffect">
                                  <p:stCondLst>
                                    <p:cond delay="2250"/>
                                  </p:stCondLst>
                                  <p:childTnLst>
                                    <p:set>
                                      <p:cBhvr>
                                        <p:cTn id="97" dur="1" fill="hold">
                                          <p:stCondLst>
                                            <p:cond delay="0"/>
                                          </p:stCondLst>
                                        </p:cTn>
                                        <p:tgtEl>
                                          <p:spTgt spid="100"/>
                                        </p:tgtEl>
                                        <p:attrNameLst>
                                          <p:attrName>style.visibility</p:attrName>
                                        </p:attrNameLst>
                                      </p:cBhvr>
                                      <p:to>
                                        <p:strVal val="visible"/>
                                      </p:to>
                                    </p:set>
                                    <p:animEffect transition="in" filter="wipe(down)">
                                      <p:cBhvr>
                                        <p:cTn id="98" dur="1522">
                                          <p:stCondLst>
                                            <p:cond delay="0"/>
                                          </p:stCondLst>
                                        </p:cTn>
                                        <p:tgtEl>
                                          <p:spTgt spid="100"/>
                                        </p:tgtEl>
                                      </p:cBhvr>
                                    </p:animEffect>
                                    <p:anim calcmode="lin" valueType="num">
                                      <p:cBhvr>
                                        <p:cTn id="99" dur="4783" tmFilter="0,0; 0.14,0.36; 0.43,0.73; 0.71,0.91; 1.0,1.0">
                                          <p:stCondLst>
                                            <p:cond delay="0"/>
                                          </p:stCondLst>
                                        </p:cTn>
                                        <p:tgtEl>
                                          <p:spTgt spid="100"/>
                                        </p:tgtEl>
                                        <p:attrNameLst>
                                          <p:attrName>ppt_x</p:attrName>
                                        </p:attrNameLst>
                                      </p:cBhvr>
                                      <p:tavLst>
                                        <p:tav tm="0">
                                          <p:val>
                                            <p:strVal val="#ppt_x-0.25"/>
                                          </p:val>
                                        </p:tav>
                                        <p:tav tm="100000">
                                          <p:val>
                                            <p:strVal val="#ppt_x"/>
                                          </p:val>
                                        </p:tav>
                                      </p:tavLst>
                                    </p:anim>
                                    <p:anim calcmode="lin" valueType="num">
                                      <p:cBhvr>
                                        <p:cTn id="100" dur="1743" tmFilter="0.0,0.0; 0.25,0.07; 0.50,0.2; 0.75,0.467; 1.0,1.0">
                                          <p:stCondLst>
                                            <p:cond delay="0"/>
                                          </p:stCondLst>
                                        </p:cTn>
                                        <p:tgtEl>
                                          <p:spTgt spid="100"/>
                                        </p:tgtEl>
                                        <p:attrNameLst>
                                          <p:attrName>ppt_y</p:attrName>
                                        </p:attrNameLst>
                                      </p:cBhvr>
                                      <p:tavLst>
                                        <p:tav tm="0" fmla="#ppt_y-sin(pi*$)/3">
                                          <p:val>
                                            <p:fltVal val="0.5"/>
                                          </p:val>
                                        </p:tav>
                                        <p:tav tm="100000">
                                          <p:val>
                                            <p:fltVal val="1"/>
                                          </p:val>
                                        </p:tav>
                                      </p:tavLst>
                                    </p:anim>
                                    <p:anim calcmode="lin" valueType="num">
                                      <p:cBhvr>
                                        <p:cTn id="101" dur="1743" tmFilter="0, 0; 0.125,0.2665; 0.25,0.4; 0.375,0.465; 0.5,0.5;  0.625,0.535; 0.75,0.6; 0.875,0.7335; 1,1">
                                          <p:stCondLst>
                                            <p:cond delay="1743"/>
                                          </p:stCondLst>
                                        </p:cTn>
                                        <p:tgtEl>
                                          <p:spTgt spid="100"/>
                                        </p:tgtEl>
                                        <p:attrNameLst>
                                          <p:attrName>ppt_y</p:attrName>
                                        </p:attrNameLst>
                                      </p:cBhvr>
                                      <p:tavLst>
                                        <p:tav tm="0" fmla="#ppt_y-sin(pi*$)/9">
                                          <p:val>
                                            <p:fltVal val="0"/>
                                          </p:val>
                                        </p:tav>
                                        <p:tav tm="100000">
                                          <p:val>
                                            <p:fltVal val="1"/>
                                          </p:val>
                                        </p:tav>
                                      </p:tavLst>
                                    </p:anim>
                                    <p:anim calcmode="lin" valueType="num">
                                      <p:cBhvr>
                                        <p:cTn id="102" dur="871" tmFilter="0, 0; 0.125,0.2665; 0.25,0.4; 0.375,0.465; 0.5,0.5;  0.625,0.535; 0.75,0.6; 0.875,0.7335; 1,1">
                                          <p:stCondLst>
                                            <p:cond delay="3476"/>
                                          </p:stCondLst>
                                        </p:cTn>
                                        <p:tgtEl>
                                          <p:spTgt spid="100"/>
                                        </p:tgtEl>
                                        <p:attrNameLst>
                                          <p:attrName>ppt_y</p:attrName>
                                        </p:attrNameLst>
                                      </p:cBhvr>
                                      <p:tavLst>
                                        <p:tav tm="0" fmla="#ppt_y-sin(pi*$)/27">
                                          <p:val>
                                            <p:fltVal val="0"/>
                                          </p:val>
                                        </p:tav>
                                        <p:tav tm="100000">
                                          <p:val>
                                            <p:fltVal val="1"/>
                                          </p:val>
                                        </p:tav>
                                      </p:tavLst>
                                    </p:anim>
                                    <p:anim calcmode="lin" valueType="num">
                                      <p:cBhvr>
                                        <p:cTn id="103" dur="431" tmFilter="0, 0; 0.125,0.2665; 0.25,0.4; 0.375,0.465; 0.5,0.5;  0.625,0.535; 0.75,0.6; 0.875,0.7335; 1,1">
                                          <p:stCondLst>
                                            <p:cond delay="4347"/>
                                          </p:stCondLst>
                                        </p:cTn>
                                        <p:tgtEl>
                                          <p:spTgt spid="100"/>
                                        </p:tgtEl>
                                        <p:attrNameLst>
                                          <p:attrName>ppt_y</p:attrName>
                                        </p:attrNameLst>
                                      </p:cBhvr>
                                      <p:tavLst>
                                        <p:tav tm="0" fmla="#ppt_y-sin(pi*$)/81">
                                          <p:val>
                                            <p:fltVal val="0"/>
                                          </p:val>
                                        </p:tav>
                                        <p:tav tm="100000">
                                          <p:val>
                                            <p:fltVal val="1"/>
                                          </p:val>
                                        </p:tav>
                                      </p:tavLst>
                                    </p:anim>
                                    <p:animScale>
                                      <p:cBhvr>
                                        <p:cTn id="104" dur="68">
                                          <p:stCondLst>
                                            <p:cond delay="1706"/>
                                          </p:stCondLst>
                                        </p:cTn>
                                        <p:tgtEl>
                                          <p:spTgt spid="100"/>
                                        </p:tgtEl>
                                      </p:cBhvr>
                                      <p:to x="100000" y="60000"/>
                                    </p:animScale>
                                    <p:animScale>
                                      <p:cBhvr>
                                        <p:cTn id="105" dur="436" decel="50000">
                                          <p:stCondLst>
                                            <p:cond delay="1775"/>
                                          </p:stCondLst>
                                        </p:cTn>
                                        <p:tgtEl>
                                          <p:spTgt spid="100"/>
                                        </p:tgtEl>
                                      </p:cBhvr>
                                      <p:to x="100000" y="100000"/>
                                    </p:animScale>
                                    <p:animScale>
                                      <p:cBhvr>
                                        <p:cTn id="106" dur="68">
                                          <p:stCondLst>
                                            <p:cond delay="3444"/>
                                          </p:stCondLst>
                                        </p:cTn>
                                        <p:tgtEl>
                                          <p:spTgt spid="100"/>
                                        </p:tgtEl>
                                      </p:cBhvr>
                                      <p:to x="100000" y="80000"/>
                                    </p:animScale>
                                    <p:animScale>
                                      <p:cBhvr>
                                        <p:cTn id="107" dur="436" decel="50000">
                                          <p:stCondLst>
                                            <p:cond delay="3512"/>
                                          </p:stCondLst>
                                        </p:cTn>
                                        <p:tgtEl>
                                          <p:spTgt spid="100"/>
                                        </p:tgtEl>
                                      </p:cBhvr>
                                      <p:to x="100000" y="100000"/>
                                    </p:animScale>
                                    <p:animScale>
                                      <p:cBhvr>
                                        <p:cTn id="108" dur="68">
                                          <p:stCondLst>
                                            <p:cond delay="4310"/>
                                          </p:stCondLst>
                                        </p:cTn>
                                        <p:tgtEl>
                                          <p:spTgt spid="100"/>
                                        </p:tgtEl>
                                      </p:cBhvr>
                                      <p:to x="100000" y="90000"/>
                                    </p:animScale>
                                    <p:animScale>
                                      <p:cBhvr>
                                        <p:cTn id="109" dur="436" decel="50000">
                                          <p:stCondLst>
                                            <p:cond delay="4378"/>
                                          </p:stCondLst>
                                        </p:cTn>
                                        <p:tgtEl>
                                          <p:spTgt spid="100"/>
                                        </p:tgtEl>
                                      </p:cBhvr>
                                      <p:to x="100000" y="100000"/>
                                    </p:animScale>
                                    <p:animScale>
                                      <p:cBhvr>
                                        <p:cTn id="110" dur="68">
                                          <p:stCondLst>
                                            <p:cond delay="4746"/>
                                          </p:stCondLst>
                                        </p:cTn>
                                        <p:tgtEl>
                                          <p:spTgt spid="100"/>
                                        </p:tgtEl>
                                      </p:cBhvr>
                                      <p:to x="100000" y="95000"/>
                                    </p:animScale>
                                    <p:animScale>
                                      <p:cBhvr>
                                        <p:cTn id="111" dur="436" decel="50000">
                                          <p:stCondLst>
                                            <p:cond delay="4814"/>
                                          </p:stCondLst>
                                        </p:cTn>
                                        <p:tgtEl>
                                          <p:spTgt spid="100"/>
                                        </p:tgtEl>
                                      </p:cBhvr>
                                      <p:to x="100000" y="100000"/>
                                    </p:animScale>
                                  </p:childTnLst>
                                </p:cTn>
                              </p:par>
                              <p:par>
                                <p:cTn id="112" presetID="53" presetClass="entr" presetSubtype="16" fill="hold" nodeType="withEffect">
                                  <p:stCondLst>
                                    <p:cond delay="3750"/>
                                  </p:stCondLst>
                                  <p:childTnLst>
                                    <p:set>
                                      <p:cBhvr>
                                        <p:cTn id="113" dur="1" fill="hold">
                                          <p:stCondLst>
                                            <p:cond delay="0"/>
                                          </p:stCondLst>
                                        </p:cTn>
                                        <p:tgtEl>
                                          <p:spTgt spid="86">
                                            <p:txEl>
                                              <p:pRg st="0" end="0"/>
                                            </p:txEl>
                                          </p:spTgt>
                                        </p:tgtEl>
                                        <p:attrNameLst>
                                          <p:attrName>style.visibility</p:attrName>
                                        </p:attrNameLst>
                                      </p:cBhvr>
                                      <p:to>
                                        <p:strVal val="visible"/>
                                      </p:to>
                                    </p:set>
                                    <p:anim calcmode="lin" valueType="num">
                                      <p:cBhvr>
                                        <p:cTn id="114" dur="2750" fill="hold"/>
                                        <p:tgtEl>
                                          <p:spTgt spid="86">
                                            <p:txEl>
                                              <p:pRg st="0" end="0"/>
                                            </p:txEl>
                                          </p:spTgt>
                                        </p:tgtEl>
                                        <p:attrNameLst>
                                          <p:attrName>ppt_w</p:attrName>
                                        </p:attrNameLst>
                                      </p:cBhvr>
                                      <p:tavLst>
                                        <p:tav tm="0">
                                          <p:val>
                                            <p:fltVal val="0"/>
                                          </p:val>
                                        </p:tav>
                                        <p:tav tm="100000">
                                          <p:val>
                                            <p:strVal val="#ppt_w"/>
                                          </p:val>
                                        </p:tav>
                                      </p:tavLst>
                                    </p:anim>
                                    <p:anim calcmode="lin" valueType="num">
                                      <p:cBhvr>
                                        <p:cTn id="115" dur="2750" fill="hold"/>
                                        <p:tgtEl>
                                          <p:spTgt spid="86">
                                            <p:txEl>
                                              <p:pRg st="0" end="0"/>
                                            </p:txEl>
                                          </p:spTgt>
                                        </p:tgtEl>
                                        <p:attrNameLst>
                                          <p:attrName>ppt_h</p:attrName>
                                        </p:attrNameLst>
                                      </p:cBhvr>
                                      <p:tavLst>
                                        <p:tav tm="0">
                                          <p:val>
                                            <p:fltVal val="0"/>
                                          </p:val>
                                        </p:tav>
                                        <p:tav tm="100000">
                                          <p:val>
                                            <p:strVal val="#ppt_h"/>
                                          </p:val>
                                        </p:tav>
                                      </p:tavLst>
                                    </p:anim>
                                    <p:animEffect transition="in" filter="fade">
                                      <p:cBhvr>
                                        <p:cTn id="116" dur="2750"/>
                                        <p:tgtEl>
                                          <p:spTgt spid="86">
                                            <p:txEl>
                                              <p:pRg st="0" end="0"/>
                                            </p:txEl>
                                          </p:spTgt>
                                        </p:tgtEl>
                                      </p:cBhvr>
                                    </p:animEffect>
                                  </p:childTnLst>
                                </p:cTn>
                              </p:par>
                              <p:par>
                                <p:cTn id="117" presetID="31" presetClass="exit" presetSubtype="0" fill="hold" grpId="0" nodeType="withEffect">
                                  <p:stCondLst>
                                    <p:cond delay="18800"/>
                                  </p:stCondLst>
                                  <p:childTnLst>
                                    <p:anim calcmode="lin" valueType="num">
                                      <p:cBhvr>
                                        <p:cTn id="118" dur="2250"/>
                                        <p:tgtEl>
                                          <p:spTgt spid="86">
                                            <p:txEl>
                                              <p:pRg st="0" end="0"/>
                                            </p:txEl>
                                          </p:spTgt>
                                        </p:tgtEl>
                                        <p:attrNameLst>
                                          <p:attrName>ppt_w</p:attrName>
                                        </p:attrNameLst>
                                      </p:cBhvr>
                                      <p:tavLst>
                                        <p:tav tm="0">
                                          <p:val>
                                            <p:strVal val="ppt_w"/>
                                          </p:val>
                                        </p:tav>
                                        <p:tav tm="100000">
                                          <p:val>
                                            <p:fltVal val="0"/>
                                          </p:val>
                                        </p:tav>
                                      </p:tavLst>
                                    </p:anim>
                                    <p:anim calcmode="lin" valueType="num">
                                      <p:cBhvr>
                                        <p:cTn id="119" dur="2250"/>
                                        <p:tgtEl>
                                          <p:spTgt spid="86">
                                            <p:txEl>
                                              <p:pRg st="0" end="0"/>
                                            </p:txEl>
                                          </p:spTgt>
                                        </p:tgtEl>
                                        <p:attrNameLst>
                                          <p:attrName>ppt_h</p:attrName>
                                        </p:attrNameLst>
                                      </p:cBhvr>
                                      <p:tavLst>
                                        <p:tav tm="0">
                                          <p:val>
                                            <p:strVal val="ppt_h"/>
                                          </p:val>
                                        </p:tav>
                                        <p:tav tm="100000">
                                          <p:val>
                                            <p:fltVal val="0"/>
                                          </p:val>
                                        </p:tav>
                                      </p:tavLst>
                                    </p:anim>
                                    <p:anim calcmode="lin" valueType="num">
                                      <p:cBhvr>
                                        <p:cTn id="120" dur="2250"/>
                                        <p:tgtEl>
                                          <p:spTgt spid="86">
                                            <p:txEl>
                                              <p:pRg st="0" end="0"/>
                                            </p:txEl>
                                          </p:spTgt>
                                        </p:tgtEl>
                                        <p:attrNameLst>
                                          <p:attrName>style.rotation</p:attrName>
                                        </p:attrNameLst>
                                      </p:cBhvr>
                                      <p:tavLst>
                                        <p:tav tm="0">
                                          <p:val>
                                            <p:fltVal val="0"/>
                                          </p:val>
                                        </p:tav>
                                        <p:tav tm="100000">
                                          <p:val>
                                            <p:fltVal val="90"/>
                                          </p:val>
                                        </p:tav>
                                      </p:tavLst>
                                    </p:anim>
                                    <p:animEffect transition="out" filter="fade">
                                      <p:cBhvr>
                                        <p:cTn id="121" dur="2250"/>
                                        <p:tgtEl>
                                          <p:spTgt spid="86">
                                            <p:txEl>
                                              <p:pRg st="0" end="0"/>
                                            </p:txEl>
                                          </p:spTgt>
                                        </p:tgtEl>
                                      </p:cBhvr>
                                    </p:animEffect>
                                    <p:set>
                                      <p:cBhvr>
                                        <p:cTn id="122" dur="1" fill="hold">
                                          <p:stCondLst>
                                            <p:cond delay="2249"/>
                                          </p:stCondLst>
                                        </p:cTn>
                                        <p:tgtEl>
                                          <p:spTgt spid="86">
                                            <p:txEl>
                                              <p:pRg st="0" end="0"/>
                                            </p:txEl>
                                          </p:spTgt>
                                        </p:tgtEl>
                                        <p:attrNameLst>
                                          <p:attrName>style.visibility</p:attrName>
                                        </p:attrNameLst>
                                      </p:cBhvr>
                                      <p:to>
                                        <p:strVal val="hidden"/>
                                      </p:to>
                                    </p:set>
                                  </p:childTnLst>
                                </p:cTn>
                              </p:par>
                              <p:par>
                                <p:cTn id="123" presetID="53" presetClass="entr" presetSubtype="16" fill="hold" grpId="0" nodeType="withEffect">
                                  <p:stCondLst>
                                    <p:cond delay="20500"/>
                                  </p:stCondLst>
                                  <p:childTnLst>
                                    <p:set>
                                      <p:cBhvr>
                                        <p:cTn id="124" dur="1" fill="hold">
                                          <p:stCondLst>
                                            <p:cond delay="0"/>
                                          </p:stCondLst>
                                        </p:cTn>
                                        <p:tgtEl>
                                          <p:spTgt spid="2"/>
                                        </p:tgtEl>
                                        <p:attrNameLst>
                                          <p:attrName>style.visibility</p:attrName>
                                        </p:attrNameLst>
                                      </p:cBhvr>
                                      <p:to>
                                        <p:strVal val="visible"/>
                                      </p:to>
                                    </p:set>
                                    <p:anim calcmode="lin" valueType="num">
                                      <p:cBhvr>
                                        <p:cTn id="125" dur="2250" fill="hold"/>
                                        <p:tgtEl>
                                          <p:spTgt spid="2"/>
                                        </p:tgtEl>
                                        <p:attrNameLst>
                                          <p:attrName>ppt_w</p:attrName>
                                        </p:attrNameLst>
                                      </p:cBhvr>
                                      <p:tavLst>
                                        <p:tav tm="0">
                                          <p:val>
                                            <p:fltVal val="0"/>
                                          </p:val>
                                        </p:tav>
                                        <p:tav tm="100000">
                                          <p:val>
                                            <p:strVal val="#ppt_w"/>
                                          </p:val>
                                        </p:tav>
                                      </p:tavLst>
                                    </p:anim>
                                    <p:anim calcmode="lin" valueType="num">
                                      <p:cBhvr>
                                        <p:cTn id="126" dur="2250" fill="hold"/>
                                        <p:tgtEl>
                                          <p:spTgt spid="2"/>
                                        </p:tgtEl>
                                        <p:attrNameLst>
                                          <p:attrName>ppt_h</p:attrName>
                                        </p:attrNameLst>
                                      </p:cBhvr>
                                      <p:tavLst>
                                        <p:tav tm="0">
                                          <p:val>
                                            <p:fltVal val="0"/>
                                          </p:val>
                                        </p:tav>
                                        <p:tav tm="100000">
                                          <p:val>
                                            <p:strVal val="#ppt_h"/>
                                          </p:val>
                                        </p:tav>
                                      </p:tavLst>
                                    </p:anim>
                                    <p:animEffect transition="in" filter="fade">
                                      <p:cBhvr>
                                        <p:cTn id="127" dur="2250"/>
                                        <p:tgtEl>
                                          <p:spTgt spid="2"/>
                                        </p:tgtEl>
                                      </p:cBhvr>
                                    </p:animEffect>
                                  </p:childTnLst>
                                </p:cTn>
                              </p:par>
                              <p:par>
                                <p:cTn id="128" presetID="26" presetClass="entr" presetSubtype="0" fill="hold" grpId="0" nodeType="withEffect">
                                  <p:stCondLst>
                                    <p:cond delay="5250"/>
                                  </p:stCondLst>
                                  <p:childTnLst>
                                    <p:set>
                                      <p:cBhvr>
                                        <p:cTn id="129" dur="1" fill="hold">
                                          <p:stCondLst>
                                            <p:cond delay="0"/>
                                          </p:stCondLst>
                                        </p:cTn>
                                        <p:tgtEl>
                                          <p:spTgt spid="82"/>
                                        </p:tgtEl>
                                        <p:attrNameLst>
                                          <p:attrName>style.visibility</p:attrName>
                                        </p:attrNameLst>
                                      </p:cBhvr>
                                      <p:to>
                                        <p:strVal val="visible"/>
                                      </p:to>
                                    </p:set>
                                    <p:animEffect transition="in" filter="wipe(down)">
                                      <p:cBhvr>
                                        <p:cTn id="130" dur="1667">
                                          <p:stCondLst>
                                            <p:cond delay="0"/>
                                          </p:stCondLst>
                                        </p:cTn>
                                        <p:tgtEl>
                                          <p:spTgt spid="82"/>
                                        </p:tgtEl>
                                      </p:cBhvr>
                                    </p:animEffect>
                                    <p:anim calcmode="lin" valueType="num">
                                      <p:cBhvr>
                                        <p:cTn id="131" dur="5238" tmFilter="0,0; 0.14,0.36; 0.43,0.73; 0.71,0.91; 1.0,1.0">
                                          <p:stCondLst>
                                            <p:cond delay="0"/>
                                          </p:stCondLst>
                                        </p:cTn>
                                        <p:tgtEl>
                                          <p:spTgt spid="82"/>
                                        </p:tgtEl>
                                        <p:attrNameLst>
                                          <p:attrName>ppt_x</p:attrName>
                                        </p:attrNameLst>
                                      </p:cBhvr>
                                      <p:tavLst>
                                        <p:tav tm="0">
                                          <p:val>
                                            <p:strVal val="#ppt_x-0.25"/>
                                          </p:val>
                                        </p:tav>
                                        <p:tav tm="100000">
                                          <p:val>
                                            <p:strVal val="#ppt_x"/>
                                          </p:val>
                                        </p:tav>
                                      </p:tavLst>
                                    </p:anim>
                                    <p:anim calcmode="lin" valueType="num">
                                      <p:cBhvr>
                                        <p:cTn id="132" dur="1909" tmFilter="0.0,0.0; 0.25,0.07; 0.50,0.2; 0.75,0.467; 1.0,1.0">
                                          <p:stCondLst>
                                            <p:cond delay="0"/>
                                          </p:stCondLst>
                                        </p:cTn>
                                        <p:tgtEl>
                                          <p:spTgt spid="82"/>
                                        </p:tgtEl>
                                        <p:attrNameLst>
                                          <p:attrName>ppt_y</p:attrName>
                                        </p:attrNameLst>
                                      </p:cBhvr>
                                      <p:tavLst>
                                        <p:tav tm="0" fmla="#ppt_y-sin(pi*$)/3">
                                          <p:val>
                                            <p:fltVal val="0.5"/>
                                          </p:val>
                                        </p:tav>
                                        <p:tav tm="100000">
                                          <p:val>
                                            <p:fltVal val="1"/>
                                          </p:val>
                                        </p:tav>
                                      </p:tavLst>
                                    </p:anim>
                                    <p:anim calcmode="lin" valueType="num">
                                      <p:cBhvr>
                                        <p:cTn id="133" dur="1909" tmFilter="0, 0; 0.125,0.2665; 0.25,0.4; 0.375,0.465; 0.5,0.5;  0.625,0.535; 0.75,0.6; 0.875,0.7335; 1,1">
                                          <p:stCondLst>
                                            <p:cond delay="1909"/>
                                          </p:stCondLst>
                                        </p:cTn>
                                        <p:tgtEl>
                                          <p:spTgt spid="82"/>
                                        </p:tgtEl>
                                        <p:attrNameLst>
                                          <p:attrName>ppt_y</p:attrName>
                                        </p:attrNameLst>
                                      </p:cBhvr>
                                      <p:tavLst>
                                        <p:tav tm="0" fmla="#ppt_y-sin(pi*$)/9">
                                          <p:val>
                                            <p:fltVal val="0"/>
                                          </p:val>
                                        </p:tav>
                                        <p:tav tm="100000">
                                          <p:val>
                                            <p:fltVal val="1"/>
                                          </p:val>
                                        </p:tav>
                                      </p:tavLst>
                                    </p:anim>
                                    <p:anim calcmode="lin" valueType="num">
                                      <p:cBhvr>
                                        <p:cTn id="134" dur="954" tmFilter="0, 0; 0.125,0.2665; 0.25,0.4; 0.375,0.465; 0.5,0.5;  0.625,0.535; 0.75,0.6; 0.875,0.7335; 1,1">
                                          <p:stCondLst>
                                            <p:cond delay="3807"/>
                                          </p:stCondLst>
                                        </p:cTn>
                                        <p:tgtEl>
                                          <p:spTgt spid="82"/>
                                        </p:tgtEl>
                                        <p:attrNameLst>
                                          <p:attrName>ppt_y</p:attrName>
                                        </p:attrNameLst>
                                      </p:cBhvr>
                                      <p:tavLst>
                                        <p:tav tm="0" fmla="#ppt_y-sin(pi*$)/27">
                                          <p:val>
                                            <p:fltVal val="0"/>
                                          </p:val>
                                        </p:tav>
                                        <p:tav tm="100000">
                                          <p:val>
                                            <p:fltVal val="1"/>
                                          </p:val>
                                        </p:tav>
                                      </p:tavLst>
                                    </p:anim>
                                    <p:anim calcmode="lin" valueType="num">
                                      <p:cBhvr>
                                        <p:cTn id="135" dur="472" tmFilter="0, 0; 0.125,0.2665; 0.25,0.4; 0.375,0.465; 0.5,0.5;  0.625,0.535; 0.75,0.6; 0.875,0.7335; 1,1">
                                          <p:stCondLst>
                                            <p:cond delay="4761"/>
                                          </p:stCondLst>
                                        </p:cTn>
                                        <p:tgtEl>
                                          <p:spTgt spid="82"/>
                                        </p:tgtEl>
                                        <p:attrNameLst>
                                          <p:attrName>ppt_y</p:attrName>
                                        </p:attrNameLst>
                                      </p:cBhvr>
                                      <p:tavLst>
                                        <p:tav tm="0" fmla="#ppt_y-sin(pi*$)/81">
                                          <p:val>
                                            <p:fltVal val="0"/>
                                          </p:val>
                                        </p:tav>
                                        <p:tav tm="100000">
                                          <p:val>
                                            <p:fltVal val="1"/>
                                          </p:val>
                                        </p:tav>
                                      </p:tavLst>
                                    </p:anim>
                                    <p:animScale>
                                      <p:cBhvr>
                                        <p:cTn id="136" dur="75">
                                          <p:stCondLst>
                                            <p:cond delay="1869"/>
                                          </p:stCondLst>
                                        </p:cTn>
                                        <p:tgtEl>
                                          <p:spTgt spid="82"/>
                                        </p:tgtEl>
                                      </p:cBhvr>
                                      <p:to x="100000" y="60000"/>
                                    </p:animScale>
                                    <p:animScale>
                                      <p:cBhvr>
                                        <p:cTn id="137" dur="477" decel="50000">
                                          <p:stCondLst>
                                            <p:cond delay="1944"/>
                                          </p:stCondLst>
                                        </p:cTn>
                                        <p:tgtEl>
                                          <p:spTgt spid="82"/>
                                        </p:tgtEl>
                                      </p:cBhvr>
                                      <p:to x="100000" y="100000"/>
                                    </p:animScale>
                                    <p:animScale>
                                      <p:cBhvr>
                                        <p:cTn id="138" dur="75">
                                          <p:stCondLst>
                                            <p:cond delay="3772"/>
                                          </p:stCondLst>
                                        </p:cTn>
                                        <p:tgtEl>
                                          <p:spTgt spid="82"/>
                                        </p:tgtEl>
                                      </p:cBhvr>
                                      <p:to x="100000" y="80000"/>
                                    </p:animScale>
                                    <p:animScale>
                                      <p:cBhvr>
                                        <p:cTn id="139" dur="477" decel="50000">
                                          <p:stCondLst>
                                            <p:cond delay="3847"/>
                                          </p:stCondLst>
                                        </p:cTn>
                                        <p:tgtEl>
                                          <p:spTgt spid="82"/>
                                        </p:tgtEl>
                                      </p:cBhvr>
                                      <p:to x="100000" y="100000"/>
                                    </p:animScale>
                                    <p:animScale>
                                      <p:cBhvr>
                                        <p:cTn id="140" dur="75">
                                          <p:stCondLst>
                                            <p:cond delay="4721"/>
                                          </p:stCondLst>
                                        </p:cTn>
                                        <p:tgtEl>
                                          <p:spTgt spid="82"/>
                                        </p:tgtEl>
                                      </p:cBhvr>
                                      <p:to x="100000" y="90000"/>
                                    </p:animScale>
                                    <p:animScale>
                                      <p:cBhvr>
                                        <p:cTn id="141" dur="477" decel="50000">
                                          <p:stCondLst>
                                            <p:cond delay="4795"/>
                                          </p:stCondLst>
                                        </p:cTn>
                                        <p:tgtEl>
                                          <p:spTgt spid="82"/>
                                        </p:tgtEl>
                                      </p:cBhvr>
                                      <p:to x="100000" y="100000"/>
                                    </p:animScale>
                                    <p:animScale>
                                      <p:cBhvr>
                                        <p:cTn id="142" dur="75">
                                          <p:stCondLst>
                                            <p:cond delay="5198"/>
                                          </p:stCondLst>
                                        </p:cTn>
                                        <p:tgtEl>
                                          <p:spTgt spid="82"/>
                                        </p:tgtEl>
                                      </p:cBhvr>
                                      <p:to x="100000" y="95000"/>
                                    </p:animScale>
                                    <p:animScale>
                                      <p:cBhvr>
                                        <p:cTn id="143" dur="477" decel="50000">
                                          <p:stCondLst>
                                            <p:cond delay="5273"/>
                                          </p:stCondLst>
                                        </p:cTn>
                                        <p:tgtEl>
                                          <p:spTgt spid="82"/>
                                        </p:tgtEl>
                                      </p:cBhvr>
                                      <p:to x="100000" y="100000"/>
                                    </p:animScale>
                                  </p:childTnLst>
                                </p:cTn>
                              </p:par>
                              <p:par>
                                <p:cTn id="144" presetID="53" presetClass="entr" presetSubtype="16" fill="hold" grpId="0" nodeType="withEffect">
                                  <p:stCondLst>
                                    <p:cond delay="5250"/>
                                  </p:stCondLst>
                                  <p:childTnLst>
                                    <p:set>
                                      <p:cBhvr>
                                        <p:cTn id="145" dur="1" fill="hold">
                                          <p:stCondLst>
                                            <p:cond delay="0"/>
                                          </p:stCondLst>
                                        </p:cTn>
                                        <p:tgtEl>
                                          <p:spTgt spid="81"/>
                                        </p:tgtEl>
                                        <p:attrNameLst>
                                          <p:attrName>style.visibility</p:attrName>
                                        </p:attrNameLst>
                                      </p:cBhvr>
                                      <p:to>
                                        <p:strVal val="visible"/>
                                      </p:to>
                                    </p:set>
                                    <p:anim calcmode="lin" valueType="num">
                                      <p:cBhvr>
                                        <p:cTn id="146" dur="4750" fill="hold"/>
                                        <p:tgtEl>
                                          <p:spTgt spid="81"/>
                                        </p:tgtEl>
                                        <p:attrNameLst>
                                          <p:attrName>ppt_w</p:attrName>
                                        </p:attrNameLst>
                                      </p:cBhvr>
                                      <p:tavLst>
                                        <p:tav tm="0">
                                          <p:val>
                                            <p:fltVal val="0"/>
                                          </p:val>
                                        </p:tav>
                                        <p:tav tm="100000">
                                          <p:val>
                                            <p:strVal val="#ppt_w"/>
                                          </p:val>
                                        </p:tav>
                                      </p:tavLst>
                                    </p:anim>
                                    <p:anim calcmode="lin" valueType="num">
                                      <p:cBhvr>
                                        <p:cTn id="147" dur="4750" fill="hold"/>
                                        <p:tgtEl>
                                          <p:spTgt spid="81"/>
                                        </p:tgtEl>
                                        <p:attrNameLst>
                                          <p:attrName>ppt_h</p:attrName>
                                        </p:attrNameLst>
                                      </p:cBhvr>
                                      <p:tavLst>
                                        <p:tav tm="0">
                                          <p:val>
                                            <p:fltVal val="0"/>
                                          </p:val>
                                        </p:tav>
                                        <p:tav tm="100000">
                                          <p:val>
                                            <p:strVal val="#ppt_h"/>
                                          </p:val>
                                        </p:tav>
                                      </p:tavLst>
                                    </p:anim>
                                    <p:animEffect transition="in" filter="fade">
                                      <p:cBhvr>
                                        <p:cTn id="148" dur="4750"/>
                                        <p:tgtEl>
                                          <p:spTgt spid="81"/>
                                        </p:tgtEl>
                                      </p:cBhvr>
                                    </p:animEffect>
                                  </p:childTnLst>
                                </p:cTn>
                              </p:par>
                              <p:par>
                                <p:cTn id="149" presetID="31" presetClass="exit" presetSubtype="0" fill="hold" grpId="1" nodeType="withEffect">
                                  <p:stCondLst>
                                    <p:cond delay="21000"/>
                                  </p:stCondLst>
                                  <p:childTnLst>
                                    <p:anim calcmode="lin" valueType="num">
                                      <p:cBhvr>
                                        <p:cTn id="150" dur="2250"/>
                                        <p:tgtEl>
                                          <p:spTgt spid="81"/>
                                        </p:tgtEl>
                                        <p:attrNameLst>
                                          <p:attrName>ppt_w</p:attrName>
                                        </p:attrNameLst>
                                      </p:cBhvr>
                                      <p:tavLst>
                                        <p:tav tm="0">
                                          <p:val>
                                            <p:strVal val="ppt_w"/>
                                          </p:val>
                                        </p:tav>
                                        <p:tav tm="100000">
                                          <p:val>
                                            <p:fltVal val="0"/>
                                          </p:val>
                                        </p:tav>
                                      </p:tavLst>
                                    </p:anim>
                                    <p:anim calcmode="lin" valueType="num">
                                      <p:cBhvr>
                                        <p:cTn id="151" dur="2250"/>
                                        <p:tgtEl>
                                          <p:spTgt spid="81"/>
                                        </p:tgtEl>
                                        <p:attrNameLst>
                                          <p:attrName>ppt_h</p:attrName>
                                        </p:attrNameLst>
                                      </p:cBhvr>
                                      <p:tavLst>
                                        <p:tav tm="0">
                                          <p:val>
                                            <p:strVal val="ppt_h"/>
                                          </p:val>
                                        </p:tav>
                                        <p:tav tm="100000">
                                          <p:val>
                                            <p:fltVal val="0"/>
                                          </p:val>
                                        </p:tav>
                                      </p:tavLst>
                                    </p:anim>
                                    <p:anim calcmode="lin" valueType="num">
                                      <p:cBhvr>
                                        <p:cTn id="152" dur="2250"/>
                                        <p:tgtEl>
                                          <p:spTgt spid="81"/>
                                        </p:tgtEl>
                                        <p:attrNameLst>
                                          <p:attrName>style.rotation</p:attrName>
                                        </p:attrNameLst>
                                      </p:cBhvr>
                                      <p:tavLst>
                                        <p:tav tm="0">
                                          <p:val>
                                            <p:fltVal val="0"/>
                                          </p:val>
                                        </p:tav>
                                        <p:tav tm="100000">
                                          <p:val>
                                            <p:fltVal val="90"/>
                                          </p:val>
                                        </p:tav>
                                      </p:tavLst>
                                    </p:anim>
                                    <p:animEffect transition="out" filter="fade">
                                      <p:cBhvr>
                                        <p:cTn id="153" dur="2250"/>
                                        <p:tgtEl>
                                          <p:spTgt spid="81"/>
                                        </p:tgtEl>
                                      </p:cBhvr>
                                    </p:animEffect>
                                    <p:set>
                                      <p:cBhvr>
                                        <p:cTn id="154" dur="1" fill="hold">
                                          <p:stCondLst>
                                            <p:cond delay="2249"/>
                                          </p:stCondLst>
                                        </p:cTn>
                                        <p:tgtEl>
                                          <p:spTgt spid="81"/>
                                        </p:tgtEl>
                                        <p:attrNameLst>
                                          <p:attrName>style.visibility</p:attrName>
                                        </p:attrNameLst>
                                      </p:cBhvr>
                                      <p:to>
                                        <p:strVal val="hidden"/>
                                      </p:to>
                                    </p:set>
                                  </p:childTnLst>
                                </p:cTn>
                              </p:par>
                              <p:par>
                                <p:cTn id="155" presetID="53" presetClass="entr" presetSubtype="16" fill="hold" nodeType="withEffect">
                                  <p:stCondLst>
                                    <p:cond delay="22600"/>
                                  </p:stCondLst>
                                  <p:childTnLst>
                                    <p:set>
                                      <p:cBhvr>
                                        <p:cTn id="156" dur="1" fill="hold">
                                          <p:stCondLst>
                                            <p:cond delay="0"/>
                                          </p:stCondLst>
                                        </p:cTn>
                                        <p:tgtEl>
                                          <p:spTgt spid="9">
                                            <p:txEl>
                                              <p:pRg st="0" end="0"/>
                                            </p:txEl>
                                          </p:spTgt>
                                        </p:tgtEl>
                                        <p:attrNameLst>
                                          <p:attrName>style.visibility</p:attrName>
                                        </p:attrNameLst>
                                      </p:cBhvr>
                                      <p:to>
                                        <p:strVal val="visible"/>
                                      </p:to>
                                    </p:set>
                                    <p:anim calcmode="lin" valueType="num">
                                      <p:cBhvr>
                                        <p:cTn id="157" dur="2250" fill="hold"/>
                                        <p:tgtEl>
                                          <p:spTgt spid="9">
                                            <p:txEl>
                                              <p:pRg st="0" end="0"/>
                                            </p:txEl>
                                          </p:spTgt>
                                        </p:tgtEl>
                                        <p:attrNameLst>
                                          <p:attrName>ppt_w</p:attrName>
                                        </p:attrNameLst>
                                      </p:cBhvr>
                                      <p:tavLst>
                                        <p:tav tm="0">
                                          <p:val>
                                            <p:fltVal val="0"/>
                                          </p:val>
                                        </p:tav>
                                        <p:tav tm="100000">
                                          <p:val>
                                            <p:strVal val="#ppt_w"/>
                                          </p:val>
                                        </p:tav>
                                      </p:tavLst>
                                    </p:anim>
                                    <p:anim calcmode="lin" valueType="num">
                                      <p:cBhvr>
                                        <p:cTn id="158" dur="225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159" dur="2250"/>
                                        <p:tgtEl>
                                          <p:spTgt spid="9">
                                            <p:txEl>
                                              <p:pRg st="0" end="0"/>
                                            </p:txEl>
                                          </p:spTgt>
                                        </p:tgtEl>
                                      </p:cBhvr>
                                    </p:animEffect>
                                  </p:childTnLst>
                                </p:cTn>
                              </p:par>
                              <p:par>
                                <p:cTn id="160" presetID="26" presetClass="entr" presetSubtype="0" fill="hold" nodeType="withEffect">
                                  <p:stCondLst>
                                    <p:cond delay="8000"/>
                                  </p:stCondLst>
                                  <p:childTnLst>
                                    <p:set>
                                      <p:cBhvr>
                                        <p:cTn id="161" dur="1" fill="hold">
                                          <p:stCondLst>
                                            <p:cond delay="0"/>
                                          </p:stCondLst>
                                        </p:cTn>
                                        <p:tgtEl>
                                          <p:spTgt spid="101"/>
                                        </p:tgtEl>
                                        <p:attrNameLst>
                                          <p:attrName>style.visibility</p:attrName>
                                        </p:attrNameLst>
                                      </p:cBhvr>
                                      <p:to>
                                        <p:strVal val="visible"/>
                                      </p:to>
                                    </p:set>
                                    <p:animEffect transition="in" filter="wipe(down)">
                                      <p:cBhvr>
                                        <p:cTn id="162" dur="1957">
                                          <p:stCondLst>
                                            <p:cond delay="0"/>
                                          </p:stCondLst>
                                        </p:cTn>
                                        <p:tgtEl>
                                          <p:spTgt spid="101"/>
                                        </p:tgtEl>
                                      </p:cBhvr>
                                    </p:animEffect>
                                    <p:anim calcmode="lin" valueType="num">
                                      <p:cBhvr>
                                        <p:cTn id="163" dur="6149" tmFilter="0,0; 0.14,0.36; 0.43,0.73; 0.71,0.91; 1.0,1.0">
                                          <p:stCondLst>
                                            <p:cond delay="0"/>
                                          </p:stCondLst>
                                        </p:cTn>
                                        <p:tgtEl>
                                          <p:spTgt spid="101"/>
                                        </p:tgtEl>
                                        <p:attrNameLst>
                                          <p:attrName>ppt_x</p:attrName>
                                        </p:attrNameLst>
                                      </p:cBhvr>
                                      <p:tavLst>
                                        <p:tav tm="0">
                                          <p:val>
                                            <p:strVal val="#ppt_x-0.25"/>
                                          </p:val>
                                        </p:tav>
                                        <p:tav tm="100000">
                                          <p:val>
                                            <p:strVal val="#ppt_x"/>
                                          </p:val>
                                        </p:tav>
                                      </p:tavLst>
                                    </p:anim>
                                    <p:anim calcmode="lin" valueType="num">
                                      <p:cBhvr>
                                        <p:cTn id="164" dur="2241" tmFilter="0.0,0.0; 0.25,0.07; 0.50,0.2; 0.75,0.467; 1.0,1.0">
                                          <p:stCondLst>
                                            <p:cond delay="0"/>
                                          </p:stCondLst>
                                        </p:cTn>
                                        <p:tgtEl>
                                          <p:spTgt spid="101"/>
                                        </p:tgtEl>
                                        <p:attrNameLst>
                                          <p:attrName>ppt_y</p:attrName>
                                        </p:attrNameLst>
                                      </p:cBhvr>
                                      <p:tavLst>
                                        <p:tav tm="0" fmla="#ppt_y-sin(pi*$)/3">
                                          <p:val>
                                            <p:fltVal val="0.5"/>
                                          </p:val>
                                        </p:tav>
                                        <p:tav tm="100000">
                                          <p:val>
                                            <p:fltVal val="1"/>
                                          </p:val>
                                        </p:tav>
                                      </p:tavLst>
                                    </p:anim>
                                    <p:anim calcmode="lin" valueType="num">
                                      <p:cBhvr>
                                        <p:cTn id="165" dur="2241" tmFilter="0, 0; 0.125,0.2665; 0.25,0.4; 0.375,0.465; 0.5,0.5;  0.625,0.535; 0.75,0.6; 0.875,0.7335; 1,1">
                                          <p:stCondLst>
                                            <p:cond delay="2241"/>
                                          </p:stCondLst>
                                        </p:cTn>
                                        <p:tgtEl>
                                          <p:spTgt spid="101"/>
                                        </p:tgtEl>
                                        <p:attrNameLst>
                                          <p:attrName>ppt_y</p:attrName>
                                        </p:attrNameLst>
                                      </p:cBhvr>
                                      <p:tavLst>
                                        <p:tav tm="0" fmla="#ppt_y-sin(pi*$)/9">
                                          <p:val>
                                            <p:fltVal val="0"/>
                                          </p:val>
                                        </p:tav>
                                        <p:tav tm="100000">
                                          <p:val>
                                            <p:fltVal val="1"/>
                                          </p:val>
                                        </p:tav>
                                      </p:tavLst>
                                    </p:anim>
                                    <p:anim calcmode="lin" valueType="num">
                                      <p:cBhvr>
                                        <p:cTn id="166" dur="1120" tmFilter="0, 0; 0.125,0.2665; 0.25,0.4; 0.375,0.465; 0.5,0.5;  0.625,0.535; 0.75,0.6; 0.875,0.7335; 1,1">
                                          <p:stCondLst>
                                            <p:cond delay="4469"/>
                                          </p:stCondLst>
                                        </p:cTn>
                                        <p:tgtEl>
                                          <p:spTgt spid="101"/>
                                        </p:tgtEl>
                                        <p:attrNameLst>
                                          <p:attrName>ppt_y</p:attrName>
                                        </p:attrNameLst>
                                      </p:cBhvr>
                                      <p:tavLst>
                                        <p:tav tm="0" fmla="#ppt_y-sin(pi*$)/27">
                                          <p:val>
                                            <p:fltVal val="0"/>
                                          </p:val>
                                        </p:tav>
                                        <p:tav tm="100000">
                                          <p:val>
                                            <p:fltVal val="1"/>
                                          </p:val>
                                        </p:tav>
                                      </p:tavLst>
                                    </p:anim>
                                    <p:anim calcmode="lin" valueType="num">
                                      <p:cBhvr>
                                        <p:cTn id="167" dur="554" tmFilter="0, 0; 0.125,0.2665; 0.25,0.4; 0.375,0.465; 0.5,0.5;  0.625,0.535; 0.75,0.6; 0.875,0.7335; 1,1">
                                          <p:stCondLst>
                                            <p:cond delay="5589"/>
                                          </p:stCondLst>
                                        </p:cTn>
                                        <p:tgtEl>
                                          <p:spTgt spid="101"/>
                                        </p:tgtEl>
                                        <p:attrNameLst>
                                          <p:attrName>ppt_y</p:attrName>
                                        </p:attrNameLst>
                                      </p:cBhvr>
                                      <p:tavLst>
                                        <p:tav tm="0" fmla="#ppt_y-sin(pi*$)/81">
                                          <p:val>
                                            <p:fltVal val="0"/>
                                          </p:val>
                                        </p:tav>
                                        <p:tav tm="100000">
                                          <p:val>
                                            <p:fltVal val="1"/>
                                          </p:val>
                                        </p:tav>
                                      </p:tavLst>
                                    </p:anim>
                                    <p:animScale>
                                      <p:cBhvr>
                                        <p:cTn id="168" dur="88">
                                          <p:stCondLst>
                                            <p:cond delay="2194"/>
                                          </p:stCondLst>
                                        </p:cTn>
                                        <p:tgtEl>
                                          <p:spTgt spid="101"/>
                                        </p:tgtEl>
                                      </p:cBhvr>
                                      <p:to x="100000" y="60000"/>
                                    </p:animScale>
                                    <p:animScale>
                                      <p:cBhvr>
                                        <p:cTn id="169" dur="560" decel="50000">
                                          <p:stCondLst>
                                            <p:cond delay="2282"/>
                                          </p:stCondLst>
                                        </p:cTn>
                                        <p:tgtEl>
                                          <p:spTgt spid="101"/>
                                        </p:tgtEl>
                                      </p:cBhvr>
                                      <p:to x="100000" y="100000"/>
                                    </p:animScale>
                                    <p:animScale>
                                      <p:cBhvr>
                                        <p:cTn id="170" dur="88">
                                          <p:stCondLst>
                                            <p:cond delay="4428"/>
                                          </p:stCondLst>
                                        </p:cTn>
                                        <p:tgtEl>
                                          <p:spTgt spid="101"/>
                                        </p:tgtEl>
                                      </p:cBhvr>
                                      <p:to x="100000" y="80000"/>
                                    </p:animScale>
                                    <p:animScale>
                                      <p:cBhvr>
                                        <p:cTn id="171" dur="560" decel="50000">
                                          <p:stCondLst>
                                            <p:cond delay="4516"/>
                                          </p:stCondLst>
                                        </p:cTn>
                                        <p:tgtEl>
                                          <p:spTgt spid="101"/>
                                        </p:tgtEl>
                                      </p:cBhvr>
                                      <p:to x="100000" y="100000"/>
                                    </p:animScale>
                                    <p:animScale>
                                      <p:cBhvr>
                                        <p:cTn id="172" dur="88">
                                          <p:stCondLst>
                                            <p:cond delay="5542"/>
                                          </p:stCondLst>
                                        </p:cTn>
                                        <p:tgtEl>
                                          <p:spTgt spid="101"/>
                                        </p:tgtEl>
                                      </p:cBhvr>
                                      <p:to x="100000" y="90000"/>
                                    </p:animScale>
                                    <p:animScale>
                                      <p:cBhvr>
                                        <p:cTn id="173" dur="560" decel="50000">
                                          <p:stCondLst>
                                            <p:cond delay="5629"/>
                                          </p:stCondLst>
                                        </p:cTn>
                                        <p:tgtEl>
                                          <p:spTgt spid="101"/>
                                        </p:tgtEl>
                                      </p:cBhvr>
                                      <p:to x="100000" y="100000"/>
                                    </p:animScale>
                                    <p:animScale>
                                      <p:cBhvr>
                                        <p:cTn id="174" dur="88">
                                          <p:stCondLst>
                                            <p:cond delay="6102"/>
                                          </p:stCondLst>
                                        </p:cTn>
                                        <p:tgtEl>
                                          <p:spTgt spid="101"/>
                                        </p:tgtEl>
                                      </p:cBhvr>
                                      <p:to x="100000" y="95000"/>
                                    </p:animScale>
                                    <p:animScale>
                                      <p:cBhvr>
                                        <p:cTn id="175" dur="560" decel="50000">
                                          <p:stCondLst>
                                            <p:cond delay="6190"/>
                                          </p:stCondLst>
                                        </p:cTn>
                                        <p:tgtEl>
                                          <p:spTgt spid="101"/>
                                        </p:tgtEl>
                                      </p:cBhvr>
                                      <p:to x="100000" y="100000"/>
                                    </p:animScale>
                                  </p:childTnLst>
                                </p:cTn>
                              </p:par>
                              <p:par>
                                <p:cTn id="176" presetID="53" presetClass="entr" presetSubtype="16" fill="hold" grpId="0" nodeType="withEffect">
                                  <p:stCondLst>
                                    <p:cond delay="8250"/>
                                  </p:stCondLst>
                                  <p:childTnLst>
                                    <p:set>
                                      <p:cBhvr>
                                        <p:cTn id="177" dur="1" fill="hold">
                                          <p:stCondLst>
                                            <p:cond delay="0"/>
                                          </p:stCondLst>
                                        </p:cTn>
                                        <p:tgtEl>
                                          <p:spTgt spid="90"/>
                                        </p:tgtEl>
                                        <p:attrNameLst>
                                          <p:attrName>style.visibility</p:attrName>
                                        </p:attrNameLst>
                                      </p:cBhvr>
                                      <p:to>
                                        <p:strVal val="visible"/>
                                      </p:to>
                                    </p:set>
                                    <p:anim calcmode="lin" valueType="num">
                                      <p:cBhvr>
                                        <p:cTn id="178" dur="5250" fill="hold"/>
                                        <p:tgtEl>
                                          <p:spTgt spid="90"/>
                                        </p:tgtEl>
                                        <p:attrNameLst>
                                          <p:attrName>ppt_w</p:attrName>
                                        </p:attrNameLst>
                                      </p:cBhvr>
                                      <p:tavLst>
                                        <p:tav tm="0">
                                          <p:val>
                                            <p:fltVal val="0"/>
                                          </p:val>
                                        </p:tav>
                                        <p:tav tm="100000">
                                          <p:val>
                                            <p:strVal val="#ppt_w"/>
                                          </p:val>
                                        </p:tav>
                                      </p:tavLst>
                                    </p:anim>
                                    <p:anim calcmode="lin" valueType="num">
                                      <p:cBhvr>
                                        <p:cTn id="179" dur="5250" fill="hold"/>
                                        <p:tgtEl>
                                          <p:spTgt spid="90"/>
                                        </p:tgtEl>
                                        <p:attrNameLst>
                                          <p:attrName>ppt_h</p:attrName>
                                        </p:attrNameLst>
                                      </p:cBhvr>
                                      <p:tavLst>
                                        <p:tav tm="0">
                                          <p:val>
                                            <p:fltVal val="0"/>
                                          </p:val>
                                        </p:tav>
                                        <p:tav tm="100000">
                                          <p:val>
                                            <p:strVal val="#ppt_h"/>
                                          </p:val>
                                        </p:tav>
                                      </p:tavLst>
                                    </p:anim>
                                    <p:animEffect transition="in" filter="fade">
                                      <p:cBhvr>
                                        <p:cTn id="180" dur="5250"/>
                                        <p:tgtEl>
                                          <p:spTgt spid="90"/>
                                        </p:tgtEl>
                                      </p:cBhvr>
                                    </p:animEffect>
                                  </p:childTnLst>
                                </p:cTn>
                              </p:par>
                              <p:par>
                                <p:cTn id="181" presetID="31" presetClass="exit" presetSubtype="0" fill="hold" grpId="1" nodeType="withEffect">
                                  <p:stCondLst>
                                    <p:cond delay="24000"/>
                                  </p:stCondLst>
                                  <p:childTnLst>
                                    <p:anim calcmode="lin" valueType="num">
                                      <p:cBhvr>
                                        <p:cTn id="182" dur="2250"/>
                                        <p:tgtEl>
                                          <p:spTgt spid="90"/>
                                        </p:tgtEl>
                                        <p:attrNameLst>
                                          <p:attrName>ppt_w</p:attrName>
                                        </p:attrNameLst>
                                      </p:cBhvr>
                                      <p:tavLst>
                                        <p:tav tm="0">
                                          <p:val>
                                            <p:strVal val="ppt_w"/>
                                          </p:val>
                                        </p:tav>
                                        <p:tav tm="100000">
                                          <p:val>
                                            <p:fltVal val="0"/>
                                          </p:val>
                                        </p:tav>
                                      </p:tavLst>
                                    </p:anim>
                                    <p:anim calcmode="lin" valueType="num">
                                      <p:cBhvr>
                                        <p:cTn id="183" dur="2250"/>
                                        <p:tgtEl>
                                          <p:spTgt spid="90"/>
                                        </p:tgtEl>
                                        <p:attrNameLst>
                                          <p:attrName>ppt_h</p:attrName>
                                        </p:attrNameLst>
                                      </p:cBhvr>
                                      <p:tavLst>
                                        <p:tav tm="0">
                                          <p:val>
                                            <p:strVal val="ppt_h"/>
                                          </p:val>
                                        </p:tav>
                                        <p:tav tm="100000">
                                          <p:val>
                                            <p:fltVal val="0"/>
                                          </p:val>
                                        </p:tav>
                                      </p:tavLst>
                                    </p:anim>
                                    <p:anim calcmode="lin" valueType="num">
                                      <p:cBhvr>
                                        <p:cTn id="184" dur="2250"/>
                                        <p:tgtEl>
                                          <p:spTgt spid="90"/>
                                        </p:tgtEl>
                                        <p:attrNameLst>
                                          <p:attrName>style.rotation</p:attrName>
                                        </p:attrNameLst>
                                      </p:cBhvr>
                                      <p:tavLst>
                                        <p:tav tm="0">
                                          <p:val>
                                            <p:fltVal val="0"/>
                                          </p:val>
                                        </p:tav>
                                        <p:tav tm="100000">
                                          <p:val>
                                            <p:fltVal val="90"/>
                                          </p:val>
                                        </p:tav>
                                      </p:tavLst>
                                    </p:anim>
                                    <p:animEffect transition="out" filter="fade">
                                      <p:cBhvr>
                                        <p:cTn id="185" dur="2250"/>
                                        <p:tgtEl>
                                          <p:spTgt spid="90"/>
                                        </p:tgtEl>
                                      </p:cBhvr>
                                    </p:animEffect>
                                    <p:set>
                                      <p:cBhvr>
                                        <p:cTn id="186" dur="1" fill="hold">
                                          <p:stCondLst>
                                            <p:cond delay="2249"/>
                                          </p:stCondLst>
                                        </p:cTn>
                                        <p:tgtEl>
                                          <p:spTgt spid="90"/>
                                        </p:tgtEl>
                                        <p:attrNameLst>
                                          <p:attrName>style.visibility</p:attrName>
                                        </p:attrNameLst>
                                      </p:cBhvr>
                                      <p:to>
                                        <p:strVal val="hidden"/>
                                      </p:to>
                                    </p:set>
                                  </p:childTnLst>
                                </p:cTn>
                              </p:par>
                              <p:par>
                                <p:cTn id="187" presetID="53" presetClass="entr" presetSubtype="16" fill="hold" grpId="0" nodeType="withEffect">
                                  <p:stCondLst>
                                    <p:cond delay="25500"/>
                                  </p:stCondLst>
                                  <p:childTnLst>
                                    <p:set>
                                      <p:cBhvr>
                                        <p:cTn id="188" dur="1" fill="hold">
                                          <p:stCondLst>
                                            <p:cond delay="0"/>
                                          </p:stCondLst>
                                        </p:cTn>
                                        <p:tgtEl>
                                          <p:spTgt spid="12"/>
                                        </p:tgtEl>
                                        <p:attrNameLst>
                                          <p:attrName>style.visibility</p:attrName>
                                        </p:attrNameLst>
                                      </p:cBhvr>
                                      <p:to>
                                        <p:strVal val="visible"/>
                                      </p:to>
                                    </p:set>
                                    <p:anim calcmode="lin" valueType="num">
                                      <p:cBhvr>
                                        <p:cTn id="189" dur="2250" fill="hold"/>
                                        <p:tgtEl>
                                          <p:spTgt spid="12"/>
                                        </p:tgtEl>
                                        <p:attrNameLst>
                                          <p:attrName>ppt_w</p:attrName>
                                        </p:attrNameLst>
                                      </p:cBhvr>
                                      <p:tavLst>
                                        <p:tav tm="0">
                                          <p:val>
                                            <p:fltVal val="0"/>
                                          </p:val>
                                        </p:tav>
                                        <p:tav tm="100000">
                                          <p:val>
                                            <p:strVal val="#ppt_w"/>
                                          </p:val>
                                        </p:tav>
                                      </p:tavLst>
                                    </p:anim>
                                    <p:anim calcmode="lin" valueType="num">
                                      <p:cBhvr>
                                        <p:cTn id="190" dur="2250" fill="hold"/>
                                        <p:tgtEl>
                                          <p:spTgt spid="12"/>
                                        </p:tgtEl>
                                        <p:attrNameLst>
                                          <p:attrName>ppt_h</p:attrName>
                                        </p:attrNameLst>
                                      </p:cBhvr>
                                      <p:tavLst>
                                        <p:tav tm="0">
                                          <p:val>
                                            <p:fltVal val="0"/>
                                          </p:val>
                                        </p:tav>
                                        <p:tav tm="100000">
                                          <p:val>
                                            <p:strVal val="#ppt_h"/>
                                          </p:val>
                                        </p:tav>
                                      </p:tavLst>
                                    </p:anim>
                                    <p:animEffect transition="in" filter="fade">
                                      <p:cBhvr>
                                        <p:cTn id="191" dur="2250"/>
                                        <p:tgtEl>
                                          <p:spTgt spid="12"/>
                                        </p:tgtEl>
                                      </p:cBhvr>
                                    </p:animEffect>
                                  </p:childTnLst>
                                </p:cTn>
                              </p:par>
                              <p:par>
                                <p:cTn id="192" presetID="26" presetClass="entr" presetSubtype="0" fill="hold" nodeType="withEffect">
                                  <p:stCondLst>
                                    <p:cond delay="12500"/>
                                  </p:stCondLst>
                                  <p:childTnLst>
                                    <p:set>
                                      <p:cBhvr>
                                        <p:cTn id="193" dur="1" fill="hold">
                                          <p:stCondLst>
                                            <p:cond delay="0"/>
                                          </p:stCondLst>
                                        </p:cTn>
                                        <p:tgtEl>
                                          <p:spTgt spid="102"/>
                                        </p:tgtEl>
                                        <p:attrNameLst>
                                          <p:attrName>style.visibility</p:attrName>
                                        </p:attrNameLst>
                                      </p:cBhvr>
                                      <p:to>
                                        <p:strVal val="visible"/>
                                      </p:to>
                                    </p:set>
                                    <p:animEffect transition="in" filter="wipe(down)">
                                      <p:cBhvr>
                                        <p:cTn id="194" dur="1232">
                                          <p:stCondLst>
                                            <p:cond delay="0"/>
                                          </p:stCondLst>
                                        </p:cTn>
                                        <p:tgtEl>
                                          <p:spTgt spid="102"/>
                                        </p:tgtEl>
                                      </p:cBhvr>
                                    </p:animEffect>
                                    <p:anim calcmode="lin" valueType="num">
                                      <p:cBhvr>
                                        <p:cTn id="195" dur="3872" tmFilter="0,0; 0.14,0.36; 0.43,0.73; 0.71,0.91; 1.0,1.0">
                                          <p:stCondLst>
                                            <p:cond delay="0"/>
                                          </p:stCondLst>
                                        </p:cTn>
                                        <p:tgtEl>
                                          <p:spTgt spid="102"/>
                                        </p:tgtEl>
                                        <p:attrNameLst>
                                          <p:attrName>ppt_x</p:attrName>
                                        </p:attrNameLst>
                                      </p:cBhvr>
                                      <p:tavLst>
                                        <p:tav tm="0">
                                          <p:val>
                                            <p:strVal val="#ppt_x-0.25"/>
                                          </p:val>
                                        </p:tav>
                                        <p:tav tm="100000">
                                          <p:val>
                                            <p:strVal val="#ppt_x"/>
                                          </p:val>
                                        </p:tav>
                                      </p:tavLst>
                                    </p:anim>
                                    <p:anim calcmode="lin" valueType="num">
                                      <p:cBhvr>
                                        <p:cTn id="196" dur="1411" tmFilter="0.0,0.0; 0.25,0.07; 0.50,0.2; 0.75,0.467; 1.0,1.0">
                                          <p:stCondLst>
                                            <p:cond delay="0"/>
                                          </p:stCondLst>
                                        </p:cTn>
                                        <p:tgtEl>
                                          <p:spTgt spid="102"/>
                                        </p:tgtEl>
                                        <p:attrNameLst>
                                          <p:attrName>ppt_y</p:attrName>
                                        </p:attrNameLst>
                                      </p:cBhvr>
                                      <p:tavLst>
                                        <p:tav tm="0" fmla="#ppt_y-sin(pi*$)/3">
                                          <p:val>
                                            <p:fltVal val="0.5"/>
                                          </p:val>
                                        </p:tav>
                                        <p:tav tm="100000">
                                          <p:val>
                                            <p:fltVal val="1"/>
                                          </p:val>
                                        </p:tav>
                                      </p:tavLst>
                                    </p:anim>
                                    <p:anim calcmode="lin" valueType="num">
                                      <p:cBhvr>
                                        <p:cTn id="197" dur="1411" tmFilter="0, 0; 0.125,0.2665; 0.25,0.4; 0.375,0.465; 0.5,0.5;  0.625,0.535; 0.75,0.6; 0.875,0.7335; 1,1">
                                          <p:stCondLst>
                                            <p:cond delay="1411"/>
                                          </p:stCondLst>
                                        </p:cTn>
                                        <p:tgtEl>
                                          <p:spTgt spid="102"/>
                                        </p:tgtEl>
                                        <p:attrNameLst>
                                          <p:attrName>ppt_y</p:attrName>
                                        </p:attrNameLst>
                                      </p:cBhvr>
                                      <p:tavLst>
                                        <p:tav tm="0" fmla="#ppt_y-sin(pi*$)/9">
                                          <p:val>
                                            <p:fltVal val="0"/>
                                          </p:val>
                                        </p:tav>
                                        <p:tav tm="100000">
                                          <p:val>
                                            <p:fltVal val="1"/>
                                          </p:val>
                                        </p:tav>
                                      </p:tavLst>
                                    </p:anim>
                                    <p:anim calcmode="lin" valueType="num">
                                      <p:cBhvr>
                                        <p:cTn id="198" dur="705" tmFilter="0, 0; 0.125,0.2665; 0.25,0.4; 0.375,0.465; 0.5,0.5;  0.625,0.535; 0.75,0.6; 0.875,0.7335; 1,1">
                                          <p:stCondLst>
                                            <p:cond delay="2814"/>
                                          </p:stCondLst>
                                        </p:cTn>
                                        <p:tgtEl>
                                          <p:spTgt spid="102"/>
                                        </p:tgtEl>
                                        <p:attrNameLst>
                                          <p:attrName>ppt_y</p:attrName>
                                        </p:attrNameLst>
                                      </p:cBhvr>
                                      <p:tavLst>
                                        <p:tav tm="0" fmla="#ppt_y-sin(pi*$)/27">
                                          <p:val>
                                            <p:fltVal val="0"/>
                                          </p:val>
                                        </p:tav>
                                        <p:tav tm="100000">
                                          <p:val>
                                            <p:fltVal val="1"/>
                                          </p:val>
                                        </p:tav>
                                      </p:tavLst>
                                    </p:anim>
                                    <p:anim calcmode="lin" valueType="num">
                                      <p:cBhvr>
                                        <p:cTn id="199" dur="349" tmFilter="0, 0; 0.125,0.2665; 0.25,0.4; 0.375,0.465; 0.5,0.5;  0.625,0.535; 0.75,0.6; 0.875,0.7335; 1,1">
                                          <p:stCondLst>
                                            <p:cond delay="3519"/>
                                          </p:stCondLst>
                                        </p:cTn>
                                        <p:tgtEl>
                                          <p:spTgt spid="102"/>
                                        </p:tgtEl>
                                        <p:attrNameLst>
                                          <p:attrName>ppt_y</p:attrName>
                                        </p:attrNameLst>
                                      </p:cBhvr>
                                      <p:tavLst>
                                        <p:tav tm="0" fmla="#ppt_y-sin(pi*$)/81">
                                          <p:val>
                                            <p:fltVal val="0"/>
                                          </p:val>
                                        </p:tav>
                                        <p:tav tm="100000">
                                          <p:val>
                                            <p:fltVal val="1"/>
                                          </p:val>
                                        </p:tav>
                                      </p:tavLst>
                                    </p:anim>
                                    <p:animScale>
                                      <p:cBhvr>
                                        <p:cTn id="200" dur="55">
                                          <p:stCondLst>
                                            <p:cond delay="1381"/>
                                          </p:stCondLst>
                                        </p:cTn>
                                        <p:tgtEl>
                                          <p:spTgt spid="102"/>
                                        </p:tgtEl>
                                      </p:cBhvr>
                                      <p:to x="100000" y="60000"/>
                                    </p:animScale>
                                    <p:animScale>
                                      <p:cBhvr>
                                        <p:cTn id="201" dur="353" decel="50000">
                                          <p:stCondLst>
                                            <p:cond delay="1437"/>
                                          </p:stCondLst>
                                        </p:cTn>
                                        <p:tgtEl>
                                          <p:spTgt spid="102"/>
                                        </p:tgtEl>
                                      </p:cBhvr>
                                      <p:to x="100000" y="100000"/>
                                    </p:animScale>
                                    <p:animScale>
                                      <p:cBhvr>
                                        <p:cTn id="202" dur="55">
                                          <p:stCondLst>
                                            <p:cond delay="2788"/>
                                          </p:stCondLst>
                                        </p:cTn>
                                        <p:tgtEl>
                                          <p:spTgt spid="102"/>
                                        </p:tgtEl>
                                      </p:cBhvr>
                                      <p:to x="100000" y="80000"/>
                                    </p:animScale>
                                    <p:animScale>
                                      <p:cBhvr>
                                        <p:cTn id="203" dur="353" decel="50000">
                                          <p:stCondLst>
                                            <p:cond delay="2843"/>
                                          </p:stCondLst>
                                        </p:cTn>
                                        <p:tgtEl>
                                          <p:spTgt spid="102"/>
                                        </p:tgtEl>
                                      </p:cBhvr>
                                      <p:to x="100000" y="100000"/>
                                    </p:animScale>
                                    <p:animScale>
                                      <p:cBhvr>
                                        <p:cTn id="204" dur="55">
                                          <p:stCondLst>
                                            <p:cond delay="3489"/>
                                          </p:stCondLst>
                                        </p:cTn>
                                        <p:tgtEl>
                                          <p:spTgt spid="102"/>
                                        </p:tgtEl>
                                      </p:cBhvr>
                                      <p:to x="100000" y="90000"/>
                                    </p:animScale>
                                    <p:animScale>
                                      <p:cBhvr>
                                        <p:cTn id="205" dur="353" decel="50000">
                                          <p:stCondLst>
                                            <p:cond delay="3544"/>
                                          </p:stCondLst>
                                        </p:cTn>
                                        <p:tgtEl>
                                          <p:spTgt spid="102"/>
                                        </p:tgtEl>
                                      </p:cBhvr>
                                      <p:to x="100000" y="100000"/>
                                    </p:animScale>
                                    <p:animScale>
                                      <p:cBhvr>
                                        <p:cTn id="206" dur="55">
                                          <p:stCondLst>
                                            <p:cond delay="3842"/>
                                          </p:stCondLst>
                                        </p:cTn>
                                        <p:tgtEl>
                                          <p:spTgt spid="102"/>
                                        </p:tgtEl>
                                      </p:cBhvr>
                                      <p:to x="100000" y="95000"/>
                                    </p:animScale>
                                    <p:animScale>
                                      <p:cBhvr>
                                        <p:cTn id="207" dur="353" decel="50000">
                                          <p:stCondLst>
                                            <p:cond delay="3897"/>
                                          </p:stCondLst>
                                        </p:cTn>
                                        <p:tgtEl>
                                          <p:spTgt spid="102"/>
                                        </p:tgtEl>
                                      </p:cBhvr>
                                      <p:to x="100000" y="100000"/>
                                    </p:animScale>
                                  </p:childTnLst>
                                </p:cTn>
                              </p:par>
                              <p:par>
                                <p:cTn id="208" presetID="53" presetClass="entr" presetSubtype="16" fill="hold" grpId="0" nodeType="withEffect">
                                  <p:stCondLst>
                                    <p:cond delay="14000"/>
                                  </p:stCondLst>
                                  <p:childTnLst>
                                    <p:set>
                                      <p:cBhvr>
                                        <p:cTn id="209" dur="1" fill="hold">
                                          <p:stCondLst>
                                            <p:cond delay="0"/>
                                          </p:stCondLst>
                                        </p:cTn>
                                        <p:tgtEl>
                                          <p:spTgt spid="99"/>
                                        </p:tgtEl>
                                        <p:attrNameLst>
                                          <p:attrName>style.visibility</p:attrName>
                                        </p:attrNameLst>
                                      </p:cBhvr>
                                      <p:to>
                                        <p:strVal val="visible"/>
                                      </p:to>
                                    </p:set>
                                    <p:anim calcmode="lin" valueType="num">
                                      <p:cBhvr>
                                        <p:cTn id="210" dur="3000" fill="hold"/>
                                        <p:tgtEl>
                                          <p:spTgt spid="99"/>
                                        </p:tgtEl>
                                        <p:attrNameLst>
                                          <p:attrName>ppt_w</p:attrName>
                                        </p:attrNameLst>
                                      </p:cBhvr>
                                      <p:tavLst>
                                        <p:tav tm="0">
                                          <p:val>
                                            <p:fltVal val="0"/>
                                          </p:val>
                                        </p:tav>
                                        <p:tav tm="100000">
                                          <p:val>
                                            <p:strVal val="#ppt_w"/>
                                          </p:val>
                                        </p:tav>
                                      </p:tavLst>
                                    </p:anim>
                                    <p:anim calcmode="lin" valueType="num">
                                      <p:cBhvr>
                                        <p:cTn id="211" dur="3000" fill="hold"/>
                                        <p:tgtEl>
                                          <p:spTgt spid="99"/>
                                        </p:tgtEl>
                                        <p:attrNameLst>
                                          <p:attrName>ppt_h</p:attrName>
                                        </p:attrNameLst>
                                      </p:cBhvr>
                                      <p:tavLst>
                                        <p:tav tm="0">
                                          <p:val>
                                            <p:fltVal val="0"/>
                                          </p:val>
                                        </p:tav>
                                        <p:tav tm="100000">
                                          <p:val>
                                            <p:strVal val="#ppt_h"/>
                                          </p:val>
                                        </p:tav>
                                      </p:tavLst>
                                    </p:anim>
                                    <p:animEffect transition="in" filter="fade">
                                      <p:cBhvr>
                                        <p:cTn id="212" dur="3000"/>
                                        <p:tgtEl>
                                          <p:spTgt spid="99"/>
                                        </p:tgtEl>
                                      </p:cBhvr>
                                    </p:animEffect>
                                  </p:childTnLst>
                                </p:cTn>
                              </p:par>
                              <p:par>
                                <p:cTn id="213" presetID="31" presetClass="exit" presetSubtype="0" fill="hold" grpId="1" nodeType="withEffect">
                                  <p:stCondLst>
                                    <p:cond delay="27600"/>
                                  </p:stCondLst>
                                  <p:childTnLst>
                                    <p:anim calcmode="lin" valueType="num">
                                      <p:cBhvr>
                                        <p:cTn id="214" dur="2250"/>
                                        <p:tgtEl>
                                          <p:spTgt spid="99"/>
                                        </p:tgtEl>
                                        <p:attrNameLst>
                                          <p:attrName>ppt_w</p:attrName>
                                        </p:attrNameLst>
                                      </p:cBhvr>
                                      <p:tavLst>
                                        <p:tav tm="0">
                                          <p:val>
                                            <p:strVal val="ppt_w"/>
                                          </p:val>
                                        </p:tav>
                                        <p:tav tm="100000">
                                          <p:val>
                                            <p:fltVal val="0"/>
                                          </p:val>
                                        </p:tav>
                                      </p:tavLst>
                                    </p:anim>
                                    <p:anim calcmode="lin" valueType="num">
                                      <p:cBhvr>
                                        <p:cTn id="215" dur="2250"/>
                                        <p:tgtEl>
                                          <p:spTgt spid="99"/>
                                        </p:tgtEl>
                                        <p:attrNameLst>
                                          <p:attrName>ppt_h</p:attrName>
                                        </p:attrNameLst>
                                      </p:cBhvr>
                                      <p:tavLst>
                                        <p:tav tm="0">
                                          <p:val>
                                            <p:strVal val="ppt_h"/>
                                          </p:val>
                                        </p:tav>
                                        <p:tav tm="100000">
                                          <p:val>
                                            <p:fltVal val="0"/>
                                          </p:val>
                                        </p:tav>
                                      </p:tavLst>
                                    </p:anim>
                                    <p:anim calcmode="lin" valueType="num">
                                      <p:cBhvr>
                                        <p:cTn id="216" dur="2250"/>
                                        <p:tgtEl>
                                          <p:spTgt spid="99"/>
                                        </p:tgtEl>
                                        <p:attrNameLst>
                                          <p:attrName>style.rotation</p:attrName>
                                        </p:attrNameLst>
                                      </p:cBhvr>
                                      <p:tavLst>
                                        <p:tav tm="0">
                                          <p:val>
                                            <p:fltVal val="0"/>
                                          </p:val>
                                        </p:tav>
                                        <p:tav tm="100000">
                                          <p:val>
                                            <p:fltVal val="90"/>
                                          </p:val>
                                        </p:tav>
                                      </p:tavLst>
                                    </p:anim>
                                    <p:animEffect transition="out" filter="fade">
                                      <p:cBhvr>
                                        <p:cTn id="217" dur="2250"/>
                                        <p:tgtEl>
                                          <p:spTgt spid="99"/>
                                        </p:tgtEl>
                                      </p:cBhvr>
                                    </p:animEffect>
                                    <p:set>
                                      <p:cBhvr>
                                        <p:cTn id="218" dur="1" fill="hold">
                                          <p:stCondLst>
                                            <p:cond delay="2249"/>
                                          </p:stCondLst>
                                        </p:cTn>
                                        <p:tgtEl>
                                          <p:spTgt spid="99"/>
                                        </p:tgtEl>
                                        <p:attrNameLst>
                                          <p:attrName>style.visibility</p:attrName>
                                        </p:attrNameLst>
                                      </p:cBhvr>
                                      <p:to>
                                        <p:strVal val="hidden"/>
                                      </p:to>
                                    </p:set>
                                  </p:childTnLst>
                                </p:cTn>
                              </p:par>
                              <p:par>
                                <p:cTn id="219" presetID="53" presetClass="entr" presetSubtype="16" fill="hold" grpId="0" nodeType="withEffect">
                                  <p:stCondLst>
                                    <p:cond delay="29200"/>
                                  </p:stCondLst>
                                  <p:childTnLst>
                                    <p:set>
                                      <p:cBhvr>
                                        <p:cTn id="220" dur="1" fill="hold">
                                          <p:stCondLst>
                                            <p:cond delay="0"/>
                                          </p:stCondLst>
                                        </p:cTn>
                                        <p:tgtEl>
                                          <p:spTgt spid="10"/>
                                        </p:tgtEl>
                                        <p:attrNameLst>
                                          <p:attrName>style.visibility</p:attrName>
                                        </p:attrNameLst>
                                      </p:cBhvr>
                                      <p:to>
                                        <p:strVal val="visible"/>
                                      </p:to>
                                    </p:set>
                                    <p:anim calcmode="lin" valueType="num">
                                      <p:cBhvr>
                                        <p:cTn id="221" dur="2250" fill="hold"/>
                                        <p:tgtEl>
                                          <p:spTgt spid="10"/>
                                        </p:tgtEl>
                                        <p:attrNameLst>
                                          <p:attrName>ppt_w</p:attrName>
                                        </p:attrNameLst>
                                      </p:cBhvr>
                                      <p:tavLst>
                                        <p:tav tm="0">
                                          <p:val>
                                            <p:fltVal val="0"/>
                                          </p:val>
                                        </p:tav>
                                        <p:tav tm="100000">
                                          <p:val>
                                            <p:strVal val="#ppt_w"/>
                                          </p:val>
                                        </p:tav>
                                      </p:tavLst>
                                    </p:anim>
                                    <p:anim calcmode="lin" valueType="num">
                                      <p:cBhvr>
                                        <p:cTn id="222" dur="2250" fill="hold"/>
                                        <p:tgtEl>
                                          <p:spTgt spid="10"/>
                                        </p:tgtEl>
                                        <p:attrNameLst>
                                          <p:attrName>ppt_h</p:attrName>
                                        </p:attrNameLst>
                                      </p:cBhvr>
                                      <p:tavLst>
                                        <p:tav tm="0">
                                          <p:val>
                                            <p:fltVal val="0"/>
                                          </p:val>
                                        </p:tav>
                                        <p:tav tm="100000">
                                          <p:val>
                                            <p:strVal val="#ppt_h"/>
                                          </p:val>
                                        </p:tav>
                                      </p:tavLst>
                                    </p:anim>
                                    <p:animEffect transition="in" filter="fade">
                                      <p:cBhvr>
                                        <p:cTn id="223" dur="2250"/>
                                        <p:tgtEl>
                                          <p:spTgt spid="10"/>
                                        </p:tgtEl>
                                      </p:cBhvr>
                                    </p:animEffect>
                                  </p:childTnLst>
                                </p:cTn>
                              </p:par>
                              <p:par>
                                <p:cTn id="224" presetID="2" presetClass="entr" presetSubtype="9" fill="hold" grpId="0" nodeType="withEffect">
                                  <p:stCondLst>
                                    <p:cond delay="0"/>
                                  </p:stCondLst>
                                  <p:childTnLst>
                                    <p:set>
                                      <p:cBhvr>
                                        <p:cTn id="225" dur="1" fill="hold">
                                          <p:stCondLst>
                                            <p:cond delay="0"/>
                                          </p:stCondLst>
                                        </p:cTn>
                                        <p:tgtEl>
                                          <p:spTgt spid="23"/>
                                        </p:tgtEl>
                                        <p:attrNameLst>
                                          <p:attrName>style.visibility</p:attrName>
                                        </p:attrNameLst>
                                      </p:cBhvr>
                                      <p:to>
                                        <p:strVal val="visible"/>
                                      </p:to>
                                    </p:set>
                                    <p:anim calcmode="lin" valueType="num">
                                      <p:cBhvr additive="base">
                                        <p:cTn id="226" dur="1750" fill="hold"/>
                                        <p:tgtEl>
                                          <p:spTgt spid="23"/>
                                        </p:tgtEl>
                                        <p:attrNameLst>
                                          <p:attrName>ppt_x</p:attrName>
                                        </p:attrNameLst>
                                      </p:cBhvr>
                                      <p:tavLst>
                                        <p:tav tm="0">
                                          <p:val>
                                            <p:strVal val="0-#ppt_w/2"/>
                                          </p:val>
                                        </p:tav>
                                        <p:tav tm="100000">
                                          <p:val>
                                            <p:strVal val="#ppt_x"/>
                                          </p:val>
                                        </p:tav>
                                      </p:tavLst>
                                    </p:anim>
                                    <p:anim calcmode="lin" valueType="num">
                                      <p:cBhvr additive="base">
                                        <p:cTn id="227" dur="1750" fill="hold"/>
                                        <p:tgtEl>
                                          <p:spTgt spid="23"/>
                                        </p:tgtEl>
                                        <p:attrNameLst>
                                          <p:attrName>ppt_y</p:attrName>
                                        </p:attrNameLst>
                                      </p:cBhvr>
                                      <p:tavLst>
                                        <p:tav tm="0">
                                          <p:val>
                                            <p:strVal val="0-#ppt_h/2"/>
                                          </p:val>
                                        </p:tav>
                                        <p:tav tm="100000">
                                          <p:val>
                                            <p:strVal val="#ppt_y"/>
                                          </p:val>
                                        </p:tav>
                                      </p:tavLst>
                                    </p:anim>
                                  </p:childTnLst>
                                </p:cTn>
                              </p:par>
                              <p:par>
                                <p:cTn id="228" presetID="2" presetClass="entr" presetSubtype="9" fill="hold" grpId="0" nodeType="withEffect">
                                  <p:stCondLst>
                                    <p:cond delay="0"/>
                                  </p:stCondLst>
                                  <p:childTnLst>
                                    <p:set>
                                      <p:cBhvr>
                                        <p:cTn id="229" dur="1" fill="hold">
                                          <p:stCondLst>
                                            <p:cond delay="0"/>
                                          </p:stCondLst>
                                        </p:cTn>
                                        <p:tgtEl>
                                          <p:spTgt spid="27"/>
                                        </p:tgtEl>
                                        <p:attrNameLst>
                                          <p:attrName>style.visibility</p:attrName>
                                        </p:attrNameLst>
                                      </p:cBhvr>
                                      <p:to>
                                        <p:strVal val="visible"/>
                                      </p:to>
                                    </p:set>
                                    <p:anim calcmode="lin" valueType="num">
                                      <p:cBhvr additive="base">
                                        <p:cTn id="230" dur="1750" fill="hold"/>
                                        <p:tgtEl>
                                          <p:spTgt spid="27"/>
                                        </p:tgtEl>
                                        <p:attrNameLst>
                                          <p:attrName>ppt_x</p:attrName>
                                        </p:attrNameLst>
                                      </p:cBhvr>
                                      <p:tavLst>
                                        <p:tav tm="0">
                                          <p:val>
                                            <p:strVal val="0-#ppt_w/2"/>
                                          </p:val>
                                        </p:tav>
                                        <p:tav tm="100000">
                                          <p:val>
                                            <p:strVal val="#ppt_x"/>
                                          </p:val>
                                        </p:tav>
                                      </p:tavLst>
                                    </p:anim>
                                    <p:anim calcmode="lin" valueType="num">
                                      <p:cBhvr additive="base">
                                        <p:cTn id="231" dur="1750" fill="hold"/>
                                        <p:tgtEl>
                                          <p:spTgt spid="27"/>
                                        </p:tgtEl>
                                        <p:attrNameLst>
                                          <p:attrName>ppt_y</p:attrName>
                                        </p:attrNameLst>
                                      </p:cBhvr>
                                      <p:tavLst>
                                        <p:tav tm="0">
                                          <p:val>
                                            <p:strVal val="0-#ppt_h/2"/>
                                          </p:val>
                                        </p:tav>
                                        <p:tav tm="100000">
                                          <p:val>
                                            <p:strVal val="#ppt_y"/>
                                          </p:val>
                                        </p:tav>
                                      </p:tavLst>
                                    </p:anim>
                                  </p:childTnLst>
                                </p:cTn>
                              </p:par>
                              <p:par>
                                <p:cTn id="232" presetID="2" presetClass="entr" presetSubtype="9" fill="hold" grpId="0" nodeType="withEffect">
                                  <p:stCondLst>
                                    <p:cond delay="0"/>
                                  </p:stCondLst>
                                  <p:childTnLst>
                                    <p:set>
                                      <p:cBhvr>
                                        <p:cTn id="233" dur="1" fill="hold">
                                          <p:stCondLst>
                                            <p:cond delay="0"/>
                                          </p:stCondLst>
                                        </p:cTn>
                                        <p:tgtEl>
                                          <p:spTgt spid="29"/>
                                        </p:tgtEl>
                                        <p:attrNameLst>
                                          <p:attrName>style.visibility</p:attrName>
                                        </p:attrNameLst>
                                      </p:cBhvr>
                                      <p:to>
                                        <p:strVal val="visible"/>
                                      </p:to>
                                    </p:set>
                                    <p:anim calcmode="lin" valueType="num">
                                      <p:cBhvr additive="base">
                                        <p:cTn id="234" dur="1750" fill="hold"/>
                                        <p:tgtEl>
                                          <p:spTgt spid="29"/>
                                        </p:tgtEl>
                                        <p:attrNameLst>
                                          <p:attrName>ppt_x</p:attrName>
                                        </p:attrNameLst>
                                      </p:cBhvr>
                                      <p:tavLst>
                                        <p:tav tm="0">
                                          <p:val>
                                            <p:strVal val="0-#ppt_w/2"/>
                                          </p:val>
                                        </p:tav>
                                        <p:tav tm="100000">
                                          <p:val>
                                            <p:strVal val="#ppt_x"/>
                                          </p:val>
                                        </p:tav>
                                      </p:tavLst>
                                    </p:anim>
                                    <p:anim calcmode="lin" valueType="num">
                                      <p:cBhvr additive="base">
                                        <p:cTn id="235" dur="1750" fill="hold"/>
                                        <p:tgtEl>
                                          <p:spTgt spid="29"/>
                                        </p:tgtEl>
                                        <p:attrNameLst>
                                          <p:attrName>ppt_y</p:attrName>
                                        </p:attrNameLst>
                                      </p:cBhvr>
                                      <p:tavLst>
                                        <p:tav tm="0">
                                          <p:val>
                                            <p:strVal val="0-#ppt_h/2"/>
                                          </p:val>
                                        </p:tav>
                                        <p:tav tm="100000">
                                          <p:val>
                                            <p:strVal val="#ppt_y"/>
                                          </p:val>
                                        </p:tav>
                                      </p:tavLst>
                                    </p:anim>
                                  </p:childTnLst>
                                </p:cTn>
                              </p:par>
                              <p:par>
                                <p:cTn id="236" presetID="2" presetClass="entr" presetSubtype="8" fill="hold" grpId="0" nodeType="withEffect">
                                  <p:stCondLst>
                                    <p:cond delay="0"/>
                                  </p:stCondLst>
                                  <p:childTnLst>
                                    <p:set>
                                      <p:cBhvr>
                                        <p:cTn id="237" dur="1" fill="hold">
                                          <p:stCondLst>
                                            <p:cond delay="0"/>
                                          </p:stCondLst>
                                        </p:cTn>
                                        <p:tgtEl>
                                          <p:spTgt spid="40"/>
                                        </p:tgtEl>
                                        <p:attrNameLst>
                                          <p:attrName>style.visibility</p:attrName>
                                        </p:attrNameLst>
                                      </p:cBhvr>
                                      <p:to>
                                        <p:strVal val="visible"/>
                                      </p:to>
                                    </p:set>
                                    <p:anim calcmode="lin" valueType="num">
                                      <p:cBhvr additive="base">
                                        <p:cTn id="238" dur="1750" fill="hold"/>
                                        <p:tgtEl>
                                          <p:spTgt spid="40"/>
                                        </p:tgtEl>
                                        <p:attrNameLst>
                                          <p:attrName>ppt_x</p:attrName>
                                        </p:attrNameLst>
                                      </p:cBhvr>
                                      <p:tavLst>
                                        <p:tav tm="0">
                                          <p:val>
                                            <p:strVal val="0-#ppt_w/2"/>
                                          </p:val>
                                        </p:tav>
                                        <p:tav tm="100000">
                                          <p:val>
                                            <p:strVal val="#ppt_x"/>
                                          </p:val>
                                        </p:tav>
                                      </p:tavLst>
                                    </p:anim>
                                    <p:anim calcmode="lin" valueType="num">
                                      <p:cBhvr additive="base">
                                        <p:cTn id="239" dur="1750" fill="hold"/>
                                        <p:tgtEl>
                                          <p:spTgt spid="40"/>
                                        </p:tgtEl>
                                        <p:attrNameLst>
                                          <p:attrName>ppt_y</p:attrName>
                                        </p:attrNameLst>
                                      </p:cBhvr>
                                      <p:tavLst>
                                        <p:tav tm="0">
                                          <p:val>
                                            <p:strVal val="#ppt_y"/>
                                          </p:val>
                                        </p:tav>
                                        <p:tav tm="100000">
                                          <p:val>
                                            <p:strVal val="#ppt_y"/>
                                          </p:val>
                                        </p:tav>
                                      </p:tavLst>
                                    </p:anim>
                                  </p:childTnLst>
                                </p:cTn>
                              </p:par>
                              <p:par>
                                <p:cTn id="240" presetID="2" presetClass="entr" presetSubtype="8" fill="hold" grpId="0" nodeType="withEffect">
                                  <p:stCondLst>
                                    <p:cond delay="0"/>
                                  </p:stCondLst>
                                  <p:childTnLst>
                                    <p:set>
                                      <p:cBhvr>
                                        <p:cTn id="241" dur="1" fill="hold">
                                          <p:stCondLst>
                                            <p:cond delay="0"/>
                                          </p:stCondLst>
                                        </p:cTn>
                                        <p:tgtEl>
                                          <p:spTgt spid="39"/>
                                        </p:tgtEl>
                                        <p:attrNameLst>
                                          <p:attrName>style.visibility</p:attrName>
                                        </p:attrNameLst>
                                      </p:cBhvr>
                                      <p:to>
                                        <p:strVal val="visible"/>
                                      </p:to>
                                    </p:set>
                                    <p:anim calcmode="lin" valueType="num">
                                      <p:cBhvr additive="base">
                                        <p:cTn id="242" dur="1750" fill="hold"/>
                                        <p:tgtEl>
                                          <p:spTgt spid="39"/>
                                        </p:tgtEl>
                                        <p:attrNameLst>
                                          <p:attrName>ppt_x</p:attrName>
                                        </p:attrNameLst>
                                      </p:cBhvr>
                                      <p:tavLst>
                                        <p:tav tm="0">
                                          <p:val>
                                            <p:strVal val="0-#ppt_w/2"/>
                                          </p:val>
                                        </p:tav>
                                        <p:tav tm="100000">
                                          <p:val>
                                            <p:strVal val="#ppt_x"/>
                                          </p:val>
                                        </p:tav>
                                      </p:tavLst>
                                    </p:anim>
                                    <p:anim calcmode="lin" valueType="num">
                                      <p:cBhvr additive="base">
                                        <p:cTn id="243" dur="1750" fill="hold"/>
                                        <p:tgtEl>
                                          <p:spTgt spid="39"/>
                                        </p:tgtEl>
                                        <p:attrNameLst>
                                          <p:attrName>ppt_y</p:attrName>
                                        </p:attrNameLst>
                                      </p:cBhvr>
                                      <p:tavLst>
                                        <p:tav tm="0">
                                          <p:val>
                                            <p:strVal val="#ppt_y"/>
                                          </p:val>
                                        </p:tav>
                                        <p:tav tm="100000">
                                          <p:val>
                                            <p:strVal val="#ppt_y"/>
                                          </p:val>
                                        </p:tav>
                                      </p:tavLst>
                                    </p:anim>
                                  </p:childTnLst>
                                </p:cTn>
                              </p:par>
                              <p:par>
                                <p:cTn id="244" presetID="2" presetClass="entr" presetSubtype="3" fill="hold" nodeType="withEffect">
                                  <p:stCondLst>
                                    <p:cond delay="0"/>
                                  </p:stCondLst>
                                  <p:childTnLst>
                                    <p:set>
                                      <p:cBhvr>
                                        <p:cTn id="245" dur="1" fill="hold">
                                          <p:stCondLst>
                                            <p:cond delay="0"/>
                                          </p:stCondLst>
                                        </p:cTn>
                                        <p:tgtEl>
                                          <p:spTgt spid="75"/>
                                        </p:tgtEl>
                                        <p:attrNameLst>
                                          <p:attrName>style.visibility</p:attrName>
                                        </p:attrNameLst>
                                      </p:cBhvr>
                                      <p:to>
                                        <p:strVal val="visible"/>
                                      </p:to>
                                    </p:set>
                                    <p:anim calcmode="lin" valueType="num">
                                      <p:cBhvr additive="base">
                                        <p:cTn id="246" dur="2000" fill="hold"/>
                                        <p:tgtEl>
                                          <p:spTgt spid="75"/>
                                        </p:tgtEl>
                                        <p:attrNameLst>
                                          <p:attrName>ppt_x</p:attrName>
                                        </p:attrNameLst>
                                      </p:cBhvr>
                                      <p:tavLst>
                                        <p:tav tm="0">
                                          <p:val>
                                            <p:strVal val="1+#ppt_w/2"/>
                                          </p:val>
                                        </p:tav>
                                        <p:tav tm="100000">
                                          <p:val>
                                            <p:strVal val="#ppt_x"/>
                                          </p:val>
                                        </p:tav>
                                      </p:tavLst>
                                    </p:anim>
                                    <p:anim calcmode="lin" valueType="num">
                                      <p:cBhvr additive="base">
                                        <p:cTn id="247" dur="2000" fill="hold"/>
                                        <p:tgtEl>
                                          <p:spTgt spid="75"/>
                                        </p:tgtEl>
                                        <p:attrNameLst>
                                          <p:attrName>ppt_y</p:attrName>
                                        </p:attrNameLst>
                                      </p:cBhvr>
                                      <p:tavLst>
                                        <p:tav tm="0">
                                          <p:val>
                                            <p:strVal val="0-#ppt_h/2"/>
                                          </p:val>
                                        </p:tav>
                                        <p:tav tm="100000">
                                          <p:val>
                                            <p:strVal val="#ppt_y"/>
                                          </p:val>
                                        </p:tav>
                                      </p:tavLst>
                                    </p:anim>
                                  </p:childTnLst>
                                </p:cTn>
                              </p:par>
                              <p:par>
                                <p:cTn id="248" presetID="2" presetClass="entr" presetSubtype="1" fill="hold" grpId="0" nodeType="withEffect">
                                  <p:stCondLst>
                                    <p:cond delay="0"/>
                                  </p:stCondLst>
                                  <p:childTnLst>
                                    <p:set>
                                      <p:cBhvr>
                                        <p:cTn id="249" dur="1" fill="hold">
                                          <p:stCondLst>
                                            <p:cond delay="0"/>
                                          </p:stCondLst>
                                        </p:cTn>
                                        <p:tgtEl>
                                          <p:spTgt spid="22"/>
                                        </p:tgtEl>
                                        <p:attrNameLst>
                                          <p:attrName>style.visibility</p:attrName>
                                        </p:attrNameLst>
                                      </p:cBhvr>
                                      <p:to>
                                        <p:strVal val="visible"/>
                                      </p:to>
                                    </p:set>
                                    <p:anim calcmode="lin" valueType="num">
                                      <p:cBhvr additive="base">
                                        <p:cTn id="250" dur="2000" fill="hold"/>
                                        <p:tgtEl>
                                          <p:spTgt spid="22"/>
                                        </p:tgtEl>
                                        <p:attrNameLst>
                                          <p:attrName>ppt_x</p:attrName>
                                        </p:attrNameLst>
                                      </p:cBhvr>
                                      <p:tavLst>
                                        <p:tav tm="0">
                                          <p:val>
                                            <p:strVal val="#ppt_x"/>
                                          </p:val>
                                        </p:tav>
                                        <p:tav tm="100000">
                                          <p:val>
                                            <p:strVal val="#ppt_x"/>
                                          </p:val>
                                        </p:tav>
                                      </p:tavLst>
                                    </p:anim>
                                    <p:anim calcmode="lin" valueType="num">
                                      <p:cBhvr additive="base">
                                        <p:cTn id="251" dur="2000" fill="hold"/>
                                        <p:tgtEl>
                                          <p:spTgt spid="22"/>
                                        </p:tgtEl>
                                        <p:attrNameLst>
                                          <p:attrName>ppt_y</p:attrName>
                                        </p:attrNameLst>
                                      </p:cBhvr>
                                      <p:tavLst>
                                        <p:tav tm="0">
                                          <p:val>
                                            <p:strVal val="0-#ppt_h/2"/>
                                          </p:val>
                                        </p:tav>
                                        <p:tav tm="100000">
                                          <p:val>
                                            <p:strVal val="#ppt_y"/>
                                          </p:val>
                                        </p:tav>
                                      </p:tavLst>
                                    </p:anim>
                                  </p:childTnLst>
                                </p:cTn>
                              </p:par>
                              <p:par>
                                <p:cTn id="252" presetID="10" presetClass="entr" presetSubtype="0" fill="hold" grpId="0" nodeType="withEffect">
                                  <p:stCondLst>
                                    <p:cond delay="0"/>
                                  </p:stCondLst>
                                  <p:childTnLst>
                                    <p:set>
                                      <p:cBhvr>
                                        <p:cTn id="253" dur="1" fill="hold">
                                          <p:stCondLst>
                                            <p:cond delay="0"/>
                                          </p:stCondLst>
                                        </p:cTn>
                                        <p:tgtEl>
                                          <p:spTgt spid="74"/>
                                        </p:tgtEl>
                                        <p:attrNameLst>
                                          <p:attrName>style.visibility</p:attrName>
                                        </p:attrNameLst>
                                      </p:cBhvr>
                                      <p:to>
                                        <p:strVal val="visible"/>
                                      </p:to>
                                    </p:set>
                                    <p:animEffect transition="in" filter="fade">
                                      <p:cBhvr>
                                        <p:cTn id="254" dur="20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allAtOnce"/>
      <p:bldP spid="7" grpId="1" build="allAtOnce"/>
      <p:bldP spid="7" grpId="2" build="allAtOnce"/>
      <p:bldP spid="7" grpId="3" build="allAtOnce"/>
      <p:bldP spid="7" grpId="4" build="allAtOnce"/>
      <p:bldP spid="7" grpId="5" build="allAtOnce"/>
      <p:bldP spid="7" grpId="6" build="allAtOnce"/>
      <p:bldP spid="7" grpId="7" build="allAtOnce"/>
      <p:bldP spid="7" grpId="8" build="allAtOnce"/>
      <p:bldP spid="7" grpId="9" build="allAtOnce"/>
      <p:bldP spid="7" grpId="10" build="allAtOnce"/>
      <p:bldP spid="7" grpId="11" build="allAtOnce"/>
      <p:bldP spid="7" grpId="12" build="allAtOnce"/>
      <p:bldP spid="7" grpId="13" build="allAtOnce"/>
      <p:bldP spid="7" grpId="14" build="allAtOnce"/>
      <p:bldP spid="7" grpId="15" build="allAtOnce"/>
      <p:bldP spid="7" grpId="16" build="allAtOnce"/>
      <p:bldP spid="22" grpId="0" animBg="1"/>
      <p:bldP spid="23" grpId="0" animBg="1"/>
      <p:bldP spid="27" grpId="0" animBg="1"/>
      <p:bldP spid="29" grpId="0" animBg="1"/>
      <p:bldP spid="39" grpId="0" animBg="1"/>
      <p:bldP spid="40" grpId="0" animBg="1"/>
      <p:bldP spid="74" grpId="0" animBg="1"/>
      <p:bldP spid="82" grpId="0" animBg="1"/>
      <p:bldP spid="81" grpId="0"/>
      <p:bldP spid="81" grpId="1"/>
      <p:bldP spid="86" grpId="0" build="allAtOnce"/>
      <p:bldP spid="90" grpId="0"/>
      <p:bldP spid="90" grpId="1"/>
      <p:bldP spid="99" grpId="0"/>
      <p:bldP spid="99" grpId="1"/>
      <p:bldP spid="2" grpId="0"/>
      <p:bldP spid="10"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Rectangle 197"/>
          <p:cNvSpPr/>
          <p:nvPr/>
        </p:nvSpPr>
        <p:spPr>
          <a:xfrm>
            <a:off x="-18392" y="2244865"/>
            <a:ext cx="10251716" cy="1417795"/>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p:cNvSpPr/>
          <p:nvPr/>
        </p:nvSpPr>
        <p:spPr>
          <a:xfrm>
            <a:off x="5402186" y="2246281"/>
            <a:ext cx="10251716" cy="1417795"/>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p:cNvSpPr/>
          <p:nvPr/>
        </p:nvSpPr>
        <p:spPr>
          <a:xfrm>
            <a:off x="1949825" y="1158267"/>
            <a:ext cx="10251716" cy="1417795"/>
          </a:xfrm>
          <a:prstGeom prst="rect">
            <a:avLst/>
          </a:prstGeom>
          <a:solidFill>
            <a:srgbClr val="FFFF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ounded Rectangle 350"/>
          <p:cNvSpPr/>
          <p:nvPr/>
        </p:nvSpPr>
        <p:spPr>
          <a:xfrm>
            <a:off x="9349184" y="1386782"/>
            <a:ext cx="2244068" cy="203068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p:cNvSpPr/>
          <p:nvPr/>
        </p:nvSpPr>
        <p:spPr>
          <a:xfrm rot="540000">
            <a:off x="1459510" y="775021"/>
            <a:ext cx="612000" cy="576000"/>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9" name="Group 88"/>
          <p:cNvGrpSpPr/>
          <p:nvPr/>
        </p:nvGrpSpPr>
        <p:grpSpPr>
          <a:xfrm>
            <a:off x="-163917" y="295899"/>
            <a:ext cx="12737766" cy="748081"/>
            <a:chOff x="-378184" y="-279308"/>
            <a:chExt cx="12737766" cy="748081"/>
          </a:xfrm>
        </p:grpSpPr>
        <p:sp>
          <p:nvSpPr>
            <p:cNvPr id="90" name="Rectangle 89"/>
            <p:cNvSpPr/>
            <p:nvPr/>
          </p:nvSpPr>
          <p:spPr>
            <a:xfrm rot="540000">
              <a:off x="676903" y="-191827"/>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rot="442879">
              <a:off x="5193154" y="-279308"/>
              <a:ext cx="749679" cy="7480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rot="442879">
              <a:off x="5904405" y="-211227"/>
              <a:ext cx="615281" cy="621675"/>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rot="540000">
              <a:off x="1211265" y="-188300"/>
              <a:ext cx="612000" cy="576000"/>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rot="540000">
              <a:off x="1764906" y="-190528"/>
              <a:ext cx="583245" cy="588672"/>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rot="540000">
              <a:off x="2291426" y="-192736"/>
              <a:ext cx="620125" cy="592858"/>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p:cNvSpPr/>
            <p:nvPr/>
          </p:nvSpPr>
          <p:spPr>
            <a:xfrm rot="540000">
              <a:off x="2838454" y="-196572"/>
              <a:ext cx="633324" cy="5978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rot="540000">
              <a:off x="3407999" y="-201207"/>
              <a:ext cx="648819" cy="614134"/>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p:cNvSpPr/>
            <p:nvPr/>
          </p:nvSpPr>
          <p:spPr>
            <a:xfrm rot="540000">
              <a:off x="3989323" y="-204906"/>
              <a:ext cx="695312" cy="6267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p:cNvSpPr/>
            <p:nvPr/>
          </p:nvSpPr>
          <p:spPr>
            <a:xfrm rot="540000">
              <a:off x="4599791" y="-215511"/>
              <a:ext cx="669617" cy="6574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p:cNvSpPr/>
            <p:nvPr/>
          </p:nvSpPr>
          <p:spPr>
            <a:xfrm rot="513859">
              <a:off x="6476187" y="-18488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rot="442879">
              <a:off x="7009987" y="-18947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rot="538610">
              <a:off x="10709406" y="-18749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p:cNvSpPr/>
            <p:nvPr/>
          </p:nvSpPr>
          <p:spPr>
            <a:xfrm rot="562159">
              <a:off x="11241667" y="-18503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p:cNvSpPr/>
            <p:nvPr/>
          </p:nvSpPr>
          <p:spPr>
            <a:xfrm rot="500417">
              <a:off x="11774695" y="-18294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rot="534943">
              <a:off x="10171063" y="-19039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rot="492049">
              <a:off x="9642446" y="-191150"/>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p:cNvSpPr/>
            <p:nvPr/>
          </p:nvSpPr>
          <p:spPr>
            <a:xfrm rot="494971">
              <a:off x="9105527" y="-188094"/>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rot="611435">
              <a:off x="8573320" y="-195999"/>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rot="442879">
              <a:off x="8055925" y="-19285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p:cNvSpPr/>
            <p:nvPr/>
          </p:nvSpPr>
          <p:spPr>
            <a:xfrm rot="551209">
              <a:off x="7530691" y="-192623"/>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rot="540000">
              <a:off x="143115" y="-19534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rot="540000">
              <a:off x="-378184" y="-19885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 name="Group 112"/>
          <p:cNvGrpSpPr/>
          <p:nvPr/>
        </p:nvGrpSpPr>
        <p:grpSpPr>
          <a:xfrm>
            <a:off x="-132126" y="487681"/>
            <a:ext cx="12737766" cy="748081"/>
            <a:chOff x="-378184" y="-279308"/>
            <a:chExt cx="12737766" cy="748081"/>
          </a:xfrm>
        </p:grpSpPr>
        <p:sp>
          <p:nvSpPr>
            <p:cNvPr id="114" name="Rectangle 113"/>
            <p:cNvSpPr/>
            <p:nvPr/>
          </p:nvSpPr>
          <p:spPr>
            <a:xfrm rot="540000">
              <a:off x="676903" y="-191827"/>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rot="442879">
              <a:off x="5193154" y="-279308"/>
              <a:ext cx="749679" cy="7480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rot="442879">
              <a:off x="5904405" y="-211227"/>
              <a:ext cx="615281" cy="621675"/>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rot="540000">
              <a:off x="1211265" y="-188300"/>
              <a:ext cx="612000" cy="576000"/>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rot="540000">
              <a:off x="1764906" y="-190528"/>
              <a:ext cx="583245" cy="588672"/>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rot="540000">
              <a:off x="2291426" y="-192736"/>
              <a:ext cx="620125" cy="592858"/>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rot="540000">
              <a:off x="2838454" y="-196572"/>
              <a:ext cx="633324" cy="5978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p:cNvSpPr/>
            <p:nvPr/>
          </p:nvSpPr>
          <p:spPr>
            <a:xfrm rot="540000">
              <a:off x="3407999" y="-201207"/>
              <a:ext cx="648819" cy="614134"/>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p:cNvSpPr/>
            <p:nvPr/>
          </p:nvSpPr>
          <p:spPr>
            <a:xfrm rot="540000">
              <a:off x="3989323" y="-204906"/>
              <a:ext cx="695312" cy="6267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p:cNvSpPr/>
            <p:nvPr/>
          </p:nvSpPr>
          <p:spPr>
            <a:xfrm rot="540000">
              <a:off x="4599791" y="-215511"/>
              <a:ext cx="669617" cy="6574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p:cNvSpPr/>
            <p:nvPr/>
          </p:nvSpPr>
          <p:spPr>
            <a:xfrm rot="513859">
              <a:off x="6476187" y="-18488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p:cNvSpPr/>
            <p:nvPr/>
          </p:nvSpPr>
          <p:spPr>
            <a:xfrm rot="442879">
              <a:off x="7009987" y="-18947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p:cNvSpPr/>
            <p:nvPr/>
          </p:nvSpPr>
          <p:spPr>
            <a:xfrm rot="538610">
              <a:off x="10709406" y="-18749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p:cNvSpPr/>
            <p:nvPr/>
          </p:nvSpPr>
          <p:spPr>
            <a:xfrm rot="562159">
              <a:off x="11241667" y="-18503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p:cNvSpPr/>
            <p:nvPr/>
          </p:nvSpPr>
          <p:spPr>
            <a:xfrm rot="500417">
              <a:off x="11774695" y="-18294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p:cNvSpPr/>
            <p:nvPr/>
          </p:nvSpPr>
          <p:spPr>
            <a:xfrm rot="534943">
              <a:off x="10171063" y="-19039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p:cNvSpPr/>
            <p:nvPr/>
          </p:nvSpPr>
          <p:spPr>
            <a:xfrm rot="492049">
              <a:off x="9642446" y="-191150"/>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p:cNvSpPr/>
            <p:nvPr/>
          </p:nvSpPr>
          <p:spPr>
            <a:xfrm rot="494971">
              <a:off x="9105527" y="-188094"/>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p:cNvSpPr/>
            <p:nvPr/>
          </p:nvSpPr>
          <p:spPr>
            <a:xfrm rot="611435">
              <a:off x="8573320" y="-195999"/>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p:cNvSpPr/>
            <p:nvPr/>
          </p:nvSpPr>
          <p:spPr>
            <a:xfrm rot="442879">
              <a:off x="8055925" y="-19285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p:cNvSpPr/>
            <p:nvPr/>
          </p:nvSpPr>
          <p:spPr>
            <a:xfrm rot="551209">
              <a:off x="7530691" y="-192623"/>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p:cNvSpPr/>
            <p:nvPr/>
          </p:nvSpPr>
          <p:spPr>
            <a:xfrm rot="540000">
              <a:off x="143115" y="-19534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p:cNvSpPr/>
            <p:nvPr/>
          </p:nvSpPr>
          <p:spPr>
            <a:xfrm rot="540000">
              <a:off x="-378184" y="-19885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5" name="Group 164"/>
          <p:cNvGrpSpPr/>
          <p:nvPr/>
        </p:nvGrpSpPr>
        <p:grpSpPr>
          <a:xfrm>
            <a:off x="-129939" y="764463"/>
            <a:ext cx="1639974" cy="575442"/>
            <a:chOff x="-129939" y="764463"/>
            <a:chExt cx="1639974" cy="575442"/>
          </a:xfrm>
        </p:grpSpPr>
        <p:sp>
          <p:nvSpPr>
            <p:cNvPr id="138" name="Rectangle 137"/>
            <p:cNvSpPr/>
            <p:nvPr/>
          </p:nvSpPr>
          <p:spPr>
            <a:xfrm rot="540000">
              <a:off x="925148" y="771494"/>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p:cNvSpPr/>
            <p:nvPr/>
          </p:nvSpPr>
          <p:spPr>
            <a:xfrm rot="540000">
              <a:off x="391360" y="767979"/>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p:cNvSpPr/>
            <p:nvPr/>
          </p:nvSpPr>
          <p:spPr>
            <a:xfrm rot="540000">
              <a:off x="-129939" y="764463"/>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6" name="Group 165"/>
          <p:cNvGrpSpPr/>
          <p:nvPr/>
        </p:nvGrpSpPr>
        <p:grpSpPr>
          <a:xfrm>
            <a:off x="-253859" y="926391"/>
            <a:ext cx="1639974" cy="575442"/>
            <a:chOff x="-129939" y="764463"/>
            <a:chExt cx="1639974" cy="575442"/>
          </a:xfrm>
        </p:grpSpPr>
        <p:sp>
          <p:nvSpPr>
            <p:cNvPr id="167" name="Rectangle 166"/>
            <p:cNvSpPr/>
            <p:nvPr/>
          </p:nvSpPr>
          <p:spPr>
            <a:xfrm rot="540000">
              <a:off x="925148" y="771494"/>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p:cNvSpPr/>
            <p:nvPr/>
          </p:nvSpPr>
          <p:spPr>
            <a:xfrm rot="540000">
              <a:off x="391360" y="767979"/>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p:cNvSpPr/>
            <p:nvPr/>
          </p:nvSpPr>
          <p:spPr>
            <a:xfrm rot="540000">
              <a:off x="-129939" y="764463"/>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9" name="Rectangle 138"/>
          <p:cNvSpPr/>
          <p:nvPr/>
        </p:nvSpPr>
        <p:spPr>
          <a:xfrm rot="442879">
            <a:off x="5441399" y="684013"/>
            <a:ext cx="749679" cy="7480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p:cNvSpPr/>
          <p:nvPr/>
        </p:nvSpPr>
        <p:spPr>
          <a:xfrm rot="442879">
            <a:off x="6152650" y="752094"/>
            <a:ext cx="615281" cy="621675"/>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p:cNvSpPr/>
          <p:nvPr/>
        </p:nvSpPr>
        <p:spPr>
          <a:xfrm rot="540000">
            <a:off x="2013151" y="772793"/>
            <a:ext cx="583245" cy="588672"/>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p:cNvSpPr/>
          <p:nvPr/>
        </p:nvSpPr>
        <p:spPr>
          <a:xfrm rot="540000">
            <a:off x="2539671" y="770585"/>
            <a:ext cx="620125" cy="592858"/>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p:cNvSpPr/>
          <p:nvPr/>
        </p:nvSpPr>
        <p:spPr>
          <a:xfrm rot="540000">
            <a:off x="3086699" y="766749"/>
            <a:ext cx="633324" cy="5978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p:cNvSpPr/>
          <p:nvPr/>
        </p:nvSpPr>
        <p:spPr>
          <a:xfrm rot="540000">
            <a:off x="3656244" y="762114"/>
            <a:ext cx="648819" cy="614134"/>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p:cNvSpPr/>
          <p:nvPr/>
        </p:nvSpPr>
        <p:spPr>
          <a:xfrm rot="540000">
            <a:off x="4237568" y="758415"/>
            <a:ext cx="695312" cy="6267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p:cNvSpPr/>
          <p:nvPr/>
        </p:nvSpPr>
        <p:spPr>
          <a:xfrm rot="540000">
            <a:off x="4848036" y="747810"/>
            <a:ext cx="669617" cy="6574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p:cNvSpPr/>
          <p:nvPr/>
        </p:nvSpPr>
        <p:spPr>
          <a:xfrm rot="513859">
            <a:off x="6724432" y="778435"/>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p:cNvSpPr/>
          <p:nvPr/>
        </p:nvSpPr>
        <p:spPr>
          <a:xfrm rot="442879">
            <a:off x="7258232" y="773849"/>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p:cNvSpPr/>
          <p:nvPr/>
        </p:nvSpPr>
        <p:spPr>
          <a:xfrm rot="538610">
            <a:off x="10957651" y="775825"/>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p:cNvSpPr/>
          <p:nvPr/>
        </p:nvSpPr>
        <p:spPr>
          <a:xfrm rot="562159">
            <a:off x="11489912" y="778283"/>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p:cNvSpPr/>
          <p:nvPr/>
        </p:nvSpPr>
        <p:spPr>
          <a:xfrm rot="500417">
            <a:off x="12022940" y="780375"/>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p:cNvSpPr/>
          <p:nvPr/>
        </p:nvSpPr>
        <p:spPr>
          <a:xfrm rot="534943">
            <a:off x="10419308" y="772929"/>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p:cNvSpPr/>
          <p:nvPr/>
        </p:nvSpPr>
        <p:spPr>
          <a:xfrm rot="492049">
            <a:off x="9890691" y="772171"/>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p:cNvSpPr/>
          <p:nvPr/>
        </p:nvSpPr>
        <p:spPr>
          <a:xfrm rot="494971">
            <a:off x="9353772" y="775227"/>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p:cNvSpPr/>
          <p:nvPr/>
        </p:nvSpPr>
        <p:spPr>
          <a:xfrm rot="611435">
            <a:off x="8821565" y="76732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p:cNvSpPr/>
          <p:nvPr/>
        </p:nvSpPr>
        <p:spPr>
          <a:xfrm rot="442879">
            <a:off x="8304170" y="770465"/>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p:cNvSpPr/>
          <p:nvPr/>
        </p:nvSpPr>
        <p:spPr>
          <a:xfrm rot="551209">
            <a:off x="7778936" y="77069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p:cNvGrpSpPr/>
          <p:nvPr/>
        </p:nvGrpSpPr>
        <p:grpSpPr>
          <a:xfrm>
            <a:off x="-416284" y="-279308"/>
            <a:ext cx="12775866" cy="748081"/>
            <a:chOff x="-416284" y="-279308"/>
            <a:chExt cx="12775866" cy="748081"/>
          </a:xfrm>
        </p:grpSpPr>
        <p:sp>
          <p:nvSpPr>
            <p:cNvPr id="4" name="Rectangle 3"/>
            <p:cNvSpPr/>
            <p:nvPr/>
          </p:nvSpPr>
          <p:spPr>
            <a:xfrm rot="540000">
              <a:off x="638803" y="-191827"/>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rot="442879">
              <a:off x="5155054" y="-279308"/>
              <a:ext cx="749679" cy="7480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rot="442879">
              <a:off x="5866305" y="-211227"/>
              <a:ext cx="615281" cy="621675"/>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540000">
              <a:off x="1173165" y="-188300"/>
              <a:ext cx="612000" cy="576000"/>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540000">
              <a:off x="1726806" y="-190528"/>
              <a:ext cx="583245" cy="588672"/>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rot="540000">
              <a:off x="2253326" y="-192736"/>
              <a:ext cx="620125" cy="592858"/>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540000">
              <a:off x="2800354" y="-196572"/>
              <a:ext cx="633324" cy="5978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540000">
              <a:off x="3369899" y="-201207"/>
              <a:ext cx="648819" cy="614134"/>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rot="540000">
              <a:off x="3951223" y="-204906"/>
              <a:ext cx="695312" cy="6267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rot="540000">
              <a:off x="4561691" y="-215511"/>
              <a:ext cx="669617" cy="6574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rot="513859">
              <a:off x="6427694" y="-19487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rot="442879">
              <a:off x="6971887" y="-18947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rot="538610">
              <a:off x="10709406" y="-18749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rot="562159">
              <a:off x="11241667" y="-18503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rot="500417">
              <a:off x="11774695" y="-18294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rot="534943">
              <a:off x="10171063" y="-19039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rot="492049">
              <a:off x="9642446" y="-191150"/>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494971">
              <a:off x="9105527" y="-188094"/>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11435">
              <a:off x="8573320" y="-195999"/>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rot="442879">
              <a:off x="8055925" y="-19285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rot="551209">
              <a:off x="7530691" y="-192623"/>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rot="540000">
              <a:off x="105015" y="-19534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rot="540000">
              <a:off x="-416284" y="-19885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p:cNvGrpSpPr/>
          <p:nvPr/>
        </p:nvGrpSpPr>
        <p:grpSpPr>
          <a:xfrm>
            <a:off x="-219091" y="-84298"/>
            <a:ext cx="12737766" cy="748081"/>
            <a:chOff x="-378184" y="-279308"/>
            <a:chExt cx="12737766" cy="748081"/>
          </a:xfrm>
        </p:grpSpPr>
        <p:sp>
          <p:nvSpPr>
            <p:cNvPr id="42" name="Rectangle 41"/>
            <p:cNvSpPr/>
            <p:nvPr/>
          </p:nvSpPr>
          <p:spPr>
            <a:xfrm rot="540000">
              <a:off x="676903" y="-191827"/>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rot="442879">
              <a:off x="5193154" y="-279308"/>
              <a:ext cx="749679" cy="7480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rot="442879">
              <a:off x="5904405" y="-211227"/>
              <a:ext cx="615281" cy="621675"/>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rot="540000">
              <a:off x="1211265" y="-188300"/>
              <a:ext cx="612000" cy="576000"/>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rot="540000">
              <a:off x="1764906" y="-190528"/>
              <a:ext cx="583245" cy="588672"/>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rot="540000">
              <a:off x="2291426" y="-192736"/>
              <a:ext cx="620125" cy="592858"/>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rot="540000">
              <a:off x="2838454" y="-196572"/>
              <a:ext cx="633324" cy="5978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rot="540000">
              <a:off x="3407999" y="-201207"/>
              <a:ext cx="648819" cy="614134"/>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rot="540000">
              <a:off x="3989323" y="-204906"/>
              <a:ext cx="695312" cy="6267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rot="540000">
              <a:off x="4599791" y="-215511"/>
              <a:ext cx="669617" cy="6574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rot="513859">
              <a:off x="6476187" y="-18488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rot="442879">
              <a:off x="7009987" y="-18947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rot="538610">
              <a:off x="10709406" y="-18749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rot="562159">
              <a:off x="11241667" y="-18503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rot="500417">
              <a:off x="11774695" y="-18294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rot="534943">
              <a:off x="10171063" y="-19039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rot="492049">
              <a:off x="9642446" y="-191150"/>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rot="494971">
              <a:off x="9105527" y="-188094"/>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rot="611435">
              <a:off x="8573320" y="-195999"/>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rot="442879">
              <a:off x="8055925" y="-19285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rot="551209">
              <a:off x="7530691" y="-192623"/>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rot="540000">
              <a:off x="143115" y="-19534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rot="540000">
              <a:off x="-378184" y="-19885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p:cNvGrpSpPr/>
          <p:nvPr/>
        </p:nvGrpSpPr>
        <p:grpSpPr>
          <a:xfrm>
            <a:off x="-139081" y="102392"/>
            <a:ext cx="12737766" cy="748081"/>
            <a:chOff x="-378184" y="-279308"/>
            <a:chExt cx="12737766" cy="748081"/>
          </a:xfrm>
        </p:grpSpPr>
        <p:sp>
          <p:nvSpPr>
            <p:cNvPr id="66" name="Rectangle 65"/>
            <p:cNvSpPr/>
            <p:nvPr/>
          </p:nvSpPr>
          <p:spPr>
            <a:xfrm rot="540000">
              <a:off x="676903" y="-191827"/>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rot="442879">
              <a:off x="5193154" y="-279308"/>
              <a:ext cx="749679" cy="7480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rot="442879">
              <a:off x="5904405" y="-211227"/>
              <a:ext cx="615281" cy="621675"/>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rot="540000">
              <a:off x="1211265" y="-188300"/>
              <a:ext cx="612000" cy="576000"/>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rot="540000">
              <a:off x="1764906" y="-190528"/>
              <a:ext cx="583245" cy="588672"/>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rot="540000">
              <a:off x="2291426" y="-192736"/>
              <a:ext cx="620125" cy="592858"/>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rot="540000">
              <a:off x="2838454" y="-196572"/>
              <a:ext cx="633324" cy="5978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rot="540000">
              <a:off x="3407999" y="-201207"/>
              <a:ext cx="648819" cy="614134"/>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rot="540000">
              <a:off x="3989323" y="-204906"/>
              <a:ext cx="695312" cy="62678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rot="540000">
              <a:off x="4599791" y="-215511"/>
              <a:ext cx="669617" cy="657426"/>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rot="513859">
              <a:off x="6476187" y="-18488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rot="442879">
              <a:off x="7009987" y="-18947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p:cNvSpPr/>
            <p:nvPr/>
          </p:nvSpPr>
          <p:spPr>
            <a:xfrm rot="538610">
              <a:off x="10709406" y="-18749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rot="562159">
              <a:off x="11241667" y="-18503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rot="500417">
              <a:off x="11774695" y="-18294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rot="534943">
              <a:off x="10171063" y="-19039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rot="492049">
              <a:off x="9642446" y="-191150"/>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rot="494971">
              <a:off x="9105527" y="-188094"/>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rot="611435">
              <a:off x="8573320" y="-195999"/>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rot="442879">
              <a:off x="8055925" y="-192856"/>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rot="551209">
              <a:off x="7530691" y="-192623"/>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rot="540000">
              <a:off x="143115" y="-195342"/>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p:cNvSpPr/>
            <p:nvPr/>
          </p:nvSpPr>
          <p:spPr>
            <a:xfrm rot="540000">
              <a:off x="-378184" y="-198858"/>
              <a:ext cx="584887" cy="568411"/>
            </a:xfrm>
            <a:prstGeom prst="rect">
              <a:avLst/>
            </a:prstGeom>
            <a:solidFill>
              <a:srgbClr val="F8DCE1"/>
            </a:solidFill>
            <a:ln>
              <a:solidFill>
                <a:srgbClr val="FFBEC2"/>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3" name="Group 182"/>
          <p:cNvGrpSpPr/>
          <p:nvPr/>
        </p:nvGrpSpPr>
        <p:grpSpPr>
          <a:xfrm>
            <a:off x="-380942" y="830161"/>
            <a:ext cx="2467437" cy="2484538"/>
            <a:chOff x="-380942" y="823212"/>
            <a:chExt cx="2467437" cy="2189367"/>
          </a:xfrm>
        </p:grpSpPr>
        <p:sp>
          <p:nvSpPr>
            <p:cNvPr id="176" name="Parallelogram 175"/>
            <p:cNvSpPr/>
            <p:nvPr/>
          </p:nvSpPr>
          <p:spPr>
            <a:xfrm>
              <a:off x="-380942" y="881408"/>
              <a:ext cx="2387902" cy="696464"/>
            </a:xfrm>
            <a:prstGeom prst="parallelogram">
              <a:avLst/>
            </a:prstGeom>
            <a:solidFill>
              <a:srgbClr val="FFB7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p:cNvSpPr/>
            <p:nvPr/>
          </p:nvSpPr>
          <p:spPr>
            <a:xfrm>
              <a:off x="1" y="1461121"/>
              <a:ext cx="839600" cy="1551458"/>
            </a:xfrm>
            <a:prstGeom prst="rect">
              <a:avLst/>
            </a:prstGeom>
            <a:solidFill>
              <a:srgbClr val="E29CEE"/>
            </a:solidFill>
            <a:ln>
              <a:solidFill>
                <a:srgbClr val="FFBE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9" name="Group 178"/>
            <p:cNvGrpSpPr/>
            <p:nvPr/>
          </p:nvGrpSpPr>
          <p:grpSpPr>
            <a:xfrm>
              <a:off x="685626" y="823212"/>
              <a:ext cx="1400869" cy="2141250"/>
              <a:chOff x="512435" y="802037"/>
              <a:chExt cx="1400869" cy="2141250"/>
            </a:xfrm>
          </p:grpSpPr>
          <p:grpSp>
            <p:nvGrpSpPr>
              <p:cNvPr id="177" name="Group 176"/>
              <p:cNvGrpSpPr/>
              <p:nvPr/>
            </p:nvGrpSpPr>
            <p:grpSpPr>
              <a:xfrm>
                <a:off x="512435" y="1076523"/>
                <a:ext cx="1067724" cy="1866764"/>
                <a:chOff x="512435" y="1076523"/>
                <a:chExt cx="1067724" cy="1866764"/>
              </a:xfrm>
            </p:grpSpPr>
            <p:sp>
              <p:nvSpPr>
                <p:cNvPr id="161" name="Rectangle 160"/>
                <p:cNvSpPr/>
                <p:nvPr/>
              </p:nvSpPr>
              <p:spPr>
                <a:xfrm>
                  <a:off x="512435" y="1076523"/>
                  <a:ext cx="1067724" cy="1866764"/>
                </a:xfrm>
                <a:prstGeom prst="rect">
                  <a:avLst/>
                </a:prstGeom>
                <a:solidFill>
                  <a:srgbClr val="E29CEE"/>
                </a:solidFill>
                <a:ln>
                  <a:solidFill>
                    <a:srgbClr val="CD9E9C"/>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p:cNvSpPr/>
                <p:nvPr/>
              </p:nvSpPr>
              <p:spPr>
                <a:xfrm>
                  <a:off x="617045" y="1374092"/>
                  <a:ext cx="882921" cy="1373125"/>
                </a:xfrm>
                <a:prstGeom prst="rect">
                  <a:avLst/>
                </a:prstGeom>
                <a:solidFill>
                  <a:srgbClr val="FF66CC"/>
                </a:solidFill>
                <a:ln w="57150">
                  <a:noFill/>
                </a:ln>
                <a:scene3d>
                  <a:camera prst="isometricRightUp"/>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8" name="Group 177"/>
              <p:cNvGrpSpPr/>
              <p:nvPr/>
            </p:nvGrpSpPr>
            <p:grpSpPr>
              <a:xfrm>
                <a:off x="1356042" y="802037"/>
                <a:ext cx="557262" cy="1828452"/>
                <a:chOff x="1356042" y="802037"/>
                <a:chExt cx="557262" cy="1828452"/>
              </a:xfrm>
            </p:grpSpPr>
            <p:sp>
              <p:nvSpPr>
                <p:cNvPr id="162" name="Rectangle 161"/>
                <p:cNvSpPr/>
                <p:nvPr/>
              </p:nvSpPr>
              <p:spPr>
                <a:xfrm>
                  <a:off x="1356042" y="802037"/>
                  <a:ext cx="557262" cy="1828452"/>
                </a:xfrm>
                <a:prstGeom prst="rect">
                  <a:avLst/>
                </a:prstGeom>
                <a:solidFill>
                  <a:srgbClr val="E29CEE"/>
                </a:solidFill>
                <a:ln>
                  <a:solidFill>
                    <a:srgbClr val="CD9E9C"/>
                  </a:solidFill>
                </a:ln>
                <a:scene3d>
                  <a:camera prst="isometricRightU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p:cNvSpPr/>
                <p:nvPr/>
              </p:nvSpPr>
              <p:spPr>
                <a:xfrm>
                  <a:off x="1435934" y="1074058"/>
                  <a:ext cx="400095" cy="1354815"/>
                </a:xfrm>
                <a:prstGeom prst="rect">
                  <a:avLst/>
                </a:prstGeom>
                <a:solidFill>
                  <a:srgbClr val="FF66CC"/>
                </a:solidFill>
                <a:ln w="57150">
                  <a:noFill/>
                </a:ln>
                <a:scene3d>
                  <a:camera prst="isometricRightUp"/>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181" name="Straight Connector 180"/>
            <p:cNvCxnSpPr/>
            <p:nvPr/>
          </p:nvCxnSpPr>
          <p:spPr>
            <a:xfrm>
              <a:off x="685626" y="1477151"/>
              <a:ext cx="0" cy="1535428"/>
            </a:xfrm>
            <a:prstGeom prst="line">
              <a:avLst/>
            </a:prstGeom>
            <a:ln>
              <a:solidFill>
                <a:srgbClr val="CD9E9C"/>
              </a:solidFill>
            </a:ln>
          </p:spPr>
          <p:style>
            <a:lnRef idx="1">
              <a:schemeClr val="accent1"/>
            </a:lnRef>
            <a:fillRef idx="0">
              <a:schemeClr val="accent1"/>
            </a:fillRef>
            <a:effectRef idx="0">
              <a:schemeClr val="accent1"/>
            </a:effectRef>
            <a:fontRef idx="minor">
              <a:schemeClr val="tx1"/>
            </a:fontRef>
          </p:style>
        </p:cxnSp>
      </p:grpSp>
      <p:grpSp>
        <p:nvGrpSpPr>
          <p:cNvPr id="226" name="Group 225"/>
          <p:cNvGrpSpPr/>
          <p:nvPr/>
        </p:nvGrpSpPr>
        <p:grpSpPr>
          <a:xfrm>
            <a:off x="-13531" y="3673544"/>
            <a:ext cx="12566838" cy="361829"/>
            <a:chOff x="-13531" y="3673544"/>
            <a:chExt cx="12566838" cy="361829"/>
          </a:xfrm>
        </p:grpSpPr>
        <p:sp>
          <p:nvSpPr>
            <p:cNvPr id="200" name="Rectangle 199"/>
            <p:cNvSpPr/>
            <p:nvPr/>
          </p:nvSpPr>
          <p:spPr>
            <a:xfrm>
              <a:off x="-13531" y="367890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p:cNvSpPr/>
            <p:nvPr/>
          </p:nvSpPr>
          <p:spPr>
            <a:xfrm>
              <a:off x="467452" y="367842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p:cNvSpPr/>
            <p:nvPr/>
          </p:nvSpPr>
          <p:spPr>
            <a:xfrm>
              <a:off x="956635" y="3680149"/>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p:cNvSpPr/>
            <p:nvPr/>
          </p:nvSpPr>
          <p:spPr>
            <a:xfrm>
              <a:off x="1441718" y="367603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p:cNvSpPr/>
            <p:nvPr/>
          </p:nvSpPr>
          <p:spPr>
            <a:xfrm>
              <a:off x="1926801" y="36736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p:cNvSpPr/>
            <p:nvPr/>
          </p:nvSpPr>
          <p:spPr>
            <a:xfrm>
              <a:off x="2411884" y="367538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p:cNvSpPr/>
            <p:nvPr/>
          </p:nvSpPr>
          <p:spPr>
            <a:xfrm>
              <a:off x="2896967" y="367711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p:cNvSpPr/>
            <p:nvPr/>
          </p:nvSpPr>
          <p:spPr>
            <a:xfrm>
              <a:off x="3382050" y="3674722"/>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p:cNvSpPr/>
            <p:nvPr/>
          </p:nvSpPr>
          <p:spPr>
            <a:xfrm>
              <a:off x="3871233" y="36749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p:cNvSpPr/>
            <p:nvPr/>
          </p:nvSpPr>
          <p:spPr>
            <a:xfrm>
              <a:off x="4346918" y="36749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p:cNvSpPr/>
            <p:nvPr/>
          </p:nvSpPr>
          <p:spPr>
            <a:xfrm>
              <a:off x="4834650"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p:cNvSpPr/>
            <p:nvPr/>
          </p:nvSpPr>
          <p:spPr>
            <a:xfrm>
              <a:off x="5326482" y="367841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p:cNvSpPr/>
            <p:nvPr/>
          </p:nvSpPr>
          <p:spPr>
            <a:xfrm>
              <a:off x="5807465" y="367925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p:cNvSpPr/>
            <p:nvPr/>
          </p:nvSpPr>
          <p:spPr>
            <a:xfrm>
              <a:off x="6292548" y="367687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p:cNvSpPr/>
            <p:nvPr/>
          </p:nvSpPr>
          <p:spPr>
            <a:xfrm>
              <a:off x="6777631" y="367859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p:cNvSpPr/>
            <p:nvPr/>
          </p:nvSpPr>
          <p:spPr>
            <a:xfrm>
              <a:off x="7262714" y="367622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p:cNvSpPr/>
            <p:nvPr/>
          </p:nvSpPr>
          <p:spPr>
            <a:xfrm>
              <a:off x="7744069"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p:cNvSpPr/>
            <p:nvPr/>
          </p:nvSpPr>
          <p:spPr>
            <a:xfrm>
              <a:off x="8234493"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p:cNvSpPr/>
            <p:nvPr/>
          </p:nvSpPr>
          <p:spPr>
            <a:xfrm>
              <a:off x="8717526" y="367785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p:cNvSpPr/>
            <p:nvPr/>
          </p:nvSpPr>
          <p:spPr>
            <a:xfrm>
              <a:off x="9202869"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p:cNvSpPr/>
            <p:nvPr/>
          </p:nvSpPr>
          <p:spPr>
            <a:xfrm>
              <a:off x="9683091"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p:cNvSpPr/>
            <p:nvPr/>
          </p:nvSpPr>
          <p:spPr>
            <a:xfrm>
              <a:off x="10163313" y="36749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p:cNvSpPr/>
            <p:nvPr/>
          </p:nvSpPr>
          <p:spPr>
            <a:xfrm>
              <a:off x="10643535" y="367354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p:cNvSpPr/>
            <p:nvPr/>
          </p:nvSpPr>
          <p:spPr>
            <a:xfrm>
              <a:off x="11123757"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p:cNvSpPr/>
            <p:nvPr/>
          </p:nvSpPr>
          <p:spPr>
            <a:xfrm>
              <a:off x="11598112"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p:cNvSpPr/>
            <p:nvPr/>
          </p:nvSpPr>
          <p:spPr>
            <a:xfrm>
              <a:off x="12073085" y="3676131"/>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7" name="Group 226"/>
          <p:cNvGrpSpPr/>
          <p:nvPr/>
        </p:nvGrpSpPr>
        <p:grpSpPr>
          <a:xfrm>
            <a:off x="-12300" y="4047197"/>
            <a:ext cx="12566838" cy="361829"/>
            <a:chOff x="-13531" y="3673544"/>
            <a:chExt cx="12566838" cy="361829"/>
          </a:xfrm>
        </p:grpSpPr>
        <p:sp>
          <p:nvSpPr>
            <p:cNvPr id="228" name="Rectangle 227"/>
            <p:cNvSpPr/>
            <p:nvPr/>
          </p:nvSpPr>
          <p:spPr>
            <a:xfrm>
              <a:off x="-13531" y="367890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p:cNvSpPr/>
            <p:nvPr/>
          </p:nvSpPr>
          <p:spPr>
            <a:xfrm>
              <a:off x="467452" y="367842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Rectangle 229"/>
            <p:cNvSpPr/>
            <p:nvPr/>
          </p:nvSpPr>
          <p:spPr>
            <a:xfrm>
              <a:off x="956635" y="3680149"/>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p:cNvSpPr/>
            <p:nvPr/>
          </p:nvSpPr>
          <p:spPr>
            <a:xfrm>
              <a:off x="1441718" y="367603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p:cNvSpPr/>
            <p:nvPr/>
          </p:nvSpPr>
          <p:spPr>
            <a:xfrm>
              <a:off x="1926801" y="36736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p:cNvSpPr/>
            <p:nvPr/>
          </p:nvSpPr>
          <p:spPr>
            <a:xfrm>
              <a:off x="2411884" y="367538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p:cNvSpPr/>
            <p:nvPr/>
          </p:nvSpPr>
          <p:spPr>
            <a:xfrm>
              <a:off x="2896967" y="367711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p:cNvSpPr/>
            <p:nvPr/>
          </p:nvSpPr>
          <p:spPr>
            <a:xfrm>
              <a:off x="3382050" y="3674722"/>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p:cNvSpPr/>
            <p:nvPr/>
          </p:nvSpPr>
          <p:spPr>
            <a:xfrm>
              <a:off x="3871233" y="36749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p:cNvSpPr/>
            <p:nvPr/>
          </p:nvSpPr>
          <p:spPr>
            <a:xfrm>
              <a:off x="4346918" y="36749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p:cNvSpPr/>
            <p:nvPr/>
          </p:nvSpPr>
          <p:spPr>
            <a:xfrm>
              <a:off x="4834650"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p:cNvSpPr/>
            <p:nvPr/>
          </p:nvSpPr>
          <p:spPr>
            <a:xfrm>
              <a:off x="5326482" y="367841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p:cNvSpPr/>
            <p:nvPr/>
          </p:nvSpPr>
          <p:spPr>
            <a:xfrm>
              <a:off x="5807465" y="367925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p:cNvSpPr/>
            <p:nvPr/>
          </p:nvSpPr>
          <p:spPr>
            <a:xfrm>
              <a:off x="6292548" y="367687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p:cNvSpPr/>
            <p:nvPr/>
          </p:nvSpPr>
          <p:spPr>
            <a:xfrm>
              <a:off x="6777631" y="367859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p:cNvSpPr/>
            <p:nvPr/>
          </p:nvSpPr>
          <p:spPr>
            <a:xfrm>
              <a:off x="7262714" y="367622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p:cNvSpPr/>
            <p:nvPr/>
          </p:nvSpPr>
          <p:spPr>
            <a:xfrm>
              <a:off x="7744069"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p:cNvSpPr/>
            <p:nvPr/>
          </p:nvSpPr>
          <p:spPr>
            <a:xfrm>
              <a:off x="8234493"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p:cNvSpPr/>
            <p:nvPr/>
          </p:nvSpPr>
          <p:spPr>
            <a:xfrm>
              <a:off x="8717526" y="367785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p:cNvSpPr/>
            <p:nvPr/>
          </p:nvSpPr>
          <p:spPr>
            <a:xfrm>
              <a:off x="9202869"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p:cNvSpPr/>
            <p:nvPr/>
          </p:nvSpPr>
          <p:spPr>
            <a:xfrm>
              <a:off x="9683091"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p:cNvSpPr/>
            <p:nvPr/>
          </p:nvSpPr>
          <p:spPr>
            <a:xfrm>
              <a:off x="10163313" y="36749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p:cNvSpPr/>
            <p:nvPr/>
          </p:nvSpPr>
          <p:spPr>
            <a:xfrm>
              <a:off x="10643535" y="367354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p:cNvSpPr/>
            <p:nvPr/>
          </p:nvSpPr>
          <p:spPr>
            <a:xfrm>
              <a:off x="11123757"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p:cNvSpPr/>
            <p:nvPr/>
          </p:nvSpPr>
          <p:spPr>
            <a:xfrm>
              <a:off x="11598112"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p:cNvSpPr/>
            <p:nvPr/>
          </p:nvSpPr>
          <p:spPr>
            <a:xfrm>
              <a:off x="12073085" y="3676131"/>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4" name="Group 253"/>
          <p:cNvGrpSpPr/>
          <p:nvPr/>
        </p:nvGrpSpPr>
        <p:grpSpPr>
          <a:xfrm>
            <a:off x="-18392" y="4400099"/>
            <a:ext cx="12566838" cy="365047"/>
            <a:chOff x="-13531" y="3673660"/>
            <a:chExt cx="12566838" cy="365047"/>
          </a:xfrm>
        </p:grpSpPr>
        <p:sp>
          <p:nvSpPr>
            <p:cNvPr id="255" name="Rectangle 254"/>
            <p:cNvSpPr/>
            <p:nvPr/>
          </p:nvSpPr>
          <p:spPr>
            <a:xfrm>
              <a:off x="-13531" y="367890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p:cNvSpPr/>
            <p:nvPr/>
          </p:nvSpPr>
          <p:spPr>
            <a:xfrm>
              <a:off x="467452" y="367842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p:cNvSpPr/>
            <p:nvPr/>
          </p:nvSpPr>
          <p:spPr>
            <a:xfrm>
              <a:off x="956635" y="3680149"/>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p:cNvSpPr/>
            <p:nvPr/>
          </p:nvSpPr>
          <p:spPr>
            <a:xfrm>
              <a:off x="1441718" y="367603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p:cNvSpPr/>
            <p:nvPr/>
          </p:nvSpPr>
          <p:spPr>
            <a:xfrm>
              <a:off x="1926801" y="36736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p:cNvSpPr/>
            <p:nvPr/>
          </p:nvSpPr>
          <p:spPr>
            <a:xfrm>
              <a:off x="2411884" y="367538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p:cNvSpPr/>
            <p:nvPr/>
          </p:nvSpPr>
          <p:spPr>
            <a:xfrm>
              <a:off x="2896967" y="367711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p:cNvSpPr/>
            <p:nvPr/>
          </p:nvSpPr>
          <p:spPr>
            <a:xfrm>
              <a:off x="3382050" y="3674722"/>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p:cNvSpPr/>
            <p:nvPr/>
          </p:nvSpPr>
          <p:spPr>
            <a:xfrm>
              <a:off x="3871233" y="36749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p:cNvSpPr/>
            <p:nvPr/>
          </p:nvSpPr>
          <p:spPr>
            <a:xfrm>
              <a:off x="4346918" y="36749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p:cNvSpPr/>
            <p:nvPr/>
          </p:nvSpPr>
          <p:spPr>
            <a:xfrm>
              <a:off x="4834650"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p:cNvSpPr/>
            <p:nvPr/>
          </p:nvSpPr>
          <p:spPr>
            <a:xfrm>
              <a:off x="5326482" y="367841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p:cNvSpPr/>
            <p:nvPr/>
          </p:nvSpPr>
          <p:spPr>
            <a:xfrm>
              <a:off x="5807465" y="367925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p:cNvSpPr/>
            <p:nvPr/>
          </p:nvSpPr>
          <p:spPr>
            <a:xfrm>
              <a:off x="6292548" y="367687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p:cNvSpPr/>
            <p:nvPr/>
          </p:nvSpPr>
          <p:spPr>
            <a:xfrm>
              <a:off x="6777631" y="367859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p:cNvSpPr/>
            <p:nvPr/>
          </p:nvSpPr>
          <p:spPr>
            <a:xfrm>
              <a:off x="7262714" y="367622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p:cNvSpPr/>
            <p:nvPr/>
          </p:nvSpPr>
          <p:spPr>
            <a:xfrm>
              <a:off x="7744069"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p:cNvSpPr/>
            <p:nvPr/>
          </p:nvSpPr>
          <p:spPr>
            <a:xfrm>
              <a:off x="8234493"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p:cNvSpPr/>
            <p:nvPr/>
          </p:nvSpPr>
          <p:spPr>
            <a:xfrm>
              <a:off x="8717526" y="3677854"/>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p:cNvSpPr/>
            <p:nvPr/>
          </p:nvSpPr>
          <p:spPr>
            <a:xfrm>
              <a:off x="9202869"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p:cNvSpPr/>
            <p:nvPr/>
          </p:nvSpPr>
          <p:spPr>
            <a:xfrm>
              <a:off x="9683091"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p:cNvSpPr/>
            <p:nvPr/>
          </p:nvSpPr>
          <p:spPr>
            <a:xfrm>
              <a:off x="10163313" y="3674960"/>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p:cNvSpPr/>
            <p:nvPr/>
          </p:nvSpPr>
          <p:spPr>
            <a:xfrm>
              <a:off x="10643535" y="3683483"/>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p:cNvSpPr/>
            <p:nvPr/>
          </p:nvSpPr>
          <p:spPr>
            <a:xfrm>
              <a:off x="11123757"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p:cNvSpPr/>
            <p:nvPr/>
          </p:nvSpPr>
          <p:spPr>
            <a:xfrm>
              <a:off x="11598112" y="3676685"/>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p:cNvSpPr/>
            <p:nvPr/>
          </p:nvSpPr>
          <p:spPr>
            <a:xfrm>
              <a:off x="12073085" y="3676131"/>
              <a:ext cx="480222" cy="355224"/>
            </a:xfrm>
            <a:prstGeom prst="rect">
              <a:avLst/>
            </a:prstGeom>
            <a:solidFill>
              <a:srgbClr val="FFBEC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1" name="Rectangle 280"/>
          <p:cNvSpPr/>
          <p:nvPr/>
        </p:nvSpPr>
        <p:spPr>
          <a:xfrm>
            <a:off x="1" y="4751873"/>
            <a:ext cx="6282825" cy="167997"/>
          </a:xfrm>
          <a:prstGeom prst="rect">
            <a:avLst/>
          </a:prstGeom>
          <a:blipFill>
            <a:blip r:embed="rId2">
              <a:extLst>
                <a:ext uri="{BEBA8EAE-BF5A-486C-A8C5-ECC9F3942E4B}">
                  <a14:imgProps xmlns:a14="http://schemas.microsoft.com/office/drawing/2010/main">
                    <a14:imgLayer r:embed="rId3">
                      <a14:imgEffect>
                        <a14:colorTemperature colorTemp="11200"/>
                      </a14:imgEffect>
                    </a14:imgLayer>
                  </a14:imgProps>
                </a:ext>
              </a:extLst>
            </a:blip>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p:cNvSpPr/>
          <p:nvPr/>
        </p:nvSpPr>
        <p:spPr>
          <a:xfrm>
            <a:off x="1" y="4919870"/>
            <a:ext cx="1014919" cy="1938130"/>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p:cNvSpPr/>
          <p:nvPr/>
        </p:nvSpPr>
        <p:spPr>
          <a:xfrm>
            <a:off x="2954685" y="4919870"/>
            <a:ext cx="2720558" cy="168965"/>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p:cNvSpPr/>
          <p:nvPr/>
        </p:nvSpPr>
        <p:spPr>
          <a:xfrm>
            <a:off x="2954685" y="5099232"/>
            <a:ext cx="1305268" cy="1758768"/>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p:cNvSpPr/>
          <p:nvPr/>
        </p:nvSpPr>
        <p:spPr>
          <a:xfrm>
            <a:off x="4259953" y="5095783"/>
            <a:ext cx="1415290" cy="1762218"/>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p:cNvSpPr/>
          <p:nvPr/>
        </p:nvSpPr>
        <p:spPr>
          <a:xfrm>
            <a:off x="2954685" y="4706154"/>
            <a:ext cx="272055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p:cNvSpPr/>
          <p:nvPr/>
        </p:nvSpPr>
        <p:spPr>
          <a:xfrm>
            <a:off x="209463" y="5004352"/>
            <a:ext cx="603546" cy="1764196"/>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0" name="Group 319"/>
          <p:cNvGrpSpPr/>
          <p:nvPr/>
        </p:nvGrpSpPr>
        <p:grpSpPr>
          <a:xfrm>
            <a:off x="1021773" y="4919870"/>
            <a:ext cx="1014919" cy="1938130"/>
            <a:chOff x="1021773" y="4919870"/>
            <a:chExt cx="1014919" cy="1938130"/>
          </a:xfrm>
        </p:grpSpPr>
        <p:sp>
          <p:nvSpPr>
            <p:cNvPr id="283" name="Rectangle 282"/>
            <p:cNvSpPr/>
            <p:nvPr/>
          </p:nvSpPr>
          <p:spPr>
            <a:xfrm>
              <a:off x="1021773" y="4919870"/>
              <a:ext cx="1014919" cy="1938130"/>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p:cNvSpPr/>
            <p:nvPr/>
          </p:nvSpPr>
          <p:spPr>
            <a:xfrm>
              <a:off x="1230219" y="5008216"/>
              <a:ext cx="603546" cy="1764196"/>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 name="Group 323"/>
          <p:cNvGrpSpPr/>
          <p:nvPr/>
        </p:nvGrpSpPr>
        <p:grpSpPr>
          <a:xfrm>
            <a:off x="2042058" y="4921249"/>
            <a:ext cx="897578" cy="824947"/>
            <a:chOff x="2042058" y="4921249"/>
            <a:chExt cx="897578" cy="824947"/>
          </a:xfrm>
        </p:grpSpPr>
        <p:sp>
          <p:nvSpPr>
            <p:cNvPr id="284" name="Rectangle 283"/>
            <p:cNvSpPr/>
            <p:nvPr/>
          </p:nvSpPr>
          <p:spPr>
            <a:xfrm>
              <a:off x="2042058" y="4921249"/>
              <a:ext cx="897578" cy="824947"/>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p:cNvSpPr/>
            <p:nvPr/>
          </p:nvSpPr>
          <p:spPr>
            <a:xfrm>
              <a:off x="2270795" y="5070528"/>
              <a:ext cx="437304" cy="506730"/>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8" name="Group 327"/>
          <p:cNvGrpSpPr/>
          <p:nvPr/>
        </p:nvGrpSpPr>
        <p:grpSpPr>
          <a:xfrm>
            <a:off x="2048826" y="5754756"/>
            <a:ext cx="897578" cy="1113183"/>
            <a:chOff x="2048826" y="5754756"/>
            <a:chExt cx="897578" cy="1113183"/>
          </a:xfrm>
        </p:grpSpPr>
        <p:sp>
          <p:nvSpPr>
            <p:cNvPr id="285" name="Rectangle 284"/>
            <p:cNvSpPr/>
            <p:nvPr/>
          </p:nvSpPr>
          <p:spPr>
            <a:xfrm>
              <a:off x="2048826" y="5754756"/>
              <a:ext cx="897578" cy="1113183"/>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p:cNvSpPr/>
            <p:nvPr/>
          </p:nvSpPr>
          <p:spPr>
            <a:xfrm>
              <a:off x="2269322" y="5976892"/>
              <a:ext cx="437304" cy="72208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5" name="Rectangle 294"/>
          <p:cNvSpPr/>
          <p:nvPr/>
        </p:nvSpPr>
        <p:spPr>
          <a:xfrm>
            <a:off x="3160133" y="5271644"/>
            <a:ext cx="943538" cy="1427330"/>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p:cNvSpPr/>
          <p:nvPr/>
        </p:nvSpPr>
        <p:spPr>
          <a:xfrm>
            <a:off x="4503669" y="5277672"/>
            <a:ext cx="943538" cy="1427330"/>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p:cNvGrpSpPr/>
          <p:nvPr/>
        </p:nvGrpSpPr>
        <p:grpSpPr>
          <a:xfrm>
            <a:off x="5675244" y="4916880"/>
            <a:ext cx="596348" cy="1938130"/>
            <a:chOff x="5675244" y="4916880"/>
            <a:chExt cx="596348" cy="1938130"/>
          </a:xfrm>
        </p:grpSpPr>
        <p:sp>
          <p:nvSpPr>
            <p:cNvPr id="289" name="Rectangle 288"/>
            <p:cNvSpPr/>
            <p:nvPr/>
          </p:nvSpPr>
          <p:spPr>
            <a:xfrm>
              <a:off x="5675244" y="4916880"/>
              <a:ext cx="596348" cy="1938130"/>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p:cNvSpPr/>
            <p:nvPr/>
          </p:nvSpPr>
          <p:spPr>
            <a:xfrm>
              <a:off x="5763223" y="5070528"/>
              <a:ext cx="388738" cy="1628446"/>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8" name="Rectangle 297"/>
          <p:cNvSpPr/>
          <p:nvPr/>
        </p:nvSpPr>
        <p:spPr>
          <a:xfrm>
            <a:off x="6292548" y="4758348"/>
            <a:ext cx="2382354" cy="158532"/>
          </a:xfrm>
          <a:prstGeom prst="rect">
            <a:avLst/>
          </a:prstGeom>
          <a:solidFill>
            <a:srgbClr val="FF66CC"/>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p:cNvSpPr/>
          <p:nvPr/>
        </p:nvSpPr>
        <p:spPr>
          <a:xfrm>
            <a:off x="3168373" y="5004352"/>
            <a:ext cx="2278834" cy="45719"/>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Arc 300"/>
          <p:cNvSpPr/>
          <p:nvPr/>
        </p:nvSpPr>
        <p:spPr>
          <a:xfrm flipH="1">
            <a:off x="6725302" y="4028768"/>
            <a:ext cx="749978" cy="1417875"/>
          </a:xfrm>
          <a:prstGeom prst="arc">
            <a:avLst>
              <a:gd name="adj1" fmla="val 14699855"/>
              <a:gd name="adj2" fmla="val 153615"/>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2" name="Oval 301"/>
          <p:cNvSpPr/>
          <p:nvPr/>
        </p:nvSpPr>
        <p:spPr>
          <a:xfrm>
            <a:off x="7190164" y="4117877"/>
            <a:ext cx="349326" cy="206168"/>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Flowchart: Connector 302"/>
          <p:cNvSpPr/>
          <p:nvPr/>
        </p:nvSpPr>
        <p:spPr>
          <a:xfrm>
            <a:off x="6768588" y="4627446"/>
            <a:ext cx="159814" cy="129717"/>
          </a:xfrm>
          <a:prstGeom prst="flowChartConnector">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Flowchart: Connector 303"/>
          <p:cNvSpPr/>
          <p:nvPr/>
        </p:nvSpPr>
        <p:spPr>
          <a:xfrm>
            <a:off x="6533912" y="4628631"/>
            <a:ext cx="159814" cy="129717"/>
          </a:xfrm>
          <a:prstGeom prst="flowChartConnector">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Flowchart: Connector 305"/>
          <p:cNvSpPr/>
          <p:nvPr/>
        </p:nvSpPr>
        <p:spPr>
          <a:xfrm>
            <a:off x="6560921" y="4655595"/>
            <a:ext cx="110348" cy="73418"/>
          </a:xfrm>
          <a:prstGeom prst="flowChartConnector">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Flowchart: Connector 306"/>
          <p:cNvSpPr/>
          <p:nvPr/>
        </p:nvSpPr>
        <p:spPr>
          <a:xfrm>
            <a:off x="6813068" y="4627797"/>
            <a:ext cx="110348" cy="73418"/>
          </a:xfrm>
          <a:prstGeom prst="flowChartConnector">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9" name="Straight Connector 308"/>
          <p:cNvCxnSpPr/>
          <p:nvPr/>
        </p:nvCxnSpPr>
        <p:spPr>
          <a:xfrm>
            <a:off x="7332287" y="4360227"/>
            <a:ext cx="83481" cy="92504"/>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p:nvPr/>
        </p:nvCxnSpPr>
        <p:spPr>
          <a:xfrm>
            <a:off x="7483734" y="4373757"/>
            <a:ext cx="83481" cy="92504"/>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p:nvPr/>
        </p:nvCxnSpPr>
        <p:spPr>
          <a:xfrm>
            <a:off x="7465801" y="4496422"/>
            <a:ext cx="83481" cy="92504"/>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p:nvPr/>
        </p:nvCxnSpPr>
        <p:spPr>
          <a:xfrm>
            <a:off x="7582182" y="4518429"/>
            <a:ext cx="83481" cy="92504"/>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p:cNvCxnSpPr/>
          <p:nvPr/>
        </p:nvCxnSpPr>
        <p:spPr>
          <a:xfrm>
            <a:off x="7605692" y="4633911"/>
            <a:ext cx="83481" cy="92504"/>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
        <p:nvSpPr>
          <p:cNvPr id="314" name="Rectangle 313"/>
          <p:cNvSpPr/>
          <p:nvPr/>
        </p:nvSpPr>
        <p:spPr>
          <a:xfrm>
            <a:off x="6292548" y="4916880"/>
            <a:ext cx="2382354" cy="1938130"/>
          </a:xfrm>
          <a:prstGeom prst="rect">
            <a:avLst/>
          </a:prstGeom>
          <a:solidFill>
            <a:srgbClr val="E29CEE"/>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p:cNvSpPr/>
          <p:nvPr/>
        </p:nvSpPr>
        <p:spPr>
          <a:xfrm>
            <a:off x="6451148" y="5088835"/>
            <a:ext cx="2076502" cy="795916"/>
          </a:xfrm>
          <a:prstGeom prst="rect">
            <a:avLst/>
          </a:prstGeom>
          <a:solidFill>
            <a:srgbClr val="FF66CC"/>
          </a:solidFill>
          <a:ln>
            <a:solidFill>
              <a:srgbClr val="F8DC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p:cNvSpPr/>
          <p:nvPr/>
        </p:nvSpPr>
        <p:spPr>
          <a:xfrm>
            <a:off x="6465212" y="5939975"/>
            <a:ext cx="2076502" cy="795916"/>
          </a:xfrm>
          <a:prstGeom prst="rect">
            <a:avLst/>
          </a:prstGeom>
          <a:solidFill>
            <a:srgbClr val="FF66CC"/>
          </a:solidFill>
          <a:ln>
            <a:solidFill>
              <a:srgbClr val="F8DC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p:cNvSpPr/>
          <p:nvPr/>
        </p:nvSpPr>
        <p:spPr>
          <a:xfrm>
            <a:off x="8696578" y="4747938"/>
            <a:ext cx="6282825" cy="167997"/>
          </a:xfrm>
          <a:prstGeom prst="rect">
            <a:avLst/>
          </a:prstGeom>
          <a:blipFill>
            <a:blip r:embed="rId2">
              <a:extLst>
                <a:ext uri="{BEBA8EAE-BF5A-486C-A8C5-ECC9F3942E4B}">
                  <a14:imgProps xmlns:a14="http://schemas.microsoft.com/office/drawing/2010/main">
                    <a14:imgLayer r:embed="rId3">
                      <a14:imgEffect>
                        <a14:colorTemperature colorTemp="11200"/>
                      </a14:imgEffect>
                    </a14:imgLayer>
                  </a14:imgProps>
                </a:ext>
              </a:extLst>
            </a:blip>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p:cNvSpPr/>
          <p:nvPr/>
        </p:nvSpPr>
        <p:spPr>
          <a:xfrm>
            <a:off x="8700314" y="4910814"/>
            <a:ext cx="1014919" cy="1938130"/>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p:cNvSpPr/>
          <p:nvPr/>
        </p:nvSpPr>
        <p:spPr>
          <a:xfrm>
            <a:off x="8868863" y="5027211"/>
            <a:ext cx="603546" cy="1764196"/>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1" name="Group 320"/>
          <p:cNvGrpSpPr/>
          <p:nvPr/>
        </p:nvGrpSpPr>
        <p:grpSpPr>
          <a:xfrm>
            <a:off x="9712061" y="4921249"/>
            <a:ext cx="1014919" cy="1938130"/>
            <a:chOff x="1021773" y="4919870"/>
            <a:chExt cx="1014919" cy="1938130"/>
          </a:xfrm>
        </p:grpSpPr>
        <p:sp>
          <p:nvSpPr>
            <p:cNvPr id="322" name="Rectangle 321"/>
            <p:cNvSpPr/>
            <p:nvPr/>
          </p:nvSpPr>
          <p:spPr>
            <a:xfrm>
              <a:off x="1021773" y="4919870"/>
              <a:ext cx="1014919" cy="1938130"/>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p:cNvSpPr/>
            <p:nvPr/>
          </p:nvSpPr>
          <p:spPr>
            <a:xfrm>
              <a:off x="1274404" y="5002973"/>
              <a:ext cx="569291" cy="1764196"/>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5" name="Group 324"/>
          <p:cNvGrpSpPr/>
          <p:nvPr/>
        </p:nvGrpSpPr>
        <p:grpSpPr>
          <a:xfrm>
            <a:off x="10731608" y="4923116"/>
            <a:ext cx="897578" cy="824947"/>
            <a:chOff x="2042058" y="4921249"/>
            <a:chExt cx="897578" cy="824947"/>
          </a:xfrm>
        </p:grpSpPr>
        <p:sp>
          <p:nvSpPr>
            <p:cNvPr id="326" name="Rectangle 325"/>
            <p:cNvSpPr/>
            <p:nvPr/>
          </p:nvSpPr>
          <p:spPr>
            <a:xfrm>
              <a:off x="2042058" y="4921249"/>
              <a:ext cx="897578" cy="824947"/>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p:cNvSpPr/>
            <p:nvPr/>
          </p:nvSpPr>
          <p:spPr>
            <a:xfrm>
              <a:off x="2270732" y="5130301"/>
              <a:ext cx="437304" cy="506730"/>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9" name="Group 328"/>
          <p:cNvGrpSpPr/>
          <p:nvPr/>
        </p:nvGrpSpPr>
        <p:grpSpPr>
          <a:xfrm>
            <a:off x="10740572" y="5747050"/>
            <a:ext cx="897578" cy="1113183"/>
            <a:chOff x="2048826" y="5754756"/>
            <a:chExt cx="897578" cy="1113183"/>
          </a:xfrm>
        </p:grpSpPr>
        <p:sp>
          <p:nvSpPr>
            <p:cNvPr id="330" name="Rectangle 329"/>
            <p:cNvSpPr/>
            <p:nvPr/>
          </p:nvSpPr>
          <p:spPr>
            <a:xfrm>
              <a:off x="2048826" y="5754756"/>
              <a:ext cx="897578" cy="1113183"/>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p:cNvSpPr/>
            <p:nvPr/>
          </p:nvSpPr>
          <p:spPr>
            <a:xfrm>
              <a:off x="2269322" y="5976892"/>
              <a:ext cx="437304" cy="72208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3" name="Group 332"/>
          <p:cNvGrpSpPr/>
          <p:nvPr/>
        </p:nvGrpSpPr>
        <p:grpSpPr>
          <a:xfrm>
            <a:off x="11652656" y="4919870"/>
            <a:ext cx="596348" cy="1938130"/>
            <a:chOff x="5675244" y="4916880"/>
            <a:chExt cx="596348" cy="1938130"/>
          </a:xfrm>
        </p:grpSpPr>
        <p:sp>
          <p:nvSpPr>
            <p:cNvPr id="334" name="Rectangle 333"/>
            <p:cNvSpPr/>
            <p:nvPr/>
          </p:nvSpPr>
          <p:spPr>
            <a:xfrm>
              <a:off x="5675244" y="4916880"/>
              <a:ext cx="596348" cy="1938130"/>
            </a:xfrm>
            <a:prstGeom prst="rect">
              <a:avLst/>
            </a:prstGeom>
            <a:solidFill>
              <a:srgbClr val="E29CE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p:cNvSpPr/>
            <p:nvPr/>
          </p:nvSpPr>
          <p:spPr>
            <a:xfrm>
              <a:off x="5763223" y="5070528"/>
              <a:ext cx="388738" cy="1628446"/>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6" name="Flowchart: Connector 335"/>
          <p:cNvSpPr/>
          <p:nvPr/>
        </p:nvSpPr>
        <p:spPr>
          <a:xfrm>
            <a:off x="833965" y="5004359"/>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Flowchart: Connector 336"/>
          <p:cNvSpPr/>
          <p:nvPr/>
        </p:nvSpPr>
        <p:spPr>
          <a:xfrm>
            <a:off x="1046051" y="5005483"/>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Flowchart: Connector 337"/>
          <p:cNvSpPr/>
          <p:nvPr/>
        </p:nvSpPr>
        <p:spPr>
          <a:xfrm>
            <a:off x="2394408" y="4958627"/>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Flowchart: Connector 338"/>
          <p:cNvSpPr/>
          <p:nvPr/>
        </p:nvSpPr>
        <p:spPr>
          <a:xfrm>
            <a:off x="2421325" y="5817885"/>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Flowchart: Connector 339"/>
          <p:cNvSpPr/>
          <p:nvPr/>
        </p:nvSpPr>
        <p:spPr>
          <a:xfrm>
            <a:off x="4166084" y="4985265"/>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Flowchart: Connector 340"/>
          <p:cNvSpPr/>
          <p:nvPr/>
        </p:nvSpPr>
        <p:spPr>
          <a:xfrm>
            <a:off x="4082246" y="5156403"/>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Flowchart: Connector 341"/>
          <p:cNvSpPr/>
          <p:nvPr/>
        </p:nvSpPr>
        <p:spPr>
          <a:xfrm>
            <a:off x="4336288" y="5156403"/>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Flowchart: Connector 342"/>
          <p:cNvSpPr/>
          <p:nvPr/>
        </p:nvSpPr>
        <p:spPr>
          <a:xfrm>
            <a:off x="5882881" y="4963839"/>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Flowchart: Connector 343"/>
          <p:cNvSpPr/>
          <p:nvPr/>
        </p:nvSpPr>
        <p:spPr>
          <a:xfrm>
            <a:off x="7397134" y="5144420"/>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Flowchart: Connector 344"/>
          <p:cNvSpPr/>
          <p:nvPr/>
        </p:nvSpPr>
        <p:spPr>
          <a:xfrm>
            <a:off x="7411323" y="6056706"/>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Flowchart: Connector 345"/>
          <p:cNvSpPr/>
          <p:nvPr/>
        </p:nvSpPr>
        <p:spPr>
          <a:xfrm>
            <a:off x="9530943" y="4981499"/>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Flowchart: Connector 346"/>
          <p:cNvSpPr/>
          <p:nvPr/>
        </p:nvSpPr>
        <p:spPr>
          <a:xfrm>
            <a:off x="9731712" y="4983881"/>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Flowchart: Connector 347"/>
          <p:cNvSpPr/>
          <p:nvPr/>
        </p:nvSpPr>
        <p:spPr>
          <a:xfrm>
            <a:off x="11083297" y="4977381"/>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Flowchart: Connector 348"/>
          <p:cNvSpPr/>
          <p:nvPr/>
        </p:nvSpPr>
        <p:spPr>
          <a:xfrm>
            <a:off x="11087955" y="5791015"/>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4" name="Picture 353"/>
          <p:cNvPicPr>
            <a:picLocks noChangeAspect="1"/>
          </p:cNvPicPr>
          <p:nvPr/>
        </p:nvPicPr>
        <p:blipFill>
          <a:blip r:embed="rId4"/>
          <a:stretch>
            <a:fillRect/>
          </a:stretch>
        </p:blipFill>
        <p:spPr>
          <a:xfrm>
            <a:off x="9805596" y="2423207"/>
            <a:ext cx="1323217" cy="981742"/>
          </a:xfrm>
          <a:prstGeom prst="rect">
            <a:avLst/>
          </a:prstGeom>
        </p:spPr>
      </p:pic>
      <p:sp>
        <p:nvSpPr>
          <p:cNvPr id="350" name="Flowchart: Connector 349"/>
          <p:cNvSpPr/>
          <p:nvPr/>
        </p:nvSpPr>
        <p:spPr>
          <a:xfrm>
            <a:off x="11854978" y="4958627"/>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Cloud 354"/>
          <p:cNvSpPr/>
          <p:nvPr/>
        </p:nvSpPr>
        <p:spPr>
          <a:xfrm>
            <a:off x="9587492" y="1822207"/>
            <a:ext cx="354942" cy="231840"/>
          </a:xfrm>
          <a:prstGeom prst="clou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Cloud 355"/>
          <p:cNvSpPr/>
          <p:nvPr/>
        </p:nvSpPr>
        <p:spPr>
          <a:xfrm>
            <a:off x="10069098" y="1626763"/>
            <a:ext cx="354942" cy="231840"/>
          </a:xfrm>
          <a:prstGeom prst="clou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Cloud 356"/>
          <p:cNvSpPr/>
          <p:nvPr/>
        </p:nvSpPr>
        <p:spPr>
          <a:xfrm>
            <a:off x="10014710" y="1967796"/>
            <a:ext cx="354942" cy="231840"/>
          </a:xfrm>
          <a:prstGeom prst="clou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Cloud 357"/>
          <p:cNvSpPr/>
          <p:nvPr/>
        </p:nvSpPr>
        <p:spPr>
          <a:xfrm>
            <a:off x="10526535" y="1811646"/>
            <a:ext cx="354942" cy="231840"/>
          </a:xfrm>
          <a:prstGeom prst="clou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Cloud 358"/>
          <p:cNvSpPr/>
          <p:nvPr/>
        </p:nvSpPr>
        <p:spPr>
          <a:xfrm>
            <a:off x="10763954" y="2083716"/>
            <a:ext cx="354942" cy="231840"/>
          </a:xfrm>
          <a:prstGeom prst="cloud">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Sun 359"/>
          <p:cNvSpPr/>
          <p:nvPr/>
        </p:nvSpPr>
        <p:spPr>
          <a:xfrm>
            <a:off x="11118896" y="1614685"/>
            <a:ext cx="427117" cy="444842"/>
          </a:xfrm>
          <a:prstGeom prst="sun">
            <a:avLst/>
          </a:prstGeom>
          <a:gradFill flip="none" rotWithShape="1">
            <a:gsLst>
              <a:gs pos="22000">
                <a:srgbClr val="FFFF00"/>
              </a:gs>
              <a:gs pos="38000">
                <a:srgbClr val="FF0000"/>
              </a:gs>
              <a:gs pos="54000">
                <a:srgbClr val="FFFF00"/>
              </a:gs>
              <a:gs pos="70000">
                <a:srgbClr val="FF0000"/>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Flowchart: Connector 360"/>
          <p:cNvSpPr/>
          <p:nvPr/>
        </p:nvSpPr>
        <p:spPr>
          <a:xfrm>
            <a:off x="1431996" y="2775777"/>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Flowchart: Connector 361"/>
          <p:cNvSpPr/>
          <p:nvPr/>
        </p:nvSpPr>
        <p:spPr>
          <a:xfrm>
            <a:off x="1604184" y="2670473"/>
            <a:ext cx="155290" cy="91424"/>
          </a:xfrm>
          <a:prstGeom prst="flowChartConnector">
            <a:avLst/>
          </a:prstGeom>
          <a:solidFill>
            <a:srgbClr val="FFFFCC"/>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Flowchart: Connector 362"/>
          <p:cNvSpPr/>
          <p:nvPr/>
        </p:nvSpPr>
        <p:spPr>
          <a:xfrm>
            <a:off x="9177729" y="1395247"/>
            <a:ext cx="272206" cy="202656"/>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Flowchart: Connector 363"/>
          <p:cNvSpPr/>
          <p:nvPr/>
        </p:nvSpPr>
        <p:spPr>
          <a:xfrm>
            <a:off x="11531281" y="1388707"/>
            <a:ext cx="272206" cy="202656"/>
          </a:xfrm>
          <a:prstGeom prst="flowChartConnector">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p:cNvSpPr/>
          <p:nvPr/>
        </p:nvSpPr>
        <p:spPr>
          <a:xfrm>
            <a:off x="9512917" y="1455602"/>
            <a:ext cx="1930467" cy="6696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6" name="Picture 365"/>
          <p:cNvPicPr>
            <a:picLocks noChangeAspect="1"/>
          </p:cNvPicPr>
          <p:nvPr/>
        </p:nvPicPr>
        <p:blipFill>
          <a:blip r:embed="rId5"/>
          <a:stretch>
            <a:fillRect/>
          </a:stretch>
        </p:blipFill>
        <p:spPr>
          <a:xfrm>
            <a:off x="8938830" y="3906967"/>
            <a:ext cx="914479" cy="883997"/>
          </a:xfrm>
          <a:prstGeom prst="rect">
            <a:avLst/>
          </a:prstGeom>
        </p:spPr>
      </p:pic>
      <p:sp>
        <p:nvSpPr>
          <p:cNvPr id="367" name="Cloud 366"/>
          <p:cNvSpPr/>
          <p:nvPr/>
        </p:nvSpPr>
        <p:spPr>
          <a:xfrm>
            <a:off x="9864364" y="2214890"/>
            <a:ext cx="294088" cy="298631"/>
          </a:xfrm>
          <a:prstGeom prst="cloud">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Cloud 367"/>
          <p:cNvSpPr/>
          <p:nvPr/>
        </p:nvSpPr>
        <p:spPr>
          <a:xfrm>
            <a:off x="10780325" y="2335930"/>
            <a:ext cx="294088" cy="298631"/>
          </a:xfrm>
          <a:prstGeom prst="cloud">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Cloud 368"/>
          <p:cNvSpPr/>
          <p:nvPr/>
        </p:nvSpPr>
        <p:spPr>
          <a:xfrm>
            <a:off x="9449935" y="1582615"/>
            <a:ext cx="294088" cy="298631"/>
          </a:xfrm>
          <a:prstGeom prst="cloud">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Cloud 369"/>
          <p:cNvSpPr/>
          <p:nvPr/>
        </p:nvSpPr>
        <p:spPr>
          <a:xfrm>
            <a:off x="9440448" y="2182394"/>
            <a:ext cx="294088" cy="298631"/>
          </a:xfrm>
          <a:prstGeom prst="cloud">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2" name="Picture 351"/>
          <p:cNvPicPr>
            <a:picLocks noChangeAspect="1"/>
          </p:cNvPicPr>
          <p:nvPr/>
        </p:nvPicPr>
        <p:blipFill>
          <a:blip r:embed="rId6"/>
          <a:stretch>
            <a:fillRect/>
          </a:stretch>
        </p:blipFill>
        <p:spPr>
          <a:xfrm>
            <a:off x="9076776" y="1260453"/>
            <a:ext cx="2817372" cy="2021687"/>
          </a:xfrm>
          <a:prstGeom prst="rect">
            <a:avLst/>
          </a:prstGeom>
        </p:spPr>
      </p:pic>
      <p:pic>
        <p:nvPicPr>
          <p:cNvPr id="373" name="Picture 372"/>
          <p:cNvPicPr>
            <a:picLocks noChangeAspect="1"/>
          </p:cNvPicPr>
          <p:nvPr/>
        </p:nvPicPr>
        <p:blipFill>
          <a:blip r:embed="rId7"/>
          <a:stretch>
            <a:fillRect/>
          </a:stretch>
        </p:blipFill>
        <p:spPr>
          <a:xfrm>
            <a:off x="1767945" y="3792003"/>
            <a:ext cx="981541" cy="1146147"/>
          </a:xfrm>
          <a:prstGeom prst="rect">
            <a:avLst/>
          </a:prstGeom>
        </p:spPr>
      </p:pic>
      <p:pic>
        <p:nvPicPr>
          <p:cNvPr id="371" name="Picture 370"/>
          <p:cNvPicPr>
            <a:picLocks noChangeAspect="1"/>
          </p:cNvPicPr>
          <p:nvPr/>
        </p:nvPicPr>
        <p:blipFill>
          <a:blip r:embed="rId8"/>
          <a:stretch>
            <a:fillRect/>
          </a:stretch>
        </p:blipFill>
        <p:spPr>
          <a:xfrm>
            <a:off x="1436649" y="3911042"/>
            <a:ext cx="810838" cy="1005927"/>
          </a:xfrm>
          <a:prstGeom prst="rect">
            <a:avLst/>
          </a:prstGeom>
        </p:spPr>
      </p:pic>
      <p:pic>
        <p:nvPicPr>
          <p:cNvPr id="374" name="Picture 373"/>
          <p:cNvPicPr>
            <a:picLocks noChangeAspect="1"/>
          </p:cNvPicPr>
          <p:nvPr/>
        </p:nvPicPr>
        <p:blipFill>
          <a:blip r:embed="rId9"/>
          <a:stretch>
            <a:fillRect/>
          </a:stretch>
        </p:blipFill>
        <p:spPr>
          <a:xfrm>
            <a:off x="1962960" y="4314300"/>
            <a:ext cx="512108" cy="554784"/>
          </a:xfrm>
          <a:prstGeom prst="rect">
            <a:avLst/>
          </a:prstGeom>
        </p:spPr>
      </p:pic>
      <p:pic>
        <p:nvPicPr>
          <p:cNvPr id="375" name="Picture 374"/>
          <p:cNvPicPr>
            <a:picLocks noChangeAspect="1"/>
          </p:cNvPicPr>
          <p:nvPr/>
        </p:nvPicPr>
        <p:blipFill>
          <a:blip r:embed="rId10"/>
          <a:stretch>
            <a:fillRect/>
          </a:stretch>
        </p:blipFill>
        <p:spPr>
          <a:xfrm>
            <a:off x="7886077" y="4106772"/>
            <a:ext cx="774259" cy="871804"/>
          </a:xfrm>
          <a:prstGeom prst="rect">
            <a:avLst/>
          </a:prstGeom>
        </p:spPr>
      </p:pic>
      <p:pic>
        <p:nvPicPr>
          <p:cNvPr id="376" name="Picture 375"/>
          <p:cNvPicPr>
            <a:picLocks noChangeAspect="1"/>
          </p:cNvPicPr>
          <p:nvPr/>
        </p:nvPicPr>
        <p:blipFill>
          <a:blip r:embed="rId11"/>
          <a:stretch>
            <a:fillRect/>
          </a:stretch>
        </p:blipFill>
        <p:spPr>
          <a:xfrm>
            <a:off x="10217592" y="4139638"/>
            <a:ext cx="841321" cy="786452"/>
          </a:xfrm>
          <a:prstGeom prst="rect">
            <a:avLst/>
          </a:prstGeom>
        </p:spPr>
      </p:pic>
      <p:pic>
        <p:nvPicPr>
          <p:cNvPr id="377" name="Picture 37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65475" y="3322566"/>
            <a:ext cx="2034421" cy="2034421"/>
          </a:xfrm>
          <a:prstGeom prst="rect">
            <a:avLst/>
          </a:prstGeom>
        </p:spPr>
      </p:pic>
      <p:grpSp>
        <p:nvGrpSpPr>
          <p:cNvPr id="381" name="Group 380"/>
          <p:cNvGrpSpPr/>
          <p:nvPr/>
        </p:nvGrpSpPr>
        <p:grpSpPr>
          <a:xfrm>
            <a:off x="2326646" y="1915894"/>
            <a:ext cx="7042206" cy="622156"/>
            <a:chOff x="2326646" y="1915894"/>
            <a:chExt cx="7042206" cy="622156"/>
          </a:xfrm>
        </p:grpSpPr>
        <p:sp>
          <p:nvSpPr>
            <p:cNvPr id="378" name="TextBox 377"/>
            <p:cNvSpPr txBox="1"/>
            <p:nvPr/>
          </p:nvSpPr>
          <p:spPr>
            <a:xfrm>
              <a:off x="2326646" y="1953275"/>
              <a:ext cx="7002183" cy="584775"/>
            </a:xfrm>
            <a:prstGeom prst="rect">
              <a:avLst/>
            </a:prstGeom>
            <a:noFill/>
          </p:spPr>
          <p:txBody>
            <a:bodyPr wrap="square" rtlCol="0">
              <a:spAutoFit/>
            </a:bodyPr>
            <a:lstStyle/>
            <a:p>
              <a:r>
                <a:rPr lang="en-US" sz="3200" dirty="0">
                  <a:latin typeface="Script MT Bold" panose="03040602040607080904" pitchFamily="66" charset="0"/>
                  <a:cs typeface="Rod" panose="02030509050101010101" pitchFamily="49" charset="-79"/>
                </a:rPr>
                <a:t>What cakes are popular among people?</a:t>
              </a:r>
            </a:p>
          </p:txBody>
        </p:sp>
        <p:sp>
          <p:nvSpPr>
            <p:cNvPr id="379" name="TextBox 378"/>
            <p:cNvSpPr txBox="1"/>
            <p:nvPr/>
          </p:nvSpPr>
          <p:spPr>
            <a:xfrm>
              <a:off x="2352505" y="1915894"/>
              <a:ext cx="7002183" cy="584775"/>
            </a:xfrm>
            <a:prstGeom prst="rect">
              <a:avLst/>
            </a:prstGeom>
            <a:noFill/>
          </p:spPr>
          <p:txBody>
            <a:bodyPr wrap="square" rtlCol="0">
              <a:spAutoFit/>
            </a:bodyPr>
            <a:lstStyle/>
            <a:p>
              <a:r>
                <a:rPr lang="en-US" sz="3200" dirty="0">
                  <a:solidFill>
                    <a:schemeClr val="bg1"/>
                  </a:solidFill>
                  <a:latin typeface="Script MT Bold" panose="03040602040607080904" pitchFamily="66" charset="0"/>
                  <a:cs typeface="Rod" panose="02030509050101010101" pitchFamily="49" charset="-79"/>
                </a:rPr>
                <a:t>What cakes are popular among people?</a:t>
              </a:r>
            </a:p>
          </p:txBody>
        </p:sp>
        <p:sp>
          <p:nvSpPr>
            <p:cNvPr id="380" name="TextBox 379"/>
            <p:cNvSpPr txBox="1"/>
            <p:nvPr/>
          </p:nvSpPr>
          <p:spPr>
            <a:xfrm>
              <a:off x="2366669" y="1944786"/>
              <a:ext cx="7002183" cy="584775"/>
            </a:xfrm>
            <a:prstGeom prst="rect">
              <a:avLst/>
            </a:prstGeom>
            <a:noFill/>
          </p:spPr>
          <p:txBody>
            <a:bodyPr wrap="square" rtlCol="0">
              <a:spAutoFit/>
            </a:bodyPr>
            <a:lstStyle/>
            <a:p>
              <a:r>
                <a:rPr lang="en-US" sz="3200" dirty="0">
                  <a:solidFill>
                    <a:srgbClr val="CD9E9C"/>
                  </a:solidFill>
                  <a:latin typeface="Script MT Bold" panose="03040602040607080904" pitchFamily="66" charset="0"/>
                  <a:cs typeface="Rod" panose="02030509050101010101" pitchFamily="49" charset="-79"/>
                </a:rPr>
                <a:t>What cakes are popular among people?</a:t>
              </a:r>
            </a:p>
          </p:txBody>
        </p:sp>
      </p:grpSp>
    </p:spTree>
    <p:extLst>
      <p:ext uri="{BB962C8B-B14F-4D97-AF65-F5344CB8AC3E}">
        <p14:creationId xmlns:p14="http://schemas.microsoft.com/office/powerpoint/2010/main" val="185425041"/>
      </p:ext>
    </p:extLst>
  </p:cSld>
  <p:clrMapOvr>
    <a:masterClrMapping/>
  </p:clrMapOvr>
  <p:transition spd="slow" advTm="11000">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nodeType="withEffect">
                                  <p:stCondLst>
                                    <p:cond delay="0"/>
                                  </p:stCondLst>
                                  <p:childTnLst>
                                    <p:animEffect transition="out" filter="fade">
                                      <p:cBhvr>
                                        <p:cTn id="6" dur="500" tmFilter="0, 0; .2, .5; .8, .5; 1, 0"/>
                                        <p:tgtEl>
                                          <p:spTgt spid="310"/>
                                        </p:tgtEl>
                                      </p:cBhvr>
                                    </p:animEffect>
                                    <p:animScale>
                                      <p:cBhvr>
                                        <p:cTn id="7" dur="250" autoRev="1" fill="hold"/>
                                        <p:tgtEl>
                                          <p:spTgt spid="310"/>
                                        </p:tgtEl>
                                      </p:cBhvr>
                                      <p:by x="105000" y="105000"/>
                                    </p:animScale>
                                  </p:childTnLst>
                                </p:cTn>
                              </p:par>
                              <p:par>
                                <p:cTn id="8" presetID="26" presetClass="emph" presetSubtype="0" fill="hold" nodeType="withEffect">
                                  <p:stCondLst>
                                    <p:cond delay="500"/>
                                  </p:stCondLst>
                                  <p:childTnLst>
                                    <p:animEffect transition="out" filter="fade">
                                      <p:cBhvr>
                                        <p:cTn id="9" dur="500" tmFilter="0, 0; .2, .5; .8, .5; 1, 0"/>
                                        <p:tgtEl>
                                          <p:spTgt spid="309"/>
                                        </p:tgtEl>
                                      </p:cBhvr>
                                    </p:animEffect>
                                    <p:animScale>
                                      <p:cBhvr>
                                        <p:cTn id="10" dur="250" autoRev="1" fill="hold"/>
                                        <p:tgtEl>
                                          <p:spTgt spid="309"/>
                                        </p:tgtEl>
                                      </p:cBhvr>
                                      <p:by x="105000" y="105000"/>
                                    </p:animScale>
                                  </p:childTnLst>
                                </p:cTn>
                              </p:par>
                              <p:par>
                                <p:cTn id="11" presetID="26" presetClass="emph" presetSubtype="0" fill="hold" nodeType="withEffect">
                                  <p:stCondLst>
                                    <p:cond delay="1000"/>
                                  </p:stCondLst>
                                  <p:childTnLst>
                                    <p:animEffect transition="out" filter="fade">
                                      <p:cBhvr>
                                        <p:cTn id="12" dur="500" tmFilter="0, 0; .2, .5; .8, .5; 1, 0"/>
                                        <p:tgtEl>
                                          <p:spTgt spid="312"/>
                                        </p:tgtEl>
                                      </p:cBhvr>
                                    </p:animEffect>
                                    <p:animScale>
                                      <p:cBhvr>
                                        <p:cTn id="13" dur="250" autoRev="1" fill="hold"/>
                                        <p:tgtEl>
                                          <p:spTgt spid="312"/>
                                        </p:tgtEl>
                                      </p:cBhvr>
                                      <p:by x="105000" y="105000"/>
                                    </p:animScale>
                                  </p:childTnLst>
                                </p:cTn>
                              </p:par>
                              <p:par>
                                <p:cTn id="14" presetID="26" presetClass="emph" presetSubtype="0" fill="hold" nodeType="withEffect">
                                  <p:stCondLst>
                                    <p:cond delay="1500"/>
                                  </p:stCondLst>
                                  <p:childTnLst>
                                    <p:animEffect transition="out" filter="fade">
                                      <p:cBhvr>
                                        <p:cTn id="15" dur="500" tmFilter="0, 0; .2, .5; .8, .5; 1, 0"/>
                                        <p:tgtEl>
                                          <p:spTgt spid="311"/>
                                        </p:tgtEl>
                                      </p:cBhvr>
                                    </p:animEffect>
                                    <p:animScale>
                                      <p:cBhvr>
                                        <p:cTn id="16" dur="250" autoRev="1" fill="hold"/>
                                        <p:tgtEl>
                                          <p:spTgt spid="311"/>
                                        </p:tgtEl>
                                      </p:cBhvr>
                                      <p:by x="105000" y="105000"/>
                                    </p:animScale>
                                  </p:childTnLst>
                                </p:cTn>
                              </p:par>
                              <p:par>
                                <p:cTn id="17" presetID="26" presetClass="emph" presetSubtype="0" fill="hold" nodeType="withEffect">
                                  <p:stCondLst>
                                    <p:cond delay="2000"/>
                                  </p:stCondLst>
                                  <p:childTnLst>
                                    <p:animEffect transition="out" filter="fade">
                                      <p:cBhvr>
                                        <p:cTn id="18" dur="500" tmFilter="0, 0; .2, .5; .8, .5; 1, 0"/>
                                        <p:tgtEl>
                                          <p:spTgt spid="310"/>
                                        </p:tgtEl>
                                      </p:cBhvr>
                                    </p:animEffect>
                                    <p:animScale>
                                      <p:cBhvr>
                                        <p:cTn id="19" dur="250" autoRev="1" fill="hold"/>
                                        <p:tgtEl>
                                          <p:spTgt spid="310"/>
                                        </p:tgtEl>
                                      </p:cBhvr>
                                      <p:by x="105000" y="105000"/>
                                    </p:animScale>
                                  </p:childTnLst>
                                </p:cTn>
                              </p:par>
                              <p:par>
                                <p:cTn id="20" presetID="26" presetClass="emph" presetSubtype="0" fill="hold" nodeType="withEffect">
                                  <p:stCondLst>
                                    <p:cond delay="2500"/>
                                  </p:stCondLst>
                                  <p:childTnLst>
                                    <p:animEffect transition="out" filter="fade">
                                      <p:cBhvr>
                                        <p:cTn id="21" dur="500" tmFilter="0, 0; .2, .5; .8, .5; 1, 0"/>
                                        <p:tgtEl>
                                          <p:spTgt spid="313"/>
                                        </p:tgtEl>
                                      </p:cBhvr>
                                    </p:animEffect>
                                    <p:animScale>
                                      <p:cBhvr>
                                        <p:cTn id="22" dur="250" autoRev="1" fill="hold"/>
                                        <p:tgtEl>
                                          <p:spTgt spid="313"/>
                                        </p:tgtEl>
                                      </p:cBhvr>
                                      <p:by x="105000" y="105000"/>
                                    </p:animScale>
                                  </p:childTnLst>
                                </p:cTn>
                              </p:par>
                              <p:par>
                                <p:cTn id="23" presetID="26" presetClass="emph" presetSubtype="0" fill="hold" nodeType="withEffect">
                                  <p:stCondLst>
                                    <p:cond delay="3000"/>
                                  </p:stCondLst>
                                  <p:childTnLst>
                                    <p:animEffect transition="out" filter="fade">
                                      <p:cBhvr>
                                        <p:cTn id="24" dur="500" tmFilter="0, 0; .2, .5; .8, .5; 1, 0"/>
                                        <p:tgtEl>
                                          <p:spTgt spid="309"/>
                                        </p:tgtEl>
                                      </p:cBhvr>
                                    </p:animEffect>
                                    <p:animScale>
                                      <p:cBhvr>
                                        <p:cTn id="25" dur="250" autoRev="1" fill="hold"/>
                                        <p:tgtEl>
                                          <p:spTgt spid="309"/>
                                        </p:tgtEl>
                                      </p:cBhvr>
                                      <p:by x="105000" y="105000"/>
                                    </p:animScale>
                                  </p:childTnLst>
                                </p:cTn>
                              </p:par>
                              <p:par>
                                <p:cTn id="26" presetID="26" presetClass="emph" presetSubtype="0" fill="hold" nodeType="withEffect">
                                  <p:stCondLst>
                                    <p:cond delay="3500"/>
                                  </p:stCondLst>
                                  <p:childTnLst>
                                    <p:animEffect transition="out" filter="fade">
                                      <p:cBhvr>
                                        <p:cTn id="27" dur="500" tmFilter="0, 0; .2, .5; .8, .5; 1, 0"/>
                                        <p:tgtEl>
                                          <p:spTgt spid="312"/>
                                        </p:tgtEl>
                                      </p:cBhvr>
                                    </p:animEffect>
                                    <p:animScale>
                                      <p:cBhvr>
                                        <p:cTn id="28" dur="250" autoRev="1" fill="hold"/>
                                        <p:tgtEl>
                                          <p:spTgt spid="312"/>
                                        </p:tgtEl>
                                      </p:cBhvr>
                                      <p:by x="105000" y="105000"/>
                                    </p:animScale>
                                  </p:childTnLst>
                                </p:cTn>
                              </p:par>
                              <p:par>
                                <p:cTn id="29" presetID="26" presetClass="emph" presetSubtype="0" fill="hold" nodeType="withEffect">
                                  <p:stCondLst>
                                    <p:cond delay="4000"/>
                                  </p:stCondLst>
                                  <p:childTnLst>
                                    <p:animEffect transition="out" filter="fade">
                                      <p:cBhvr>
                                        <p:cTn id="30" dur="500" tmFilter="0, 0; .2, .5; .8, .5; 1, 0"/>
                                        <p:tgtEl>
                                          <p:spTgt spid="311"/>
                                        </p:tgtEl>
                                      </p:cBhvr>
                                    </p:animEffect>
                                    <p:animScale>
                                      <p:cBhvr>
                                        <p:cTn id="31" dur="250" autoRev="1" fill="hold"/>
                                        <p:tgtEl>
                                          <p:spTgt spid="311"/>
                                        </p:tgtEl>
                                      </p:cBhvr>
                                      <p:by x="105000" y="105000"/>
                                    </p:animScale>
                                  </p:childTnLst>
                                </p:cTn>
                              </p:par>
                              <p:par>
                                <p:cTn id="32" presetID="26" presetClass="emph" presetSubtype="0" fill="hold" nodeType="withEffect">
                                  <p:stCondLst>
                                    <p:cond delay="4500"/>
                                  </p:stCondLst>
                                  <p:childTnLst>
                                    <p:animEffect transition="out" filter="fade">
                                      <p:cBhvr>
                                        <p:cTn id="33" dur="500" tmFilter="0, 0; .2, .5; .8, .5; 1, 0"/>
                                        <p:tgtEl>
                                          <p:spTgt spid="313"/>
                                        </p:tgtEl>
                                      </p:cBhvr>
                                    </p:animEffect>
                                    <p:animScale>
                                      <p:cBhvr>
                                        <p:cTn id="34" dur="250" autoRev="1" fill="hold"/>
                                        <p:tgtEl>
                                          <p:spTgt spid="313"/>
                                        </p:tgtEl>
                                      </p:cBhvr>
                                      <p:by x="105000" y="105000"/>
                                    </p:animScale>
                                  </p:childTnLst>
                                </p:cTn>
                              </p:par>
                              <p:par>
                                <p:cTn id="35" presetID="26" presetClass="emph" presetSubtype="0" fill="hold" nodeType="withEffect">
                                  <p:stCondLst>
                                    <p:cond delay="5000"/>
                                  </p:stCondLst>
                                  <p:childTnLst>
                                    <p:animEffect transition="out" filter="fade">
                                      <p:cBhvr>
                                        <p:cTn id="36" dur="500" tmFilter="0, 0; .2, .5; .8, .5; 1, 0"/>
                                        <p:tgtEl>
                                          <p:spTgt spid="310"/>
                                        </p:tgtEl>
                                      </p:cBhvr>
                                    </p:animEffect>
                                    <p:animScale>
                                      <p:cBhvr>
                                        <p:cTn id="37" dur="250" autoRev="1" fill="hold"/>
                                        <p:tgtEl>
                                          <p:spTgt spid="310"/>
                                        </p:tgtEl>
                                      </p:cBhvr>
                                      <p:by x="105000" y="105000"/>
                                    </p:animScale>
                                  </p:childTnLst>
                                </p:cTn>
                              </p:par>
                              <p:par>
                                <p:cTn id="38" presetID="26" presetClass="emph" presetSubtype="0" fill="hold" nodeType="withEffect">
                                  <p:stCondLst>
                                    <p:cond delay="5500"/>
                                  </p:stCondLst>
                                  <p:childTnLst>
                                    <p:animEffect transition="out" filter="fade">
                                      <p:cBhvr>
                                        <p:cTn id="39" dur="500" tmFilter="0, 0; .2, .5; .8, .5; 1, 0"/>
                                        <p:tgtEl>
                                          <p:spTgt spid="309"/>
                                        </p:tgtEl>
                                      </p:cBhvr>
                                    </p:animEffect>
                                    <p:animScale>
                                      <p:cBhvr>
                                        <p:cTn id="40" dur="250" autoRev="1" fill="hold"/>
                                        <p:tgtEl>
                                          <p:spTgt spid="309"/>
                                        </p:tgtEl>
                                      </p:cBhvr>
                                      <p:by x="105000" y="105000"/>
                                    </p:animScale>
                                  </p:childTnLst>
                                </p:cTn>
                              </p:par>
                              <p:par>
                                <p:cTn id="41" presetID="26" presetClass="emph" presetSubtype="0" fill="hold" nodeType="withEffect">
                                  <p:stCondLst>
                                    <p:cond delay="6000"/>
                                  </p:stCondLst>
                                  <p:childTnLst>
                                    <p:animEffect transition="out" filter="fade">
                                      <p:cBhvr>
                                        <p:cTn id="42" dur="750" tmFilter="0, 0; .2, .5; .8, .5; 1, 0"/>
                                        <p:tgtEl>
                                          <p:spTgt spid="312"/>
                                        </p:tgtEl>
                                      </p:cBhvr>
                                    </p:animEffect>
                                    <p:animScale>
                                      <p:cBhvr>
                                        <p:cTn id="43" dur="375" autoRev="1" fill="hold"/>
                                        <p:tgtEl>
                                          <p:spTgt spid="312"/>
                                        </p:tgtEl>
                                      </p:cBhvr>
                                      <p:by x="105000" y="105000"/>
                                    </p:animScale>
                                  </p:childTnLst>
                                </p:cTn>
                              </p:par>
                              <p:par>
                                <p:cTn id="44" presetID="26" presetClass="emph" presetSubtype="0" fill="hold" nodeType="withEffect">
                                  <p:stCondLst>
                                    <p:cond delay="6500"/>
                                  </p:stCondLst>
                                  <p:childTnLst>
                                    <p:animEffect transition="out" filter="fade">
                                      <p:cBhvr>
                                        <p:cTn id="45" dur="500" tmFilter="0, 0; .2, .5; .8, .5; 1, 0"/>
                                        <p:tgtEl>
                                          <p:spTgt spid="311"/>
                                        </p:tgtEl>
                                      </p:cBhvr>
                                    </p:animEffect>
                                    <p:animScale>
                                      <p:cBhvr>
                                        <p:cTn id="46" dur="250" autoRev="1" fill="hold"/>
                                        <p:tgtEl>
                                          <p:spTgt spid="311"/>
                                        </p:tgtEl>
                                      </p:cBhvr>
                                      <p:by x="105000" y="105000"/>
                                    </p:animScale>
                                  </p:childTnLst>
                                </p:cTn>
                              </p:par>
                              <p:par>
                                <p:cTn id="47" presetID="26" presetClass="emph" presetSubtype="0" fill="hold" nodeType="withEffect">
                                  <p:stCondLst>
                                    <p:cond delay="7000"/>
                                  </p:stCondLst>
                                  <p:childTnLst>
                                    <p:animEffect transition="out" filter="fade">
                                      <p:cBhvr>
                                        <p:cTn id="48" dur="750" tmFilter="0, 0; .2, .5; .8, .5; 1, 0"/>
                                        <p:tgtEl>
                                          <p:spTgt spid="313"/>
                                        </p:tgtEl>
                                      </p:cBhvr>
                                    </p:animEffect>
                                    <p:animScale>
                                      <p:cBhvr>
                                        <p:cTn id="49" dur="375" autoRev="1" fill="hold"/>
                                        <p:tgtEl>
                                          <p:spTgt spid="313"/>
                                        </p:tgtEl>
                                      </p:cBhvr>
                                      <p:by x="105000" y="105000"/>
                                    </p:animScale>
                                  </p:childTnLst>
                                </p:cTn>
                              </p:par>
                              <p:par>
                                <p:cTn id="50" presetID="26" presetClass="path" presetSubtype="0" accel="50000" decel="50000" fill="hold" grpId="0" nodeType="withEffect">
                                  <p:stCondLst>
                                    <p:cond delay="0"/>
                                  </p:stCondLst>
                                  <p:childTnLst>
                                    <p:animMotion origin="layout" path="M -4.79167E-6 3.7037E-7 C -4.79167E-6 0.00718 0.00743 0.01319 0.01654 0.01319 C 0.02735 0.01319 0.03125 0.00648 0.03282 0.00255 L 0.03451 -0.00278 C 0.0362 -0.00671 0.04037 -0.01319 0.05248 -0.01319 C 0.06016 -0.01319 0.06915 -0.00741 0.06915 3.7037E-7 C 0.06915 0.00718 0.06016 0.01319 0.05248 0.01319 C 0.04037 0.01319 0.0362 0.00648 0.03451 0.00255 L 0.03282 -0.00278 C 0.03125 -0.00671 0.02735 -0.01319 0.01654 -0.01319 C 0.00743 -0.01319 -4.79167E-6 -0.00741 -4.79167E-6 3.7037E-7 Z " pathEditMode="relative" rAng="0" ptsTypes="AAAAAAAAAAA">
                                      <p:cBhvr>
                                        <p:cTn id="51" dur="7750" fill="hold"/>
                                        <p:tgtEl>
                                          <p:spTgt spid="367"/>
                                        </p:tgtEl>
                                        <p:attrNameLst>
                                          <p:attrName>ppt_x</p:attrName>
                                          <p:attrName>ppt_y</p:attrName>
                                        </p:attrNameLst>
                                      </p:cBhvr>
                                      <p:rCtr x="3451" y="0"/>
                                    </p:animMotion>
                                  </p:childTnLst>
                                </p:cTn>
                              </p:par>
                              <p:par>
                                <p:cTn id="52" presetID="26" presetClass="path" presetSubtype="0" accel="50000" decel="50000" fill="hold" grpId="0" nodeType="withEffect">
                                  <p:stCondLst>
                                    <p:cond delay="0"/>
                                  </p:stCondLst>
                                  <p:childTnLst>
                                    <p:animMotion origin="layout" path="M -4.58333E-6 -3.33333E-6 C -4.58333E-6 0.00996 0.0056 0.01829 0.0125 0.01829 C 0.02058 0.01829 0.02344 0.00903 0.02474 0.00348 L 0.02605 -0.0037 C 0.02722 -0.00926 0.03034 -0.01805 0.03946 -0.01805 C 0.04532 -0.01805 0.05209 -0.01018 0.05209 -3.33333E-6 C 0.05209 0.00996 0.04532 0.01829 0.03946 0.01829 C 0.03034 0.01829 0.02722 0.00903 0.02605 0.00348 L 0.02474 -0.0037 C 0.02344 -0.00926 0.02058 -0.01805 0.0125 -0.01805 C 0.0056 -0.01805 -4.58333E-6 -0.01018 -4.58333E-6 -3.33333E-6 Z " pathEditMode="relative" rAng="0" ptsTypes="AAAAAAAAAAA">
                                      <p:cBhvr>
                                        <p:cTn id="53" dur="7750" fill="hold"/>
                                        <p:tgtEl>
                                          <p:spTgt spid="356"/>
                                        </p:tgtEl>
                                        <p:attrNameLst>
                                          <p:attrName>ppt_x</p:attrName>
                                          <p:attrName>ppt_y</p:attrName>
                                        </p:attrNameLst>
                                      </p:cBhvr>
                                      <p:rCtr x="2604" y="0"/>
                                    </p:animMotion>
                                  </p:childTnLst>
                                </p:cTn>
                              </p:par>
                              <p:par>
                                <p:cTn id="54" presetID="26" presetClass="path" presetSubtype="0" accel="50000" decel="50000" fill="hold" grpId="0" nodeType="withEffect">
                                  <p:stCondLst>
                                    <p:cond delay="0"/>
                                  </p:stCondLst>
                                  <p:childTnLst>
                                    <p:animMotion origin="layout" path="M -3.75E-6 4.44444E-6 C -3.75E-6 0.0118 0.0043 0.02152 0.00977 0.02152 C 0.01615 0.02152 0.01836 0.01064 0.0194 0.00439 L 0.02045 -0.0044 C 0.02136 -0.01065 0.02383 -0.0213 0.03099 -0.0213 C 0.03555 -0.0213 0.04089 -0.01181 0.04089 4.44444E-6 C 0.04089 0.0118 0.03555 0.02152 0.03099 0.02152 C 0.02383 0.02152 0.02136 0.01064 0.02045 0.00439 L 0.0194 -0.0044 C 0.01836 -0.01065 0.01615 -0.0213 0.00977 -0.0213 C 0.0043 -0.0213 -3.75E-6 -0.01181 -3.75E-6 4.44444E-6 Z " pathEditMode="relative" rAng="0" ptsTypes="AAAAAAAAAAA">
                                      <p:cBhvr>
                                        <p:cTn id="55" dur="7750" fill="hold"/>
                                        <p:tgtEl>
                                          <p:spTgt spid="355"/>
                                        </p:tgtEl>
                                        <p:attrNameLst>
                                          <p:attrName>ppt_x</p:attrName>
                                          <p:attrName>ppt_y</p:attrName>
                                        </p:attrNameLst>
                                      </p:cBhvr>
                                      <p:rCtr x="2044" y="0"/>
                                    </p:animMotion>
                                  </p:childTnLst>
                                </p:cTn>
                              </p:par>
                              <p:par>
                                <p:cTn id="56" presetID="26" presetClass="path" presetSubtype="0" accel="50000" decel="50000" fill="hold" grpId="0" nodeType="withEffect">
                                  <p:stCondLst>
                                    <p:cond delay="0"/>
                                  </p:stCondLst>
                                  <p:childTnLst>
                                    <p:animMotion origin="layout" path="M 2.5E-6 -4.44444E-6 C 2.5E-6 0.00741 0.00664 0.01366 0.01497 0.01366 C 0.02474 0.01366 0.02825 0.00672 0.02969 0.00255 L 0.03125 -0.00277 C 0.03268 -0.00694 0.03646 -0.01365 0.04739 -0.01365 C 0.05442 -0.01365 0.0625 -0.00763 0.0625 -4.44444E-6 C 0.0625 0.00741 0.05442 0.01366 0.04739 0.01366 C 0.03646 0.01366 0.03268 0.00672 0.03125 0.00255 L 0.02969 -0.00277 C 0.02825 -0.00694 0.02474 -0.01365 0.01497 -0.01365 C 0.00664 -0.01365 2.5E-6 -0.00763 2.5E-6 -4.44444E-6 Z " pathEditMode="relative" rAng="0" ptsTypes="AAAAAAAAAAA">
                                      <p:cBhvr>
                                        <p:cTn id="57" dur="7750" fill="hold"/>
                                        <p:tgtEl>
                                          <p:spTgt spid="357"/>
                                        </p:tgtEl>
                                        <p:attrNameLst>
                                          <p:attrName>ppt_x</p:attrName>
                                          <p:attrName>ppt_y</p:attrName>
                                        </p:attrNameLst>
                                      </p:cBhvr>
                                      <p:rCtr x="3125" y="0"/>
                                    </p:animMotion>
                                  </p:childTnLst>
                                </p:cTn>
                              </p:par>
                              <p:par>
                                <p:cTn id="58" presetID="26" presetClass="path" presetSubtype="0" accel="50000" decel="50000" fill="hold" grpId="0" nodeType="withEffect">
                                  <p:stCondLst>
                                    <p:cond delay="0"/>
                                  </p:stCondLst>
                                  <p:childTnLst>
                                    <p:animMotion origin="layout" path="M -4.58333E-6 -1.48148E-6 C -4.58333E-6 0.00648 0.00287 0.01181 0.00652 0.01181 C 0.01081 0.01181 0.01237 0.00579 0.01303 0.00232 L 0.01368 -0.00254 C 0.01433 -0.00602 0.01602 -0.0118 0.02084 -0.0118 C 0.02383 -0.0118 0.02748 -0.00671 0.02748 -1.48148E-6 C 0.02748 0.00648 0.02383 0.01181 0.02084 0.01181 C 0.01602 0.01181 0.01433 0.00579 0.01368 0.00232 L 0.01303 -0.00254 C 0.01237 -0.00602 0.01081 -0.0118 0.00652 -0.0118 C 0.00287 -0.0118 -4.58333E-6 -0.00671 -4.58333E-6 -1.48148E-6 Z " pathEditMode="relative" rAng="0" ptsTypes="AAAAAAAAAAA">
                                      <p:cBhvr>
                                        <p:cTn id="59" dur="7750" fill="hold"/>
                                        <p:tgtEl>
                                          <p:spTgt spid="358"/>
                                        </p:tgtEl>
                                        <p:attrNameLst>
                                          <p:attrName>ppt_x</p:attrName>
                                          <p:attrName>ppt_y</p:attrName>
                                        </p:attrNameLst>
                                      </p:cBhvr>
                                      <p:rCtr x="1367" y="0"/>
                                    </p:animMotion>
                                  </p:childTnLst>
                                </p:cTn>
                              </p:par>
                              <p:par>
                                <p:cTn id="60" presetID="26" presetClass="path" presetSubtype="0" accel="50000" decel="50000" fill="hold" grpId="0" nodeType="withEffect">
                                  <p:stCondLst>
                                    <p:cond delay="0"/>
                                  </p:stCondLst>
                                  <p:childTnLst>
                                    <p:animMotion origin="layout" path="M -0.01954 -0.03982 C -0.01954 -0.02755 -0.01524 -0.0176 -0.00977 -0.0176 C -0.00352 -0.0176 -0.00118 -0.02871 -0.00013 -0.03542 L 0.00078 -0.04445 C 0.00169 -0.05116 0.00416 -0.06204 0.01132 -0.06204 C 0.01588 -0.06204 0.02122 -0.05232 0.02122 -0.03982 C 0.02122 -0.02755 0.01588 -0.0176 0.01132 -0.0176 C 0.00416 -0.0176 0.00169 -0.02871 0.00078 -0.03542 L -0.00013 -0.04445 C -0.00118 -0.05116 -0.00352 -0.06204 -0.00977 -0.06204 C -0.01524 -0.06204 -0.01954 -0.05232 -0.01954 -0.03982 Z " pathEditMode="relative" rAng="0" ptsTypes="AAAAAAAAAAA">
                                      <p:cBhvr>
                                        <p:cTn id="61" dur="7750" fill="hold"/>
                                        <p:tgtEl>
                                          <p:spTgt spid="359"/>
                                        </p:tgtEl>
                                        <p:attrNameLst>
                                          <p:attrName>ppt_x</p:attrName>
                                          <p:attrName>ppt_y</p:attrName>
                                        </p:attrNameLst>
                                      </p:cBhvr>
                                      <p:rCtr x="2031" y="0"/>
                                    </p:animMotion>
                                  </p:childTnLst>
                                </p:cTn>
                              </p:par>
                              <p:par>
                                <p:cTn id="62" presetID="26" presetClass="path" presetSubtype="0" accel="50000" decel="50000" fill="hold" grpId="0" nodeType="withEffect">
                                  <p:stCondLst>
                                    <p:cond delay="0"/>
                                  </p:stCondLst>
                                  <p:childTnLst>
                                    <p:animMotion origin="layout" path="M 5E-6 2.59259E-6 C 5E-6 0.00764 0.00378 0.01435 0.0086 0.01435 C 0.0142 0.01435 0.01628 0.00694 0.01706 0.00278 L 0.01797 -0.00301 C 0.01889 -0.00718 0.0211 -0.01412 0.02735 -0.01412 C 0.03138 -0.01412 0.0362 -0.0081 0.0362 2.59259E-6 C 0.0362 0.00764 0.03138 0.01435 0.02735 0.01435 C 0.0211 0.01435 0.01889 0.00694 0.01797 0.00278 L 0.01706 -0.00301 C 0.01628 -0.00718 0.0142 -0.01412 0.0086 -0.01412 C 0.00378 -0.01412 5E-6 -0.0081 5E-6 2.59259E-6 Z " pathEditMode="relative" rAng="0" ptsTypes="AAAAAAAAAAA">
                                      <p:cBhvr>
                                        <p:cTn id="63" dur="7750" fill="hold"/>
                                        <p:tgtEl>
                                          <p:spTgt spid="368"/>
                                        </p:tgtEl>
                                        <p:attrNameLst>
                                          <p:attrName>ppt_x</p:attrName>
                                          <p:attrName>ppt_y</p:attrName>
                                        </p:attrNameLst>
                                      </p:cBhvr>
                                      <p:rCtr x="1810" y="0"/>
                                    </p:animMotion>
                                  </p:childTnLst>
                                </p:cTn>
                              </p:par>
                              <p:par>
                                <p:cTn id="64" presetID="26" presetClass="path" presetSubtype="0" accel="50000" decel="50000" fill="hold" grpId="0" nodeType="withEffect">
                                  <p:stCondLst>
                                    <p:cond delay="0"/>
                                  </p:stCondLst>
                                  <p:childTnLst>
                                    <p:animMotion origin="layout" path="M 6.25E-7 3.7037E-6 C 6.25E-7 0.00717 0.00742 0.01319 0.01654 0.01319 C 0.02734 0.01319 0.03125 0.00648 0.03281 0.00254 L 0.0345 -0.00278 C 0.0362 -0.00672 0.04036 -0.0132 0.05247 -0.0132 C 0.06016 -0.0132 0.06914 -0.00741 0.06914 3.7037E-6 C 0.06914 0.00717 0.06016 0.01319 0.05247 0.01319 C 0.04036 0.01319 0.0362 0.00648 0.0345 0.00254 L 0.03281 -0.00278 C 0.03125 -0.00672 0.02734 -0.0132 0.01654 -0.0132 C 0.00742 -0.0132 6.25E-7 -0.00741 6.25E-7 3.7037E-6 Z " pathEditMode="relative" rAng="0" ptsTypes="AAAAAAAAAAA">
                                      <p:cBhvr>
                                        <p:cTn id="65" dur="7750" fill="hold"/>
                                        <p:tgtEl>
                                          <p:spTgt spid="369"/>
                                        </p:tgtEl>
                                        <p:attrNameLst>
                                          <p:attrName>ppt_x</p:attrName>
                                          <p:attrName>ppt_y</p:attrName>
                                        </p:attrNameLst>
                                      </p:cBhvr>
                                      <p:rCtr x="3451" y="0"/>
                                    </p:animMotion>
                                  </p:childTnLst>
                                </p:cTn>
                              </p:par>
                              <p:par>
                                <p:cTn id="66" presetID="26" presetClass="path" presetSubtype="0" accel="50000" decel="50000" fill="hold" grpId="0" nodeType="withEffect">
                                  <p:stCondLst>
                                    <p:cond delay="0"/>
                                  </p:stCondLst>
                                  <p:childTnLst>
                                    <p:animMotion origin="layout" path="M 1.875E-6 3.7037E-6 C 1.875E-6 0.00717 0.00742 0.01319 0.01653 0.01319 C 0.02734 0.01319 0.03125 0.00648 0.03281 0.00254 L 0.0345 -0.00278 C 0.0362 -0.00672 0.04036 -0.0132 0.05247 -0.0132 C 0.06015 -0.0132 0.06914 -0.00741 0.06914 3.7037E-6 C 0.06914 0.00717 0.06015 0.01319 0.05247 0.01319 C 0.04036 0.01319 0.0362 0.00648 0.0345 0.00254 L 0.03281 -0.00278 C 0.03125 -0.00672 0.02734 -0.0132 0.01653 -0.0132 C 0.00742 -0.0132 1.875E-6 -0.00741 1.875E-6 3.7037E-6 Z " pathEditMode="relative" rAng="0" ptsTypes="AAAAAAAAAAA">
                                      <p:cBhvr>
                                        <p:cTn id="67" dur="7750" fill="hold"/>
                                        <p:tgtEl>
                                          <p:spTgt spid="370"/>
                                        </p:tgtEl>
                                        <p:attrNameLst>
                                          <p:attrName>ppt_x</p:attrName>
                                          <p:attrName>ppt_y</p:attrName>
                                        </p:attrNameLst>
                                      </p:cBhvr>
                                      <p:rCtr x="3451" y="0"/>
                                    </p:animMotion>
                                  </p:childTnLst>
                                </p:cTn>
                              </p:par>
                              <p:par>
                                <p:cTn id="68" presetID="16" presetClass="entr" presetSubtype="37" fill="hold" nodeType="withEffect">
                                  <p:stCondLst>
                                    <p:cond delay="0"/>
                                  </p:stCondLst>
                                  <p:childTnLst>
                                    <p:set>
                                      <p:cBhvr>
                                        <p:cTn id="69" dur="1" fill="hold">
                                          <p:stCondLst>
                                            <p:cond delay="0"/>
                                          </p:stCondLst>
                                        </p:cTn>
                                        <p:tgtEl>
                                          <p:spTgt spid="381"/>
                                        </p:tgtEl>
                                        <p:attrNameLst>
                                          <p:attrName>style.visibility</p:attrName>
                                        </p:attrNameLst>
                                      </p:cBhvr>
                                      <p:to>
                                        <p:strVal val="visible"/>
                                      </p:to>
                                    </p:set>
                                    <p:animEffect transition="in" filter="barn(outVertical)">
                                      <p:cBhvr>
                                        <p:cTn id="70" dur="650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 grpId="0" animBg="1"/>
      <p:bldP spid="356" grpId="0" animBg="1"/>
      <p:bldP spid="357" grpId="0" animBg="1"/>
      <p:bldP spid="358" grpId="0" animBg="1"/>
      <p:bldP spid="359" grpId="0" animBg="1"/>
      <p:bldP spid="367" grpId="0" animBg="1"/>
      <p:bldP spid="368" grpId="0" animBg="1"/>
      <p:bldP spid="369" grpId="0" animBg="1"/>
      <p:bldP spid="37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DFD4"/>
        </a:solidFill>
        <a:effectLst/>
      </p:bgPr>
    </p:bg>
    <p:spTree>
      <p:nvGrpSpPr>
        <p:cNvPr id="1" name=""/>
        <p:cNvGrpSpPr/>
        <p:nvPr/>
      </p:nvGrpSpPr>
      <p:grpSpPr>
        <a:xfrm>
          <a:off x="0" y="0"/>
          <a:ext cx="0" cy="0"/>
          <a:chOff x="0" y="0"/>
          <a:chExt cx="0" cy="0"/>
        </a:xfrm>
      </p:grpSpPr>
      <p:graphicFrame>
        <p:nvGraphicFramePr>
          <p:cNvPr id="9" name="Chart 8"/>
          <p:cNvGraphicFramePr/>
          <p:nvPr>
            <p:extLst>
              <p:ext uri="{D42A27DB-BD31-4B8C-83A1-F6EECF244321}">
                <p14:modId xmlns:p14="http://schemas.microsoft.com/office/powerpoint/2010/main" val="2019995633"/>
              </p:ext>
            </p:extLst>
          </p:nvPr>
        </p:nvGraphicFramePr>
        <p:xfrm>
          <a:off x="4499100" y="1010016"/>
          <a:ext cx="7812643"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4572000" y="261256"/>
            <a:ext cx="3515096" cy="523220"/>
          </a:xfrm>
          <a:prstGeom prst="rect">
            <a:avLst/>
          </a:prstGeom>
          <a:noFill/>
        </p:spPr>
        <p:txBody>
          <a:bodyPr wrap="square" rtlCol="0">
            <a:spAutoFit/>
          </a:bodyPr>
          <a:lstStyle/>
          <a:p>
            <a:r>
              <a:rPr lang="en-US" sz="2800" b="1" dirty="0">
                <a:solidFill>
                  <a:srgbClr val="DB8F8D"/>
                </a:solidFill>
                <a:latin typeface="Script MT Bold" panose="03040602040607080904" pitchFamily="66" charset="0"/>
              </a:rPr>
              <a:t>the most popular cakes</a:t>
            </a:r>
          </a:p>
        </p:txBody>
      </p:sp>
      <p:sp>
        <p:nvSpPr>
          <p:cNvPr id="12" name="Rectangle 11"/>
          <p:cNvSpPr/>
          <p:nvPr/>
        </p:nvSpPr>
        <p:spPr>
          <a:xfrm>
            <a:off x="4047838" y="784476"/>
            <a:ext cx="451262" cy="7481427"/>
          </a:xfrm>
          <a:prstGeom prst="rect">
            <a:avLst/>
          </a:prstGeom>
          <a:solidFill>
            <a:srgbClr val="FEFF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5221224" y="2362787"/>
            <a:ext cx="1289304" cy="400110"/>
          </a:xfrm>
          <a:prstGeom prst="rect">
            <a:avLst/>
          </a:prstGeom>
          <a:noFill/>
        </p:spPr>
        <p:txBody>
          <a:bodyPr wrap="square" rtlCol="0">
            <a:spAutoFit/>
          </a:bodyPr>
          <a:lstStyle/>
          <a:p>
            <a:r>
              <a:rPr lang="en-US" sz="2000" dirty="0">
                <a:latin typeface="Script MT Bold" panose="03040602040607080904" pitchFamily="66" charset="0"/>
              </a:rPr>
              <a:t>Cheesecake</a:t>
            </a:r>
          </a:p>
        </p:txBody>
      </p:sp>
      <p:grpSp>
        <p:nvGrpSpPr>
          <p:cNvPr id="3" name="Group 2"/>
          <p:cNvGrpSpPr/>
          <p:nvPr/>
        </p:nvGrpSpPr>
        <p:grpSpPr>
          <a:xfrm>
            <a:off x="308757" y="83127"/>
            <a:ext cx="3491347" cy="6484731"/>
            <a:chOff x="308757" y="83127"/>
            <a:chExt cx="3491347" cy="6484731"/>
          </a:xfrm>
        </p:grpSpPr>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759" y="83127"/>
              <a:ext cx="3491345" cy="1459861"/>
            </a:xfrm>
            <a:prstGeom prst="rect">
              <a:avLst/>
            </a:prstGeom>
          </p:spPr>
        </p:pic>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758" y="1542988"/>
              <a:ext cx="3491345" cy="1639599"/>
            </a:xfrm>
            <a:prstGeom prst="rect">
              <a:avLst/>
            </a:prstGeom>
          </p:spPr>
        </p:pic>
        <p:pic>
          <p:nvPicPr>
            <p:cNvPr id="17" name="Picture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757" y="4928259"/>
              <a:ext cx="3491345" cy="1639599"/>
            </a:xfrm>
            <a:prstGeom prst="rect">
              <a:avLst/>
            </a:prstGeom>
          </p:spPr>
        </p:pic>
        <p:sp>
          <p:nvSpPr>
            <p:cNvPr id="4" name="TextBox 3"/>
            <p:cNvSpPr txBox="1"/>
            <p:nvPr/>
          </p:nvSpPr>
          <p:spPr>
            <a:xfrm>
              <a:off x="308757" y="3182587"/>
              <a:ext cx="3491345" cy="1745672"/>
            </a:xfrm>
            <a:prstGeom prst="rect">
              <a:avLst/>
            </a:prstGeom>
            <a:blipFill>
              <a:blip r:embed="rId6"/>
              <a:stretch>
                <a:fillRect/>
              </a:stretch>
            </a:blipFill>
          </p:spPr>
          <p:txBody>
            <a:bodyPr wrap="square" rtlCol="0">
              <a:spAutoFit/>
            </a:bodyPr>
            <a:lstStyle/>
            <a:p>
              <a:endParaRPr lang="en-US" dirty="0"/>
            </a:p>
          </p:txBody>
        </p:sp>
      </p:grpSp>
    </p:spTree>
    <p:extLst>
      <p:ext uri="{BB962C8B-B14F-4D97-AF65-F5344CB8AC3E}">
        <p14:creationId xmlns:p14="http://schemas.microsoft.com/office/powerpoint/2010/main" val="1547945267"/>
      </p:ext>
    </p:extLst>
  </p:cSld>
  <p:clrMapOvr>
    <a:masterClrMapping/>
  </p:clrMapOvr>
  <mc:AlternateContent xmlns:mc="http://schemas.openxmlformats.org/markup-compatibility/2006" xmlns:p14="http://schemas.microsoft.com/office/powerpoint/2010/main">
    <mc:Choice Requires="p14">
      <p:transition spd="slow" p14:dur="1200" advTm="7000">
        <p:dissolve/>
      </p:transition>
    </mc:Choice>
    <mc:Fallback xmlns="">
      <p:transition spd="slow" advTm="7000">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3500"/>
                                        <p:tgtEl>
                                          <p:spTgt spid="9"/>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3500"/>
                                        <p:tgtEl>
                                          <p:spTgt spid="2"/>
                                        </p:tgtEl>
                                      </p:cBhvr>
                                    </p:animEffect>
                                  </p:childTnLst>
                                </p:cTn>
                              </p:par>
                              <p:par>
                                <p:cTn id="11" presetID="21" presetClass="entr" presetSubtype="1"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3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DFD4"/>
        </a:solidFill>
        <a:effectLst/>
      </p:bgPr>
    </p:bg>
    <p:spTree>
      <p:nvGrpSpPr>
        <p:cNvPr id="1" name=""/>
        <p:cNvGrpSpPr/>
        <p:nvPr/>
      </p:nvGrpSpPr>
      <p:grpSpPr>
        <a:xfrm>
          <a:off x="0" y="0"/>
          <a:ext cx="0" cy="0"/>
          <a:chOff x="0" y="0"/>
          <a:chExt cx="0" cy="0"/>
        </a:xfrm>
      </p:grpSpPr>
      <p:sp>
        <p:nvSpPr>
          <p:cNvPr id="12" name="Rectangle 11"/>
          <p:cNvSpPr/>
          <p:nvPr/>
        </p:nvSpPr>
        <p:spPr>
          <a:xfrm>
            <a:off x="4093692" y="0"/>
            <a:ext cx="451262" cy="7481427"/>
          </a:xfrm>
          <a:prstGeom prst="rect">
            <a:avLst/>
          </a:prstGeom>
          <a:solidFill>
            <a:srgbClr val="FEFF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4544953" cy="6857999"/>
          </a:xfrm>
          <a:prstGeom prst="rect">
            <a:avLst/>
          </a:prstGeom>
        </p:spPr>
      </p:pic>
      <p:sp>
        <p:nvSpPr>
          <p:cNvPr id="6" name="TextBox 5"/>
          <p:cNvSpPr txBox="1"/>
          <p:nvPr/>
        </p:nvSpPr>
        <p:spPr>
          <a:xfrm>
            <a:off x="5865645" y="1672183"/>
            <a:ext cx="6071278" cy="3416320"/>
          </a:xfrm>
          <a:prstGeom prst="rect">
            <a:avLst/>
          </a:prstGeom>
          <a:noFill/>
        </p:spPr>
        <p:txBody>
          <a:bodyPr wrap="square" rtlCol="0">
            <a:spAutoFit/>
          </a:bodyPr>
          <a:lstStyle/>
          <a:p>
            <a:r>
              <a:rPr lang="en-US" dirty="0" err="1"/>
              <a:t>Sohan</a:t>
            </a:r>
            <a:r>
              <a:rPr lang="en-US" dirty="0"/>
              <a:t> </a:t>
            </a:r>
            <a:r>
              <a:rPr lang="en-US" dirty="0" smtClean="0"/>
              <a:t>is </a:t>
            </a:r>
            <a:r>
              <a:rPr lang="en-US" dirty="0"/>
              <a:t>a traditional Persian saffron brittle toffee made in Iran. Its ingredients consist of wheat sprout, flour, egg yolks, rose water, sugar, butter or vegetable oil, saffron, cardamom, and slivers of almond and </a:t>
            </a:r>
            <a:r>
              <a:rPr lang="en-US" dirty="0" smtClean="0"/>
              <a:t>pistachio.</a:t>
            </a:r>
            <a:endParaRPr lang="en-US" dirty="0"/>
          </a:p>
          <a:p>
            <a:r>
              <a:rPr lang="en-US" dirty="0" err="1"/>
              <a:t>Sohan</a:t>
            </a:r>
            <a:r>
              <a:rPr lang="en-US" dirty="0"/>
              <a:t> is originated in Qom, </a:t>
            </a:r>
            <a:r>
              <a:rPr lang="en-US" dirty="0" err="1"/>
              <a:t>Iran.There</a:t>
            </a:r>
            <a:r>
              <a:rPr lang="en-US" dirty="0"/>
              <a:t> are different types of </a:t>
            </a:r>
            <a:r>
              <a:rPr lang="en-US" dirty="0" err="1"/>
              <a:t>Sohan</a:t>
            </a:r>
            <a:r>
              <a:rPr lang="en-US" dirty="0"/>
              <a:t> including Honey </a:t>
            </a:r>
            <a:r>
              <a:rPr lang="en-US" dirty="0" err="1"/>
              <a:t>Sohan</a:t>
            </a:r>
            <a:r>
              <a:rPr lang="en-US" dirty="0"/>
              <a:t>, Sesame </a:t>
            </a:r>
            <a:r>
              <a:rPr lang="en-US" dirty="0" err="1"/>
              <a:t>Sohan</a:t>
            </a:r>
            <a:r>
              <a:rPr lang="en-US" dirty="0"/>
              <a:t>, </a:t>
            </a:r>
            <a:r>
              <a:rPr lang="en-US" dirty="0" err="1"/>
              <a:t>Sohan</a:t>
            </a:r>
            <a:r>
              <a:rPr lang="en-US" dirty="0"/>
              <a:t> </a:t>
            </a:r>
            <a:r>
              <a:rPr lang="en-US" dirty="0" err="1"/>
              <a:t>Halwa</a:t>
            </a:r>
            <a:r>
              <a:rPr lang="en-US" dirty="0"/>
              <a:t>, Almond </a:t>
            </a:r>
            <a:r>
              <a:rPr lang="en-US" dirty="0" err="1"/>
              <a:t>Sohan</a:t>
            </a:r>
            <a:r>
              <a:rPr lang="en-US" dirty="0"/>
              <a:t>, </a:t>
            </a:r>
            <a:r>
              <a:rPr lang="en-US" dirty="0" err="1"/>
              <a:t>Sohan</a:t>
            </a:r>
            <a:r>
              <a:rPr lang="en-US" dirty="0"/>
              <a:t> </a:t>
            </a:r>
            <a:r>
              <a:rPr lang="en-US" dirty="0" err="1"/>
              <a:t>Gazi</a:t>
            </a:r>
            <a:r>
              <a:rPr lang="en-US" dirty="0"/>
              <a:t>, </a:t>
            </a:r>
            <a:r>
              <a:rPr lang="en-US" dirty="0" err="1"/>
              <a:t>Sohan</a:t>
            </a:r>
            <a:r>
              <a:rPr lang="en-US" dirty="0"/>
              <a:t> </a:t>
            </a:r>
            <a:r>
              <a:rPr lang="en-US" dirty="0" err="1"/>
              <a:t>Loghmeh</a:t>
            </a:r>
            <a:r>
              <a:rPr lang="en-US" dirty="0"/>
              <a:t>, Butter </a:t>
            </a:r>
            <a:r>
              <a:rPr lang="en-US" dirty="0" err="1"/>
              <a:t>Sohan</a:t>
            </a:r>
            <a:r>
              <a:rPr lang="en-US" dirty="0"/>
              <a:t>, </a:t>
            </a:r>
            <a:r>
              <a:rPr lang="en-US" dirty="0" err="1"/>
              <a:t>Sohan</a:t>
            </a:r>
            <a:r>
              <a:rPr lang="en-US" dirty="0"/>
              <a:t> </a:t>
            </a:r>
            <a:r>
              <a:rPr lang="en-US" dirty="0" err="1"/>
              <a:t>Pashmaki</a:t>
            </a:r>
            <a:r>
              <a:rPr lang="en-US" dirty="0"/>
              <a:t> (cotton candy) and Dessert </a:t>
            </a:r>
            <a:r>
              <a:rPr lang="en-US" dirty="0" err="1"/>
              <a:t>Sohan</a:t>
            </a:r>
            <a:r>
              <a:rPr lang="en-US" dirty="0"/>
              <a:t>. Some people believe that when </a:t>
            </a:r>
            <a:r>
              <a:rPr lang="en-US" dirty="0" err="1"/>
              <a:t>Naser</a:t>
            </a:r>
            <a:r>
              <a:rPr lang="en-US" dirty="0"/>
              <a:t> al-Din Shah </a:t>
            </a:r>
            <a:r>
              <a:rPr lang="en-US" dirty="0" err="1"/>
              <a:t>Qajar</a:t>
            </a:r>
            <a:r>
              <a:rPr lang="en-US" dirty="0"/>
              <a:t> travelled to Qom and he was entertained with </a:t>
            </a:r>
            <a:r>
              <a:rPr lang="en-US" dirty="0" err="1"/>
              <a:t>Halwa</a:t>
            </a:r>
            <a:r>
              <a:rPr lang="en-US" dirty="0"/>
              <a:t> </a:t>
            </a:r>
            <a:r>
              <a:rPr lang="en-US" dirty="0" err="1"/>
              <a:t>Qomi</a:t>
            </a:r>
            <a:r>
              <a:rPr lang="en-US" dirty="0"/>
              <a:t>, he analogized it to a rasp (</a:t>
            </a:r>
            <a:r>
              <a:rPr lang="en-US" dirty="0" err="1"/>
              <a:t>Sohan</a:t>
            </a:r>
            <a:r>
              <a:rPr lang="en-US" dirty="0"/>
              <a:t> is the Persian word meaning rasp or file) which digested the food he had eaten very well</a:t>
            </a:r>
          </a:p>
        </p:txBody>
      </p:sp>
      <p:sp>
        <p:nvSpPr>
          <p:cNvPr id="18" name="TextBox 1"/>
          <p:cNvSpPr txBox="1"/>
          <p:nvPr/>
        </p:nvSpPr>
        <p:spPr>
          <a:xfrm>
            <a:off x="7281333" y="698028"/>
            <a:ext cx="4323644" cy="87100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2400" dirty="0" smtClean="0">
                <a:solidFill>
                  <a:srgbClr val="DB8F8D"/>
                </a:solidFill>
                <a:latin typeface="Script MT Bold" panose="03040602040607080904" pitchFamily="66" charset="0"/>
              </a:rPr>
              <a:t>Iranian </a:t>
            </a:r>
            <a:r>
              <a:rPr lang="en-US" sz="2400" dirty="0" err="1" smtClean="0">
                <a:solidFill>
                  <a:srgbClr val="DB8F8D"/>
                </a:solidFill>
                <a:latin typeface="Script MT Bold" panose="03040602040607080904" pitchFamily="66" charset="0"/>
              </a:rPr>
              <a:t>Gaz</a:t>
            </a:r>
            <a:r>
              <a:rPr lang="en-US" sz="2400" dirty="0" smtClean="0">
                <a:solidFill>
                  <a:srgbClr val="DB8F8D"/>
                </a:solidFill>
                <a:latin typeface="Script MT Bold" panose="03040602040607080904" pitchFamily="66" charset="0"/>
              </a:rPr>
              <a:t> and </a:t>
            </a:r>
            <a:r>
              <a:rPr lang="en-US" sz="2400" dirty="0" err="1" smtClean="0">
                <a:solidFill>
                  <a:srgbClr val="DB8F8D"/>
                </a:solidFill>
                <a:latin typeface="Script MT Bold" panose="03040602040607080904" pitchFamily="66" charset="0"/>
              </a:rPr>
              <a:t>sohan</a:t>
            </a:r>
            <a:endParaRPr lang="en-US" sz="2400" dirty="0">
              <a:solidFill>
                <a:srgbClr val="DB8F8D"/>
              </a:solidFill>
              <a:latin typeface="Script MT Bold" panose="03040602040607080904" pitchFamily="66" charset="0"/>
            </a:endParaRPr>
          </a:p>
        </p:txBody>
      </p:sp>
      <p:sp>
        <p:nvSpPr>
          <p:cNvPr id="7" name="TextBox 6"/>
          <p:cNvSpPr txBox="1"/>
          <p:nvPr/>
        </p:nvSpPr>
        <p:spPr>
          <a:xfrm>
            <a:off x="5865645" y="2469758"/>
            <a:ext cx="6104238" cy="2031325"/>
          </a:xfrm>
          <a:prstGeom prst="rect">
            <a:avLst/>
          </a:prstGeom>
          <a:noFill/>
        </p:spPr>
        <p:txBody>
          <a:bodyPr wrap="square" rtlCol="0">
            <a:spAutoFit/>
          </a:bodyPr>
          <a:lstStyle/>
          <a:p>
            <a:r>
              <a:rPr lang="en-US" dirty="0" err="1"/>
              <a:t>Gaz</a:t>
            </a:r>
            <a:r>
              <a:rPr lang="en-US" dirty="0"/>
              <a:t> </a:t>
            </a:r>
            <a:r>
              <a:rPr lang="en-US" dirty="0" smtClean="0"/>
              <a:t>is </a:t>
            </a:r>
            <a:r>
              <a:rPr lang="en-US" dirty="0"/>
              <a:t>an Iranian nougat that originated in the Isfahan region</a:t>
            </a:r>
            <a:r>
              <a:rPr lang="en-US" dirty="0" smtClean="0"/>
              <a:t>. </a:t>
            </a:r>
            <a:r>
              <a:rPr lang="en-US" dirty="0"/>
              <a:t>It is widely known as Persian Nougat in American and European countries</a:t>
            </a:r>
            <a:r>
              <a:rPr lang="en-US" dirty="0" smtClean="0"/>
              <a:t>. </a:t>
            </a:r>
            <a:r>
              <a:rPr lang="en-US" dirty="0"/>
              <a:t>It is made from pistachio, almond kernels, rose-water, egg whites and sap from Persian manna</a:t>
            </a:r>
            <a:r>
              <a:rPr lang="en-US" dirty="0" smtClean="0"/>
              <a:t>.</a:t>
            </a:r>
            <a:endParaRPr lang="en-US" dirty="0"/>
          </a:p>
          <a:p>
            <a:r>
              <a:rPr lang="en-US" dirty="0"/>
              <a:t>Typically </a:t>
            </a:r>
            <a:r>
              <a:rPr lang="en-US" dirty="0" err="1"/>
              <a:t>gaz</a:t>
            </a:r>
            <a:r>
              <a:rPr lang="en-US" dirty="0"/>
              <a:t> is accompanied by tea or sherbet and is eaten as a dessert after a main course. It is also traditionally served on festive occasions such as </a:t>
            </a:r>
            <a:r>
              <a:rPr lang="en-US" dirty="0" err="1"/>
              <a:t>Nowruz</a:t>
            </a:r>
            <a:r>
              <a:rPr lang="en-US" dirty="0"/>
              <a:t>, the Persian New Year</a:t>
            </a:r>
          </a:p>
        </p:txBody>
      </p:sp>
      <p:sp>
        <p:nvSpPr>
          <p:cNvPr id="8" name="TextBox 7"/>
          <p:cNvSpPr txBox="1"/>
          <p:nvPr/>
        </p:nvSpPr>
        <p:spPr>
          <a:xfrm>
            <a:off x="776921" y="1364495"/>
            <a:ext cx="2814452" cy="2314833"/>
          </a:xfrm>
          <a:prstGeom prst="rect">
            <a:avLst/>
          </a:prstGeom>
          <a:blipFill>
            <a:blip r:embed="rId3"/>
            <a:stretch>
              <a:fillRect/>
            </a:stretch>
          </a:blipFill>
        </p:spPr>
        <p:txBody>
          <a:bodyPr wrap="square" rtlCol="0">
            <a:spAutoFit/>
          </a:bodyPr>
          <a:lstStyle/>
          <a:p>
            <a:endParaRPr lang="en-US" dirty="0"/>
          </a:p>
        </p:txBody>
      </p:sp>
      <p:sp>
        <p:nvSpPr>
          <p:cNvPr id="13" name="TextBox 12"/>
          <p:cNvSpPr txBox="1"/>
          <p:nvPr/>
        </p:nvSpPr>
        <p:spPr>
          <a:xfrm>
            <a:off x="922531" y="3648202"/>
            <a:ext cx="2248631" cy="523220"/>
          </a:xfrm>
          <a:prstGeom prst="rect">
            <a:avLst/>
          </a:prstGeom>
          <a:noFill/>
        </p:spPr>
        <p:txBody>
          <a:bodyPr wrap="square" rtlCol="0">
            <a:spAutoFit/>
          </a:bodyPr>
          <a:lstStyle/>
          <a:p>
            <a:r>
              <a:rPr lang="en-US" sz="2800" dirty="0" smtClean="0">
                <a:solidFill>
                  <a:srgbClr val="DB8F8D"/>
                </a:solidFill>
                <a:latin typeface="Script MT Bold" panose="03040602040607080904" pitchFamily="66" charset="0"/>
              </a:rPr>
              <a:t>Iranian </a:t>
            </a:r>
            <a:r>
              <a:rPr lang="en-US" sz="2800" dirty="0" err="1" smtClean="0">
                <a:solidFill>
                  <a:srgbClr val="DB8F8D"/>
                </a:solidFill>
                <a:latin typeface="Script MT Bold" panose="03040602040607080904" pitchFamily="66" charset="0"/>
              </a:rPr>
              <a:t>sohan</a:t>
            </a:r>
            <a:endParaRPr lang="en-US" sz="2800" dirty="0">
              <a:solidFill>
                <a:srgbClr val="DB8F8D"/>
              </a:solidFill>
              <a:latin typeface="Script MT Bold" panose="03040602040607080904" pitchFamily="66" charset="0"/>
            </a:endParaRPr>
          </a:p>
        </p:txBody>
      </p:sp>
      <p:sp>
        <p:nvSpPr>
          <p:cNvPr id="20" name="TextBox 19"/>
          <p:cNvSpPr txBox="1"/>
          <p:nvPr/>
        </p:nvSpPr>
        <p:spPr>
          <a:xfrm>
            <a:off x="704116" y="1133529"/>
            <a:ext cx="3220594" cy="3431969"/>
          </a:xfrm>
          <a:prstGeom prst="rect">
            <a:avLst/>
          </a:prstGeom>
          <a:blipFill>
            <a:blip r:embed="rId4"/>
            <a:stretch>
              <a:fillRect/>
            </a:stretch>
          </a:blipFill>
        </p:spPr>
        <p:txBody>
          <a:bodyPr wrap="square" rtlCol="0">
            <a:spAutoFit/>
          </a:bodyPr>
          <a:lstStyle/>
          <a:p>
            <a:endParaRPr lang="en-US"/>
          </a:p>
        </p:txBody>
      </p:sp>
      <p:sp>
        <p:nvSpPr>
          <p:cNvPr id="21" name="TextBox 20"/>
          <p:cNvSpPr txBox="1"/>
          <p:nvPr/>
        </p:nvSpPr>
        <p:spPr>
          <a:xfrm>
            <a:off x="776921" y="4765338"/>
            <a:ext cx="2554468" cy="646331"/>
          </a:xfrm>
          <a:prstGeom prst="rect">
            <a:avLst/>
          </a:prstGeom>
          <a:noFill/>
        </p:spPr>
        <p:txBody>
          <a:bodyPr wrap="square" rtlCol="0">
            <a:spAutoFit/>
          </a:bodyPr>
          <a:lstStyle/>
          <a:p>
            <a:r>
              <a:rPr lang="en-US" sz="3600" dirty="0" smtClean="0">
                <a:solidFill>
                  <a:srgbClr val="DB8F8D"/>
                </a:solidFill>
                <a:latin typeface="Script MT Bold" panose="03040602040607080904" pitchFamily="66" charset="0"/>
              </a:rPr>
              <a:t>Iranian </a:t>
            </a:r>
            <a:r>
              <a:rPr lang="en-US" sz="3600" dirty="0" err="1" smtClean="0">
                <a:solidFill>
                  <a:srgbClr val="DB8F8D"/>
                </a:solidFill>
                <a:latin typeface="Script MT Bold" panose="03040602040607080904" pitchFamily="66" charset="0"/>
              </a:rPr>
              <a:t>gaz</a:t>
            </a:r>
            <a:endParaRPr lang="en-US" sz="3600" dirty="0">
              <a:solidFill>
                <a:srgbClr val="DB8F8D"/>
              </a:solidFill>
              <a:latin typeface="Script MT Bold" panose="03040602040607080904" pitchFamily="66" charset="0"/>
            </a:endParaRPr>
          </a:p>
        </p:txBody>
      </p:sp>
      <p:pic>
        <p:nvPicPr>
          <p:cNvPr id="26" name="Picture 25"/>
          <p:cNvPicPr>
            <a:picLocks noChangeAspect="1"/>
          </p:cNvPicPr>
          <p:nvPr/>
        </p:nvPicPr>
        <p:blipFill>
          <a:blip r:embed="rId5"/>
          <a:stretch>
            <a:fillRect/>
          </a:stretch>
        </p:blipFill>
        <p:spPr>
          <a:xfrm>
            <a:off x="4431656" y="966373"/>
            <a:ext cx="7815749" cy="5425910"/>
          </a:xfrm>
          <a:prstGeom prst="rect">
            <a:avLst/>
          </a:prstGeom>
        </p:spPr>
      </p:pic>
      <p:pic>
        <p:nvPicPr>
          <p:cNvPr id="28" name="Picture 27"/>
          <p:cNvPicPr>
            <a:picLocks noChangeAspect="1"/>
          </p:cNvPicPr>
          <p:nvPr/>
        </p:nvPicPr>
        <p:blipFill>
          <a:blip r:embed="rId6"/>
          <a:stretch>
            <a:fillRect/>
          </a:stretch>
        </p:blipFill>
        <p:spPr>
          <a:xfrm>
            <a:off x="5307257" y="2198462"/>
            <a:ext cx="1390008" cy="542591"/>
          </a:xfrm>
          <a:prstGeom prst="rect">
            <a:avLst/>
          </a:prstGeom>
        </p:spPr>
      </p:pic>
      <p:sp>
        <p:nvSpPr>
          <p:cNvPr id="2" name="TextBox 1"/>
          <p:cNvSpPr txBox="1"/>
          <p:nvPr/>
        </p:nvSpPr>
        <p:spPr>
          <a:xfrm>
            <a:off x="5447765" y="1401433"/>
            <a:ext cx="6381760" cy="5016758"/>
          </a:xfrm>
          <a:prstGeom prst="rect">
            <a:avLst/>
          </a:prstGeom>
          <a:noFill/>
        </p:spPr>
        <p:txBody>
          <a:bodyPr wrap="square" rtlCol="0">
            <a:spAutoFit/>
          </a:bodyPr>
          <a:lstStyle/>
          <a:p>
            <a:pPr algn="just" rtl="1"/>
            <a:r>
              <a:rPr lang="fa-IR" sz="2000" dirty="0">
                <a:cs typeface="B Koodak" panose="00000700000000000000" pitchFamily="2" charset="-78"/>
              </a:rPr>
              <a:t>سوهان یا حلوا قمی گونه‌ای شیرینی ایرانی و به سخن دیگر، نوعی حلوا است که از جوانه گندم تهیه می‌شود</a:t>
            </a:r>
            <a:r>
              <a:rPr lang="fa-IR" sz="2000" dirty="0" smtClean="0">
                <a:cs typeface="B Koodak" panose="00000700000000000000" pitchFamily="2" charset="-78"/>
              </a:rPr>
              <a:t>.</a:t>
            </a:r>
            <a:endParaRPr lang="fa-IR" sz="2000" dirty="0">
              <a:cs typeface="B Koodak" panose="00000700000000000000" pitchFamily="2" charset="-78"/>
            </a:endParaRPr>
          </a:p>
          <a:p>
            <a:pPr algn="just" rtl="1"/>
            <a:r>
              <a:rPr lang="fa-IR" sz="2000" dirty="0">
                <a:cs typeface="B Koodak" panose="00000700000000000000" pitchFamily="2" charset="-78"/>
              </a:rPr>
              <a:t>سوهان به شکل‌ها و انواع مختلفی نظیر: سوهان عسلی، سوهان کنجدی، سوهان حلوایی، سوهان بادامی، سوهان گزی، سوهان لقمه، سوهان کره‌ای، سوهان پشمکی، دسر سوهان و غیره تولید و عرضه می‌شود</a:t>
            </a:r>
            <a:r>
              <a:rPr lang="fa-IR" sz="2000" dirty="0" smtClean="0">
                <a:cs typeface="B Koodak" panose="00000700000000000000" pitchFamily="2" charset="-78"/>
              </a:rPr>
              <a:t>.</a:t>
            </a:r>
            <a:endParaRPr lang="fa-IR" sz="2000" dirty="0">
              <a:cs typeface="B Koodak" panose="00000700000000000000" pitchFamily="2" charset="-78"/>
            </a:endParaRPr>
          </a:p>
          <a:p>
            <a:pPr algn="just" rtl="1"/>
            <a:r>
              <a:rPr lang="fa-IR" sz="2000" dirty="0">
                <a:cs typeface="B Koodak" panose="00000700000000000000" pitchFamily="2" charset="-78"/>
              </a:rPr>
              <a:t>سوهان قم معروف‌ترین سوهان ایران است و بیشترین و متنوع‌ترین نمونه سوهان در قم تهیه و تولید می‌شود</a:t>
            </a:r>
            <a:r>
              <a:rPr lang="fa-IR" sz="2000" dirty="0" smtClean="0">
                <a:cs typeface="B Koodak" panose="00000700000000000000" pitchFamily="2" charset="-78"/>
              </a:rPr>
              <a:t>.</a:t>
            </a:r>
            <a:endParaRPr lang="fa-IR" sz="2000" dirty="0">
              <a:cs typeface="B Koodak" panose="00000700000000000000" pitchFamily="2" charset="-78"/>
            </a:endParaRPr>
          </a:p>
          <a:p>
            <a:pPr algn="just" rtl="1"/>
            <a:r>
              <a:rPr lang="fa-IR" sz="2000" dirty="0">
                <a:cs typeface="B Koodak" panose="00000700000000000000" pitchFamily="2" charset="-78"/>
              </a:rPr>
              <a:t>در دیگر شهرها همچون زرند کرمان و اصفهان نیز سوهان تولید می‌شود که سوهان اصفهان، سوهان عسلی می‌باشد</a:t>
            </a:r>
            <a:r>
              <a:rPr lang="fa-IR" sz="2000" dirty="0" smtClean="0">
                <a:cs typeface="B Koodak" panose="00000700000000000000" pitchFamily="2" charset="-78"/>
              </a:rPr>
              <a:t>. سوهان </a:t>
            </a:r>
            <a:r>
              <a:rPr lang="fa-IR" sz="2000" dirty="0">
                <a:cs typeface="B Koodak" panose="00000700000000000000" pitchFamily="2" charset="-78"/>
              </a:rPr>
              <a:t>زرندی که ثبت ملی هم شده به‌مراتب از سوهان قم تردتر و بسیار نازک است. در این سوهان نسبت به سوهان قم از روغن بسیار کمتری استفاده می‌شود و همین باعث ماندگاری بیشتر آن شده‌است. از عمده مواد اولیه مورد استفاده در پخت و تهیه سوهان می‌توان به آب، آرد سبوسدار، جوانه گندم، شکر، روغن، زرده تخم مرغ، هل، زعفران و مغز پسته اشاره کرد. این شیرینی در گذشته بیشتر به شیوه سنتی و با دست تولید می‌شده ولی در حال حاضر پخت این شیرینی با کمک دستگاه‌ها و قالب‌گیرهای مخصوص انجام می‌شود.</a:t>
            </a:r>
            <a:endParaRPr lang="en-US" sz="2000" dirty="0">
              <a:cs typeface="B Koodak" panose="00000700000000000000" pitchFamily="2" charset="-78"/>
            </a:endParaRPr>
          </a:p>
        </p:txBody>
      </p:sp>
      <p:sp>
        <p:nvSpPr>
          <p:cNvPr id="3" name="TextBox 2"/>
          <p:cNvSpPr txBox="1"/>
          <p:nvPr/>
        </p:nvSpPr>
        <p:spPr>
          <a:xfrm>
            <a:off x="5440257" y="1840870"/>
            <a:ext cx="6388925" cy="4401205"/>
          </a:xfrm>
          <a:prstGeom prst="rect">
            <a:avLst/>
          </a:prstGeom>
          <a:noFill/>
        </p:spPr>
        <p:txBody>
          <a:bodyPr wrap="square" rtlCol="0">
            <a:spAutoFit/>
          </a:bodyPr>
          <a:lstStyle/>
          <a:p>
            <a:pPr algn="just" rtl="1"/>
            <a:r>
              <a:rPr lang="fa-IR" sz="2000" dirty="0">
                <a:cs typeface="B Koodak" panose="00000700000000000000" pitchFamily="2" charset="-78"/>
              </a:rPr>
              <a:t>گز از تنقلات شیرین و سنتی ایران است که در استان‌های اصفهان، چهارمحال و بختیاری، همدان، کرمان، فارس و یزد تولید می‌شود. معروف ترین و بهترین گز، گز اصفهان است؛ گز یکی سوغاتی های اصلی اصفهان بوده، به همین مناسبت ۲۶ بهمن ماه در تقویم گردشگری ایران به نام روز گز اصفهان نام گذاری شده‌است</a:t>
            </a:r>
            <a:r>
              <a:rPr lang="fa-IR" sz="2000" dirty="0" smtClean="0">
                <a:cs typeface="B Koodak" panose="00000700000000000000" pitchFamily="2" charset="-78"/>
              </a:rPr>
              <a:t>. </a:t>
            </a:r>
            <a:r>
              <a:rPr lang="fa-IR" sz="2000" dirty="0">
                <a:cs typeface="B Koodak" panose="00000700000000000000" pitchFamily="2" charset="-78"/>
              </a:rPr>
              <a:t>برای تهیه گز از شکر، سفیده تخم مرغ، مغز بادام و پسته و هل و گلاب و عصارهٔ گزانگبین استفاده </a:t>
            </a:r>
            <a:r>
              <a:rPr lang="fa-IR" sz="2000" dirty="0" smtClean="0">
                <a:cs typeface="B Koodak" panose="00000700000000000000" pitchFamily="2" charset="-78"/>
              </a:rPr>
              <a:t>می‌شود</a:t>
            </a:r>
            <a:r>
              <a:rPr lang="en-US" sz="2000" dirty="0">
                <a:cs typeface="B Koodak" panose="00000700000000000000" pitchFamily="2" charset="-78"/>
              </a:rPr>
              <a:t>.</a:t>
            </a:r>
            <a:r>
              <a:rPr lang="fa-IR" sz="2000" dirty="0" smtClean="0">
                <a:cs typeface="B Koodak" panose="00000700000000000000" pitchFamily="2" charset="-78"/>
              </a:rPr>
              <a:t> </a:t>
            </a:r>
            <a:r>
              <a:rPr lang="fa-IR" sz="2000" dirty="0">
                <a:cs typeface="B Koodak" panose="00000700000000000000" pitchFamily="2" charset="-78"/>
              </a:rPr>
              <a:t>برخی تولیدکنندگان گز به دلیل گرانی و ارزشمند بودن گزانگبین از نوعی ماده به نام بادکا نیز استفاده می‌کنند که این ماده ارزش غذایی آن را پایین می‌آورد</a:t>
            </a:r>
            <a:r>
              <a:rPr lang="fa-IR" sz="2000" dirty="0" smtClean="0">
                <a:cs typeface="B Koodak" panose="00000700000000000000" pitchFamily="2" charset="-78"/>
              </a:rPr>
              <a:t>. </a:t>
            </a:r>
            <a:r>
              <a:rPr lang="fa-IR" sz="2000" dirty="0">
                <a:cs typeface="B Koodak" panose="00000700000000000000" pitchFamily="2" charset="-78"/>
              </a:rPr>
              <a:t>و در عمل از حالت اصیل گز خارج شده و تبدیل به شیرینی نوقا می‌شود</a:t>
            </a:r>
            <a:r>
              <a:rPr lang="fa-IR" sz="2000" dirty="0" smtClean="0">
                <a:cs typeface="B Koodak" panose="00000700000000000000" pitchFamily="2" charset="-78"/>
              </a:rPr>
              <a:t>.</a:t>
            </a:r>
            <a:endParaRPr lang="fa-IR" sz="2000" dirty="0">
              <a:cs typeface="B Koodak" panose="00000700000000000000" pitchFamily="2" charset="-78"/>
            </a:endParaRPr>
          </a:p>
          <a:p>
            <a:pPr algn="just" rtl="1"/>
            <a:r>
              <a:rPr lang="fa-IR" sz="2000" dirty="0">
                <a:cs typeface="B Koodak" panose="00000700000000000000" pitchFamily="2" charset="-78"/>
              </a:rPr>
              <a:t>کیفیت</a:t>
            </a:r>
          </a:p>
          <a:p>
            <a:pPr algn="just" rtl="1"/>
            <a:r>
              <a:rPr lang="fa-IR" sz="2000" dirty="0">
                <a:cs typeface="B Koodak" panose="00000700000000000000" pitchFamily="2" charset="-78"/>
              </a:rPr>
              <a:t>در واقع شیرینی گز را زمانی می‌توان مرغوب دانست که تردی آن متوسط بوده و چسبنده و خیلی نرم یا خیلی سفت نباشد. این نوع گز در دهان آب می‌شود و نیازی به جویدن زیاد آن نیست.</a:t>
            </a:r>
            <a:endParaRPr lang="en-US" sz="2000" dirty="0">
              <a:cs typeface="B Koodak" panose="00000700000000000000" pitchFamily="2" charset="-78"/>
            </a:endParaRPr>
          </a:p>
        </p:txBody>
      </p:sp>
    </p:spTree>
    <p:extLst>
      <p:ext uri="{BB962C8B-B14F-4D97-AF65-F5344CB8AC3E}">
        <p14:creationId xmlns:p14="http://schemas.microsoft.com/office/powerpoint/2010/main" val="784802237"/>
      </p:ext>
    </p:extLst>
  </p:cSld>
  <p:clrMapOvr>
    <a:masterClrMapping/>
  </p:clrMapOvr>
  <mc:AlternateContent xmlns:mc="http://schemas.openxmlformats.org/markup-compatibility/2006" xmlns:p14="http://schemas.microsoft.com/office/powerpoint/2010/main">
    <mc:Choice Requires="p14">
      <p:transition spd="slow" p14:dur="1200" advTm="30000">
        <p14:prism/>
      </p:transition>
    </mc:Choice>
    <mc:Fallback xmlns="">
      <p:transition spd="slow"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randombar(horizontal)">
                                      <p:cBhvr>
                                        <p:cTn id="7" dur="2750"/>
                                        <p:tgtEl>
                                          <p:spTgt spid="18"/>
                                        </p:tgtEl>
                                      </p:cBhvr>
                                    </p:animEffect>
                                  </p:childTnLst>
                                </p:cTn>
                              </p:par>
                              <p:par>
                                <p:cTn id="8" presetID="21" presetClass="emph" presetSubtype="0" fill="hold" nodeType="withEffect">
                                  <p:stCondLst>
                                    <p:cond delay="0"/>
                                  </p:stCondLst>
                                  <p:childTnLst>
                                    <p:animClr clrSpc="hsl" dir="cw">
                                      <p:cBhvr override="childStyle">
                                        <p:cTn id="9" dur="1000" fill="hold"/>
                                        <p:tgtEl>
                                          <p:spTgt spid="18">
                                            <p:txEl>
                                              <p:pRg st="0" end="0"/>
                                            </p:txEl>
                                          </p:spTgt>
                                        </p:tgtEl>
                                        <p:attrNameLst>
                                          <p:attrName>style.color</p:attrName>
                                        </p:attrNameLst>
                                      </p:cBhvr>
                                      <p:by>
                                        <p:hsl h="7200000" s="0" l="0"/>
                                      </p:by>
                                    </p:animClr>
                                    <p:animClr clrSpc="hsl" dir="cw">
                                      <p:cBhvr>
                                        <p:cTn id="10" dur="1000" fill="hold"/>
                                        <p:tgtEl>
                                          <p:spTgt spid="18">
                                            <p:txEl>
                                              <p:pRg st="0" end="0"/>
                                            </p:txEl>
                                          </p:spTgt>
                                        </p:tgtEl>
                                        <p:attrNameLst>
                                          <p:attrName>fillcolor</p:attrName>
                                        </p:attrNameLst>
                                      </p:cBhvr>
                                      <p:by>
                                        <p:hsl h="7200000" s="0" l="0"/>
                                      </p:by>
                                    </p:animClr>
                                    <p:animClr clrSpc="hsl" dir="cw">
                                      <p:cBhvr>
                                        <p:cTn id="11" dur="1000" fill="hold"/>
                                        <p:tgtEl>
                                          <p:spTgt spid="18">
                                            <p:txEl>
                                              <p:pRg st="0" end="0"/>
                                            </p:txEl>
                                          </p:spTgt>
                                        </p:tgtEl>
                                        <p:attrNameLst>
                                          <p:attrName>stroke.color</p:attrName>
                                        </p:attrNameLst>
                                      </p:cBhvr>
                                      <p:by>
                                        <p:hsl h="7200000" s="0" l="0"/>
                                      </p:by>
                                    </p:animClr>
                                    <p:set>
                                      <p:cBhvr>
                                        <p:cTn id="12" dur="1000" fill="hold"/>
                                        <p:tgtEl>
                                          <p:spTgt spid="18">
                                            <p:txEl>
                                              <p:pRg st="0" end="0"/>
                                            </p:txEl>
                                          </p:spTgt>
                                        </p:tgtEl>
                                        <p:attrNameLst>
                                          <p:attrName>fill.type</p:attrName>
                                        </p:attrNameLst>
                                      </p:cBhvr>
                                      <p:to>
                                        <p:strVal val="solid"/>
                                      </p:to>
                                    </p:set>
                                  </p:childTnLst>
                                </p:cTn>
                              </p:par>
                              <p:par>
                                <p:cTn id="13" presetID="21" presetClass="emph" presetSubtype="0" fill="hold" grpId="1" nodeType="withEffect">
                                  <p:stCondLst>
                                    <p:cond delay="1000"/>
                                  </p:stCondLst>
                                  <p:childTnLst>
                                    <p:animClr clrSpc="hsl" dir="cw">
                                      <p:cBhvr override="childStyle">
                                        <p:cTn id="14" dur="1000" fill="hold"/>
                                        <p:tgtEl>
                                          <p:spTgt spid="18">
                                            <p:txEl>
                                              <p:pRg st="0" end="0"/>
                                            </p:txEl>
                                          </p:spTgt>
                                        </p:tgtEl>
                                        <p:attrNameLst>
                                          <p:attrName>style.color</p:attrName>
                                        </p:attrNameLst>
                                      </p:cBhvr>
                                      <p:by>
                                        <p:hsl h="7200000" s="0" l="0"/>
                                      </p:by>
                                    </p:animClr>
                                    <p:animClr clrSpc="hsl" dir="cw">
                                      <p:cBhvr>
                                        <p:cTn id="15" dur="1000" fill="hold"/>
                                        <p:tgtEl>
                                          <p:spTgt spid="18">
                                            <p:txEl>
                                              <p:pRg st="0" end="0"/>
                                            </p:txEl>
                                          </p:spTgt>
                                        </p:tgtEl>
                                        <p:attrNameLst>
                                          <p:attrName>fillcolor</p:attrName>
                                        </p:attrNameLst>
                                      </p:cBhvr>
                                      <p:by>
                                        <p:hsl h="7200000" s="0" l="0"/>
                                      </p:by>
                                    </p:animClr>
                                    <p:animClr clrSpc="hsl" dir="cw">
                                      <p:cBhvr>
                                        <p:cTn id="16" dur="1000" fill="hold"/>
                                        <p:tgtEl>
                                          <p:spTgt spid="18">
                                            <p:txEl>
                                              <p:pRg st="0" end="0"/>
                                            </p:txEl>
                                          </p:spTgt>
                                        </p:tgtEl>
                                        <p:attrNameLst>
                                          <p:attrName>stroke.color</p:attrName>
                                        </p:attrNameLst>
                                      </p:cBhvr>
                                      <p:by>
                                        <p:hsl h="7200000" s="0" l="0"/>
                                      </p:by>
                                    </p:animClr>
                                    <p:set>
                                      <p:cBhvr>
                                        <p:cTn id="17" dur="1000" fill="hold"/>
                                        <p:tgtEl>
                                          <p:spTgt spid="18">
                                            <p:txEl>
                                              <p:pRg st="0" end="0"/>
                                            </p:txEl>
                                          </p:spTgt>
                                        </p:tgtEl>
                                        <p:attrNameLst>
                                          <p:attrName>fill.type</p:attrName>
                                        </p:attrNameLst>
                                      </p:cBhvr>
                                      <p:to>
                                        <p:strVal val="solid"/>
                                      </p:to>
                                    </p:set>
                                  </p:childTnLst>
                                </p:cTn>
                              </p:par>
                              <p:par>
                                <p:cTn id="18" presetID="21" presetClass="emph" presetSubtype="0" fill="hold" grpId="2" nodeType="withEffect">
                                  <p:stCondLst>
                                    <p:cond delay="1750"/>
                                  </p:stCondLst>
                                  <p:childTnLst>
                                    <p:animClr clrSpc="hsl" dir="cw">
                                      <p:cBhvr override="childStyle">
                                        <p:cTn id="19" dur="1250" fill="hold"/>
                                        <p:tgtEl>
                                          <p:spTgt spid="18">
                                            <p:txEl>
                                              <p:pRg st="0" end="0"/>
                                            </p:txEl>
                                          </p:spTgt>
                                        </p:tgtEl>
                                        <p:attrNameLst>
                                          <p:attrName>style.color</p:attrName>
                                        </p:attrNameLst>
                                      </p:cBhvr>
                                      <p:by>
                                        <p:hsl h="7200000" s="0" l="0"/>
                                      </p:by>
                                    </p:animClr>
                                    <p:animClr clrSpc="hsl" dir="cw">
                                      <p:cBhvr>
                                        <p:cTn id="20" dur="1250" fill="hold"/>
                                        <p:tgtEl>
                                          <p:spTgt spid="18">
                                            <p:txEl>
                                              <p:pRg st="0" end="0"/>
                                            </p:txEl>
                                          </p:spTgt>
                                        </p:tgtEl>
                                        <p:attrNameLst>
                                          <p:attrName>fillcolor</p:attrName>
                                        </p:attrNameLst>
                                      </p:cBhvr>
                                      <p:by>
                                        <p:hsl h="7200000" s="0" l="0"/>
                                      </p:by>
                                    </p:animClr>
                                    <p:animClr clrSpc="hsl" dir="cw">
                                      <p:cBhvr>
                                        <p:cTn id="21" dur="1250" fill="hold"/>
                                        <p:tgtEl>
                                          <p:spTgt spid="18">
                                            <p:txEl>
                                              <p:pRg st="0" end="0"/>
                                            </p:txEl>
                                          </p:spTgt>
                                        </p:tgtEl>
                                        <p:attrNameLst>
                                          <p:attrName>stroke.color</p:attrName>
                                        </p:attrNameLst>
                                      </p:cBhvr>
                                      <p:by>
                                        <p:hsl h="7200000" s="0" l="0"/>
                                      </p:by>
                                    </p:animClr>
                                    <p:set>
                                      <p:cBhvr>
                                        <p:cTn id="22" dur="1250" fill="hold"/>
                                        <p:tgtEl>
                                          <p:spTgt spid="18">
                                            <p:txEl>
                                              <p:pRg st="0" end="0"/>
                                            </p:txEl>
                                          </p:spTgt>
                                        </p:tgtEl>
                                        <p:attrNameLst>
                                          <p:attrName>fill.type</p:attrName>
                                        </p:attrNameLst>
                                      </p:cBhvr>
                                      <p:to>
                                        <p:strVal val="solid"/>
                                      </p:to>
                                    </p:set>
                                  </p:childTnLst>
                                </p:cTn>
                              </p:par>
                              <p:par>
                                <p:cTn id="23" presetID="21" presetClass="emph" presetSubtype="0" fill="hold" grpId="3" nodeType="withEffect">
                                  <p:stCondLst>
                                    <p:cond delay="2750"/>
                                  </p:stCondLst>
                                  <p:childTnLst>
                                    <p:animClr clrSpc="hsl" dir="cw">
                                      <p:cBhvr override="childStyle">
                                        <p:cTn id="24" dur="1000" fill="hold"/>
                                        <p:tgtEl>
                                          <p:spTgt spid="18">
                                            <p:txEl>
                                              <p:pRg st="0" end="0"/>
                                            </p:txEl>
                                          </p:spTgt>
                                        </p:tgtEl>
                                        <p:attrNameLst>
                                          <p:attrName>style.color</p:attrName>
                                        </p:attrNameLst>
                                      </p:cBhvr>
                                      <p:by>
                                        <p:hsl h="7200000" s="0" l="0"/>
                                      </p:by>
                                    </p:animClr>
                                    <p:animClr clrSpc="hsl" dir="cw">
                                      <p:cBhvr>
                                        <p:cTn id="25" dur="1000" fill="hold"/>
                                        <p:tgtEl>
                                          <p:spTgt spid="18">
                                            <p:txEl>
                                              <p:pRg st="0" end="0"/>
                                            </p:txEl>
                                          </p:spTgt>
                                        </p:tgtEl>
                                        <p:attrNameLst>
                                          <p:attrName>fillcolor</p:attrName>
                                        </p:attrNameLst>
                                      </p:cBhvr>
                                      <p:by>
                                        <p:hsl h="7200000" s="0" l="0"/>
                                      </p:by>
                                    </p:animClr>
                                    <p:animClr clrSpc="hsl" dir="cw">
                                      <p:cBhvr>
                                        <p:cTn id="26" dur="1000" fill="hold"/>
                                        <p:tgtEl>
                                          <p:spTgt spid="18">
                                            <p:txEl>
                                              <p:pRg st="0" end="0"/>
                                            </p:txEl>
                                          </p:spTgt>
                                        </p:tgtEl>
                                        <p:attrNameLst>
                                          <p:attrName>stroke.color</p:attrName>
                                        </p:attrNameLst>
                                      </p:cBhvr>
                                      <p:by>
                                        <p:hsl h="7200000" s="0" l="0"/>
                                      </p:by>
                                    </p:animClr>
                                    <p:set>
                                      <p:cBhvr>
                                        <p:cTn id="27" dur="1000" fill="hold"/>
                                        <p:tgtEl>
                                          <p:spTgt spid="18">
                                            <p:txEl>
                                              <p:pRg st="0" end="0"/>
                                            </p:txEl>
                                          </p:spTgt>
                                        </p:tgtEl>
                                        <p:attrNameLst>
                                          <p:attrName>fill.type</p:attrName>
                                        </p:attrNameLst>
                                      </p:cBhvr>
                                      <p:to>
                                        <p:strVal val="solid"/>
                                      </p:to>
                                    </p:set>
                                  </p:childTnLst>
                                </p:cTn>
                              </p:par>
                              <p:par>
                                <p:cTn id="28" presetID="21" presetClass="emph" presetSubtype="0" fill="hold" grpId="4" nodeType="withEffect">
                                  <p:stCondLst>
                                    <p:cond delay="3500"/>
                                  </p:stCondLst>
                                  <p:childTnLst>
                                    <p:animClr clrSpc="hsl" dir="cw">
                                      <p:cBhvr override="childStyle">
                                        <p:cTn id="29" dur="1250" fill="hold"/>
                                        <p:tgtEl>
                                          <p:spTgt spid="18">
                                            <p:txEl>
                                              <p:pRg st="0" end="0"/>
                                            </p:txEl>
                                          </p:spTgt>
                                        </p:tgtEl>
                                        <p:attrNameLst>
                                          <p:attrName>style.color</p:attrName>
                                        </p:attrNameLst>
                                      </p:cBhvr>
                                      <p:by>
                                        <p:hsl h="7200000" s="0" l="0"/>
                                      </p:by>
                                    </p:animClr>
                                    <p:animClr clrSpc="hsl" dir="cw">
                                      <p:cBhvr>
                                        <p:cTn id="30" dur="1250" fill="hold"/>
                                        <p:tgtEl>
                                          <p:spTgt spid="18">
                                            <p:txEl>
                                              <p:pRg st="0" end="0"/>
                                            </p:txEl>
                                          </p:spTgt>
                                        </p:tgtEl>
                                        <p:attrNameLst>
                                          <p:attrName>fillcolor</p:attrName>
                                        </p:attrNameLst>
                                      </p:cBhvr>
                                      <p:by>
                                        <p:hsl h="7200000" s="0" l="0"/>
                                      </p:by>
                                    </p:animClr>
                                    <p:animClr clrSpc="hsl" dir="cw">
                                      <p:cBhvr>
                                        <p:cTn id="31" dur="1250" fill="hold"/>
                                        <p:tgtEl>
                                          <p:spTgt spid="18">
                                            <p:txEl>
                                              <p:pRg st="0" end="0"/>
                                            </p:txEl>
                                          </p:spTgt>
                                        </p:tgtEl>
                                        <p:attrNameLst>
                                          <p:attrName>stroke.color</p:attrName>
                                        </p:attrNameLst>
                                      </p:cBhvr>
                                      <p:by>
                                        <p:hsl h="7200000" s="0" l="0"/>
                                      </p:by>
                                    </p:animClr>
                                    <p:set>
                                      <p:cBhvr>
                                        <p:cTn id="32" dur="1250" fill="hold"/>
                                        <p:tgtEl>
                                          <p:spTgt spid="18">
                                            <p:txEl>
                                              <p:pRg st="0" end="0"/>
                                            </p:txEl>
                                          </p:spTgt>
                                        </p:tgtEl>
                                        <p:attrNameLst>
                                          <p:attrName>fill.type</p:attrName>
                                        </p:attrNameLst>
                                      </p:cBhvr>
                                      <p:to>
                                        <p:strVal val="solid"/>
                                      </p:to>
                                    </p:set>
                                  </p:childTnLst>
                                </p:cTn>
                              </p:par>
                              <p:par>
                                <p:cTn id="33" presetID="21" presetClass="emph" presetSubtype="0" fill="hold" grpId="5" nodeType="withEffect">
                                  <p:stCondLst>
                                    <p:cond delay="4500"/>
                                  </p:stCondLst>
                                  <p:childTnLst>
                                    <p:animClr clrSpc="hsl" dir="cw">
                                      <p:cBhvr override="childStyle">
                                        <p:cTn id="34" dur="1250" fill="hold"/>
                                        <p:tgtEl>
                                          <p:spTgt spid="18">
                                            <p:txEl>
                                              <p:pRg st="0" end="0"/>
                                            </p:txEl>
                                          </p:spTgt>
                                        </p:tgtEl>
                                        <p:attrNameLst>
                                          <p:attrName>style.color</p:attrName>
                                        </p:attrNameLst>
                                      </p:cBhvr>
                                      <p:by>
                                        <p:hsl h="7200000" s="0" l="0"/>
                                      </p:by>
                                    </p:animClr>
                                    <p:animClr clrSpc="hsl" dir="cw">
                                      <p:cBhvr>
                                        <p:cTn id="35" dur="1250" fill="hold"/>
                                        <p:tgtEl>
                                          <p:spTgt spid="18">
                                            <p:txEl>
                                              <p:pRg st="0" end="0"/>
                                            </p:txEl>
                                          </p:spTgt>
                                        </p:tgtEl>
                                        <p:attrNameLst>
                                          <p:attrName>fillcolor</p:attrName>
                                        </p:attrNameLst>
                                      </p:cBhvr>
                                      <p:by>
                                        <p:hsl h="7200000" s="0" l="0"/>
                                      </p:by>
                                    </p:animClr>
                                    <p:animClr clrSpc="hsl" dir="cw">
                                      <p:cBhvr>
                                        <p:cTn id="36" dur="1250" fill="hold"/>
                                        <p:tgtEl>
                                          <p:spTgt spid="18">
                                            <p:txEl>
                                              <p:pRg st="0" end="0"/>
                                            </p:txEl>
                                          </p:spTgt>
                                        </p:tgtEl>
                                        <p:attrNameLst>
                                          <p:attrName>stroke.color</p:attrName>
                                        </p:attrNameLst>
                                      </p:cBhvr>
                                      <p:by>
                                        <p:hsl h="7200000" s="0" l="0"/>
                                      </p:by>
                                    </p:animClr>
                                    <p:set>
                                      <p:cBhvr>
                                        <p:cTn id="37" dur="1250" fill="hold"/>
                                        <p:tgtEl>
                                          <p:spTgt spid="18">
                                            <p:txEl>
                                              <p:pRg st="0" end="0"/>
                                            </p:txEl>
                                          </p:spTgt>
                                        </p:tgtEl>
                                        <p:attrNameLst>
                                          <p:attrName>fill.type</p:attrName>
                                        </p:attrNameLst>
                                      </p:cBhvr>
                                      <p:to>
                                        <p:strVal val="solid"/>
                                      </p:to>
                                    </p:set>
                                  </p:childTnLst>
                                </p:cTn>
                              </p:par>
                              <p:par>
                                <p:cTn id="38" presetID="21" presetClass="emph" presetSubtype="0" fill="hold" grpId="6" nodeType="withEffect">
                                  <p:stCondLst>
                                    <p:cond delay="5500"/>
                                  </p:stCondLst>
                                  <p:childTnLst>
                                    <p:animClr clrSpc="hsl" dir="cw">
                                      <p:cBhvr override="childStyle">
                                        <p:cTn id="39" dur="1750" fill="hold"/>
                                        <p:tgtEl>
                                          <p:spTgt spid="18">
                                            <p:txEl>
                                              <p:pRg st="0" end="0"/>
                                            </p:txEl>
                                          </p:spTgt>
                                        </p:tgtEl>
                                        <p:attrNameLst>
                                          <p:attrName>style.color</p:attrName>
                                        </p:attrNameLst>
                                      </p:cBhvr>
                                      <p:by>
                                        <p:hsl h="7200000" s="0" l="0"/>
                                      </p:by>
                                    </p:animClr>
                                    <p:animClr clrSpc="hsl" dir="cw">
                                      <p:cBhvr>
                                        <p:cTn id="40" dur="1750" fill="hold"/>
                                        <p:tgtEl>
                                          <p:spTgt spid="18">
                                            <p:txEl>
                                              <p:pRg st="0" end="0"/>
                                            </p:txEl>
                                          </p:spTgt>
                                        </p:tgtEl>
                                        <p:attrNameLst>
                                          <p:attrName>fillcolor</p:attrName>
                                        </p:attrNameLst>
                                      </p:cBhvr>
                                      <p:by>
                                        <p:hsl h="7200000" s="0" l="0"/>
                                      </p:by>
                                    </p:animClr>
                                    <p:animClr clrSpc="hsl" dir="cw">
                                      <p:cBhvr>
                                        <p:cTn id="41" dur="1750" fill="hold"/>
                                        <p:tgtEl>
                                          <p:spTgt spid="18">
                                            <p:txEl>
                                              <p:pRg st="0" end="0"/>
                                            </p:txEl>
                                          </p:spTgt>
                                        </p:tgtEl>
                                        <p:attrNameLst>
                                          <p:attrName>stroke.color</p:attrName>
                                        </p:attrNameLst>
                                      </p:cBhvr>
                                      <p:by>
                                        <p:hsl h="7200000" s="0" l="0"/>
                                      </p:by>
                                    </p:animClr>
                                    <p:set>
                                      <p:cBhvr>
                                        <p:cTn id="42" dur="1750" fill="hold"/>
                                        <p:tgtEl>
                                          <p:spTgt spid="18">
                                            <p:txEl>
                                              <p:pRg st="0" end="0"/>
                                            </p:txEl>
                                          </p:spTgt>
                                        </p:tgtEl>
                                        <p:attrNameLst>
                                          <p:attrName>fill.type</p:attrName>
                                        </p:attrNameLst>
                                      </p:cBhvr>
                                      <p:to>
                                        <p:strVal val="solid"/>
                                      </p:to>
                                    </p:set>
                                  </p:childTnLst>
                                </p:cTn>
                              </p:par>
                              <p:par>
                                <p:cTn id="43" presetID="21" presetClass="emph" presetSubtype="0" fill="hold" grpId="7" nodeType="withEffect">
                                  <p:stCondLst>
                                    <p:cond delay="7000"/>
                                  </p:stCondLst>
                                  <p:childTnLst>
                                    <p:animClr clrSpc="hsl" dir="cw">
                                      <p:cBhvr override="childStyle">
                                        <p:cTn id="44" dur="1000" fill="hold"/>
                                        <p:tgtEl>
                                          <p:spTgt spid="18">
                                            <p:txEl>
                                              <p:pRg st="0" end="0"/>
                                            </p:txEl>
                                          </p:spTgt>
                                        </p:tgtEl>
                                        <p:attrNameLst>
                                          <p:attrName>style.color</p:attrName>
                                        </p:attrNameLst>
                                      </p:cBhvr>
                                      <p:by>
                                        <p:hsl h="7200000" s="0" l="0"/>
                                      </p:by>
                                    </p:animClr>
                                    <p:animClr clrSpc="hsl" dir="cw">
                                      <p:cBhvr>
                                        <p:cTn id="45" dur="1000" fill="hold"/>
                                        <p:tgtEl>
                                          <p:spTgt spid="18">
                                            <p:txEl>
                                              <p:pRg st="0" end="0"/>
                                            </p:txEl>
                                          </p:spTgt>
                                        </p:tgtEl>
                                        <p:attrNameLst>
                                          <p:attrName>fillcolor</p:attrName>
                                        </p:attrNameLst>
                                      </p:cBhvr>
                                      <p:by>
                                        <p:hsl h="7200000" s="0" l="0"/>
                                      </p:by>
                                    </p:animClr>
                                    <p:animClr clrSpc="hsl" dir="cw">
                                      <p:cBhvr>
                                        <p:cTn id="46" dur="1000" fill="hold"/>
                                        <p:tgtEl>
                                          <p:spTgt spid="18">
                                            <p:txEl>
                                              <p:pRg st="0" end="0"/>
                                            </p:txEl>
                                          </p:spTgt>
                                        </p:tgtEl>
                                        <p:attrNameLst>
                                          <p:attrName>stroke.color</p:attrName>
                                        </p:attrNameLst>
                                      </p:cBhvr>
                                      <p:by>
                                        <p:hsl h="7200000" s="0" l="0"/>
                                      </p:by>
                                    </p:animClr>
                                    <p:set>
                                      <p:cBhvr>
                                        <p:cTn id="47" dur="1000" fill="hold"/>
                                        <p:tgtEl>
                                          <p:spTgt spid="18">
                                            <p:txEl>
                                              <p:pRg st="0" end="0"/>
                                            </p:txEl>
                                          </p:spTgt>
                                        </p:tgtEl>
                                        <p:attrNameLst>
                                          <p:attrName>fill.type</p:attrName>
                                        </p:attrNameLst>
                                      </p:cBhvr>
                                      <p:to>
                                        <p:strVal val="solid"/>
                                      </p:to>
                                    </p:set>
                                  </p:childTnLst>
                                </p:cTn>
                              </p:par>
                              <p:par>
                                <p:cTn id="48" presetID="21" presetClass="emph" presetSubtype="0" fill="hold" grpId="8" nodeType="withEffect">
                                  <p:stCondLst>
                                    <p:cond delay="8000"/>
                                  </p:stCondLst>
                                  <p:childTnLst>
                                    <p:animClr clrSpc="hsl" dir="cw">
                                      <p:cBhvr override="childStyle">
                                        <p:cTn id="49" dur="1500" fill="hold"/>
                                        <p:tgtEl>
                                          <p:spTgt spid="18">
                                            <p:txEl>
                                              <p:pRg st="0" end="0"/>
                                            </p:txEl>
                                          </p:spTgt>
                                        </p:tgtEl>
                                        <p:attrNameLst>
                                          <p:attrName>style.color</p:attrName>
                                        </p:attrNameLst>
                                      </p:cBhvr>
                                      <p:by>
                                        <p:hsl h="7200000" s="0" l="0"/>
                                      </p:by>
                                    </p:animClr>
                                    <p:animClr clrSpc="hsl" dir="cw">
                                      <p:cBhvr>
                                        <p:cTn id="50" dur="1500" fill="hold"/>
                                        <p:tgtEl>
                                          <p:spTgt spid="18">
                                            <p:txEl>
                                              <p:pRg st="0" end="0"/>
                                            </p:txEl>
                                          </p:spTgt>
                                        </p:tgtEl>
                                        <p:attrNameLst>
                                          <p:attrName>fillcolor</p:attrName>
                                        </p:attrNameLst>
                                      </p:cBhvr>
                                      <p:by>
                                        <p:hsl h="7200000" s="0" l="0"/>
                                      </p:by>
                                    </p:animClr>
                                    <p:animClr clrSpc="hsl" dir="cw">
                                      <p:cBhvr>
                                        <p:cTn id="51" dur="1500" fill="hold"/>
                                        <p:tgtEl>
                                          <p:spTgt spid="18">
                                            <p:txEl>
                                              <p:pRg st="0" end="0"/>
                                            </p:txEl>
                                          </p:spTgt>
                                        </p:tgtEl>
                                        <p:attrNameLst>
                                          <p:attrName>stroke.color</p:attrName>
                                        </p:attrNameLst>
                                      </p:cBhvr>
                                      <p:by>
                                        <p:hsl h="7200000" s="0" l="0"/>
                                      </p:by>
                                    </p:animClr>
                                    <p:set>
                                      <p:cBhvr>
                                        <p:cTn id="52" dur="1500" fill="hold"/>
                                        <p:tgtEl>
                                          <p:spTgt spid="18">
                                            <p:txEl>
                                              <p:pRg st="0" end="0"/>
                                            </p:txEl>
                                          </p:spTgt>
                                        </p:tgtEl>
                                        <p:attrNameLst>
                                          <p:attrName>fill.type</p:attrName>
                                        </p:attrNameLst>
                                      </p:cBhvr>
                                      <p:to>
                                        <p:strVal val="solid"/>
                                      </p:to>
                                    </p:set>
                                  </p:childTnLst>
                                </p:cTn>
                              </p:par>
                              <p:par>
                                <p:cTn id="53" presetID="21" presetClass="emph" presetSubtype="0" fill="hold" grpId="9" nodeType="withEffect">
                                  <p:stCondLst>
                                    <p:cond delay="9500"/>
                                  </p:stCondLst>
                                  <p:childTnLst>
                                    <p:animClr clrSpc="hsl" dir="cw">
                                      <p:cBhvr override="childStyle">
                                        <p:cTn id="54" dur="1500" fill="hold"/>
                                        <p:tgtEl>
                                          <p:spTgt spid="18">
                                            <p:txEl>
                                              <p:pRg st="0" end="0"/>
                                            </p:txEl>
                                          </p:spTgt>
                                        </p:tgtEl>
                                        <p:attrNameLst>
                                          <p:attrName>style.color</p:attrName>
                                        </p:attrNameLst>
                                      </p:cBhvr>
                                      <p:by>
                                        <p:hsl h="7200000" s="0" l="0"/>
                                      </p:by>
                                    </p:animClr>
                                    <p:animClr clrSpc="hsl" dir="cw">
                                      <p:cBhvr>
                                        <p:cTn id="55" dur="1500" fill="hold"/>
                                        <p:tgtEl>
                                          <p:spTgt spid="18">
                                            <p:txEl>
                                              <p:pRg st="0" end="0"/>
                                            </p:txEl>
                                          </p:spTgt>
                                        </p:tgtEl>
                                        <p:attrNameLst>
                                          <p:attrName>fillcolor</p:attrName>
                                        </p:attrNameLst>
                                      </p:cBhvr>
                                      <p:by>
                                        <p:hsl h="7200000" s="0" l="0"/>
                                      </p:by>
                                    </p:animClr>
                                    <p:animClr clrSpc="hsl" dir="cw">
                                      <p:cBhvr>
                                        <p:cTn id="56" dur="1500" fill="hold"/>
                                        <p:tgtEl>
                                          <p:spTgt spid="18">
                                            <p:txEl>
                                              <p:pRg st="0" end="0"/>
                                            </p:txEl>
                                          </p:spTgt>
                                        </p:tgtEl>
                                        <p:attrNameLst>
                                          <p:attrName>stroke.color</p:attrName>
                                        </p:attrNameLst>
                                      </p:cBhvr>
                                      <p:by>
                                        <p:hsl h="7200000" s="0" l="0"/>
                                      </p:by>
                                    </p:animClr>
                                    <p:set>
                                      <p:cBhvr>
                                        <p:cTn id="57" dur="1500" fill="hold"/>
                                        <p:tgtEl>
                                          <p:spTgt spid="18">
                                            <p:txEl>
                                              <p:pRg st="0" end="0"/>
                                            </p:txEl>
                                          </p:spTgt>
                                        </p:tgtEl>
                                        <p:attrNameLst>
                                          <p:attrName>fill.type</p:attrName>
                                        </p:attrNameLst>
                                      </p:cBhvr>
                                      <p:to>
                                        <p:strVal val="solid"/>
                                      </p:to>
                                    </p:set>
                                  </p:childTnLst>
                                </p:cTn>
                              </p:par>
                              <p:par>
                                <p:cTn id="58" presetID="21" presetClass="emph" presetSubtype="0" fill="hold" grpId="10" nodeType="withEffect">
                                  <p:stCondLst>
                                    <p:cond delay="10750"/>
                                  </p:stCondLst>
                                  <p:childTnLst>
                                    <p:animClr clrSpc="hsl" dir="cw">
                                      <p:cBhvr override="childStyle">
                                        <p:cTn id="59" dur="1250" fill="hold"/>
                                        <p:tgtEl>
                                          <p:spTgt spid="18">
                                            <p:txEl>
                                              <p:pRg st="0" end="0"/>
                                            </p:txEl>
                                          </p:spTgt>
                                        </p:tgtEl>
                                        <p:attrNameLst>
                                          <p:attrName>style.color</p:attrName>
                                        </p:attrNameLst>
                                      </p:cBhvr>
                                      <p:by>
                                        <p:hsl h="7200000" s="0" l="0"/>
                                      </p:by>
                                    </p:animClr>
                                    <p:animClr clrSpc="hsl" dir="cw">
                                      <p:cBhvr>
                                        <p:cTn id="60" dur="1250" fill="hold"/>
                                        <p:tgtEl>
                                          <p:spTgt spid="18">
                                            <p:txEl>
                                              <p:pRg st="0" end="0"/>
                                            </p:txEl>
                                          </p:spTgt>
                                        </p:tgtEl>
                                        <p:attrNameLst>
                                          <p:attrName>fillcolor</p:attrName>
                                        </p:attrNameLst>
                                      </p:cBhvr>
                                      <p:by>
                                        <p:hsl h="7200000" s="0" l="0"/>
                                      </p:by>
                                    </p:animClr>
                                    <p:animClr clrSpc="hsl" dir="cw">
                                      <p:cBhvr>
                                        <p:cTn id="61" dur="1250" fill="hold"/>
                                        <p:tgtEl>
                                          <p:spTgt spid="18">
                                            <p:txEl>
                                              <p:pRg st="0" end="0"/>
                                            </p:txEl>
                                          </p:spTgt>
                                        </p:tgtEl>
                                        <p:attrNameLst>
                                          <p:attrName>stroke.color</p:attrName>
                                        </p:attrNameLst>
                                      </p:cBhvr>
                                      <p:by>
                                        <p:hsl h="7200000" s="0" l="0"/>
                                      </p:by>
                                    </p:animClr>
                                    <p:set>
                                      <p:cBhvr>
                                        <p:cTn id="62" dur="1250" fill="hold"/>
                                        <p:tgtEl>
                                          <p:spTgt spid="18">
                                            <p:txEl>
                                              <p:pRg st="0" end="0"/>
                                            </p:txEl>
                                          </p:spTgt>
                                        </p:tgtEl>
                                        <p:attrNameLst>
                                          <p:attrName>fill.type</p:attrName>
                                        </p:attrNameLst>
                                      </p:cBhvr>
                                      <p:to>
                                        <p:strVal val="solid"/>
                                      </p:to>
                                    </p:set>
                                  </p:childTnLst>
                                </p:cTn>
                              </p:par>
                              <p:par>
                                <p:cTn id="63" presetID="21" presetClass="emph" presetSubtype="0" fill="hold" grpId="11" nodeType="withEffect">
                                  <p:stCondLst>
                                    <p:cond delay="12000"/>
                                  </p:stCondLst>
                                  <p:childTnLst>
                                    <p:animClr clrSpc="hsl" dir="cw">
                                      <p:cBhvr override="childStyle">
                                        <p:cTn id="64" dur="1200" fill="hold"/>
                                        <p:tgtEl>
                                          <p:spTgt spid="18">
                                            <p:txEl>
                                              <p:pRg st="0" end="0"/>
                                            </p:txEl>
                                          </p:spTgt>
                                        </p:tgtEl>
                                        <p:attrNameLst>
                                          <p:attrName>style.color</p:attrName>
                                        </p:attrNameLst>
                                      </p:cBhvr>
                                      <p:by>
                                        <p:hsl h="7200000" s="0" l="0"/>
                                      </p:by>
                                    </p:animClr>
                                    <p:animClr clrSpc="hsl" dir="cw">
                                      <p:cBhvr>
                                        <p:cTn id="65" dur="1200" fill="hold"/>
                                        <p:tgtEl>
                                          <p:spTgt spid="18">
                                            <p:txEl>
                                              <p:pRg st="0" end="0"/>
                                            </p:txEl>
                                          </p:spTgt>
                                        </p:tgtEl>
                                        <p:attrNameLst>
                                          <p:attrName>fillcolor</p:attrName>
                                        </p:attrNameLst>
                                      </p:cBhvr>
                                      <p:by>
                                        <p:hsl h="7200000" s="0" l="0"/>
                                      </p:by>
                                    </p:animClr>
                                    <p:animClr clrSpc="hsl" dir="cw">
                                      <p:cBhvr>
                                        <p:cTn id="66" dur="1200" fill="hold"/>
                                        <p:tgtEl>
                                          <p:spTgt spid="18">
                                            <p:txEl>
                                              <p:pRg st="0" end="0"/>
                                            </p:txEl>
                                          </p:spTgt>
                                        </p:tgtEl>
                                        <p:attrNameLst>
                                          <p:attrName>stroke.color</p:attrName>
                                        </p:attrNameLst>
                                      </p:cBhvr>
                                      <p:by>
                                        <p:hsl h="7200000" s="0" l="0"/>
                                      </p:by>
                                    </p:animClr>
                                    <p:set>
                                      <p:cBhvr>
                                        <p:cTn id="67" dur="1200" fill="hold"/>
                                        <p:tgtEl>
                                          <p:spTgt spid="18">
                                            <p:txEl>
                                              <p:pRg st="0" end="0"/>
                                            </p:txEl>
                                          </p:spTgt>
                                        </p:tgtEl>
                                        <p:attrNameLst>
                                          <p:attrName>fill.type</p:attrName>
                                        </p:attrNameLst>
                                      </p:cBhvr>
                                      <p:to>
                                        <p:strVal val="solid"/>
                                      </p:to>
                                    </p:set>
                                  </p:childTnLst>
                                </p:cTn>
                              </p:par>
                              <p:par>
                                <p:cTn id="68" presetID="21" presetClass="emph" presetSubtype="0" fill="hold" grpId="12" nodeType="withEffect">
                                  <p:stCondLst>
                                    <p:cond delay="13250"/>
                                  </p:stCondLst>
                                  <p:childTnLst>
                                    <p:animClr clrSpc="hsl" dir="cw">
                                      <p:cBhvr override="childStyle">
                                        <p:cTn id="69" dur="650" fill="hold"/>
                                        <p:tgtEl>
                                          <p:spTgt spid="18">
                                            <p:txEl>
                                              <p:pRg st="0" end="0"/>
                                            </p:txEl>
                                          </p:spTgt>
                                        </p:tgtEl>
                                        <p:attrNameLst>
                                          <p:attrName>style.color</p:attrName>
                                        </p:attrNameLst>
                                      </p:cBhvr>
                                      <p:by>
                                        <p:hsl h="7200000" s="0" l="0"/>
                                      </p:by>
                                    </p:animClr>
                                    <p:animClr clrSpc="hsl" dir="cw">
                                      <p:cBhvr>
                                        <p:cTn id="70" dur="650" fill="hold"/>
                                        <p:tgtEl>
                                          <p:spTgt spid="18">
                                            <p:txEl>
                                              <p:pRg st="0" end="0"/>
                                            </p:txEl>
                                          </p:spTgt>
                                        </p:tgtEl>
                                        <p:attrNameLst>
                                          <p:attrName>fillcolor</p:attrName>
                                        </p:attrNameLst>
                                      </p:cBhvr>
                                      <p:by>
                                        <p:hsl h="7200000" s="0" l="0"/>
                                      </p:by>
                                    </p:animClr>
                                    <p:animClr clrSpc="hsl" dir="cw">
                                      <p:cBhvr>
                                        <p:cTn id="71" dur="650" fill="hold"/>
                                        <p:tgtEl>
                                          <p:spTgt spid="18">
                                            <p:txEl>
                                              <p:pRg st="0" end="0"/>
                                            </p:txEl>
                                          </p:spTgt>
                                        </p:tgtEl>
                                        <p:attrNameLst>
                                          <p:attrName>stroke.color</p:attrName>
                                        </p:attrNameLst>
                                      </p:cBhvr>
                                      <p:by>
                                        <p:hsl h="7200000" s="0" l="0"/>
                                      </p:by>
                                    </p:animClr>
                                    <p:set>
                                      <p:cBhvr>
                                        <p:cTn id="72" dur="650" fill="hold"/>
                                        <p:tgtEl>
                                          <p:spTgt spid="18">
                                            <p:txEl>
                                              <p:pRg st="0" end="0"/>
                                            </p:txEl>
                                          </p:spTgt>
                                        </p:tgtEl>
                                        <p:attrNameLst>
                                          <p:attrName>fill.type</p:attrName>
                                        </p:attrNameLst>
                                      </p:cBhvr>
                                      <p:to>
                                        <p:strVal val="solid"/>
                                      </p:to>
                                    </p:set>
                                  </p:childTnLst>
                                </p:cTn>
                              </p:par>
                              <p:par>
                                <p:cTn id="73" presetID="22" presetClass="entr" presetSubtype="1" fill="hold" grpId="3" nodeType="withEffect">
                                  <p:stCondLst>
                                    <p:cond delay="3000"/>
                                  </p:stCondLst>
                                  <p:childTnLst>
                                    <p:set>
                                      <p:cBhvr>
                                        <p:cTn id="74" dur="1" fill="hold">
                                          <p:stCondLst>
                                            <p:cond delay="0"/>
                                          </p:stCondLst>
                                        </p:cTn>
                                        <p:tgtEl>
                                          <p:spTgt spid="8"/>
                                        </p:tgtEl>
                                        <p:attrNameLst>
                                          <p:attrName>style.visibility</p:attrName>
                                        </p:attrNameLst>
                                      </p:cBhvr>
                                      <p:to>
                                        <p:strVal val="visible"/>
                                      </p:to>
                                    </p:set>
                                    <p:animEffect transition="in" filter="wipe(up)">
                                      <p:cBhvr>
                                        <p:cTn id="75" dur="3750"/>
                                        <p:tgtEl>
                                          <p:spTgt spid="8"/>
                                        </p:tgtEl>
                                      </p:cBhvr>
                                    </p:animEffect>
                                  </p:childTnLst>
                                </p:cTn>
                              </p:par>
                              <p:par>
                                <p:cTn id="76" presetID="10" presetClass="entr" presetSubtype="0" fill="hold" grpId="0" nodeType="withEffect">
                                  <p:stCondLst>
                                    <p:cond delay="3000"/>
                                  </p:stCondLst>
                                  <p:childTnLst>
                                    <p:set>
                                      <p:cBhvr>
                                        <p:cTn id="77" dur="1" fill="hold">
                                          <p:stCondLst>
                                            <p:cond delay="0"/>
                                          </p:stCondLst>
                                        </p:cTn>
                                        <p:tgtEl>
                                          <p:spTgt spid="13"/>
                                        </p:tgtEl>
                                        <p:attrNameLst>
                                          <p:attrName>style.visibility</p:attrName>
                                        </p:attrNameLst>
                                      </p:cBhvr>
                                      <p:to>
                                        <p:strVal val="visible"/>
                                      </p:to>
                                    </p:set>
                                    <p:animEffect transition="in" filter="fade">
                                      <p:cBhvr>
                                        <p:cTn id="78" dur="3750"/>
                                        <p:tgtEl>
                                          <p:spTgt spid="13"/>
                                        </p:tgtEl>
                                      </p:cBhvr>
                                    </p:animEffect>
                                  </p:childTnLst>
                                </p:cTn>
                              </p:par>
                              <p:par>
                                <p:cTn id="79" presetID="22" presetClass="exit" presetSubtype="1" fill="hold" nodeType="withEffect">
                                  <p:stCondLst>
                                    <p:cond delay="0"/>
                                  </p:stCondLst>
                                  <p:childTnLst>
                                    <p:animEffect transition="out" filter="wipe(up)">
                                      <p:cBhvr>
                                        <p:cTn id="80" dur="3250"/>
                                        <p:tgtEl>
                                          <p:spTgt spid="14"/>
                                        </p:tgtEl>
                                      </p:cBhvr>
                                    </p:animEffect>
                                    <p:set>
                                      <p:cBhvr>
                                        <p:cTn id="81" dur="1" fill="hold">
                                          <p:stCondLst>
                                            <p:cond delay="3249"/>
                                          </p:stCondLst>
                                        </p:cTn>
                                        <p:tgtEl>
                                          <p:spTgt spid="14"/>
                                        </p:tgtEl>
                                        <p:attrNameLst>
                                          <p:attrName>style.visibility</p:attrName>
                                        </p:attrNameLst>
                                      </p:cBhvr>
                                      <p:to>
                                        <p:strVal val="hidden"/>
                                      </p:to>
                                    </p:set>
                                  </p:childTnLst>
                                </p:cTn>
                              </p:par>
                              <p:par>
                                <p:cTn id="82" presetID="22" presetClass="exit" presetSubtype="1" fill="hold" nodeType="withEffect">
                                  <p:stCondLst>
                                    <p:cond delay="0"/>
                                  </p:stCondLst>
                                  <p:childTnLst>
                                    <p:animEffect transition="out" filter="wipe(up)">
                                      <p:cBhvr>
                                        <p:cTn id="83" dur="3250"/>
                                        <p:tgtEl>
                                          <p:spTgt spid="26"/>
                                        </p:tgtEl>
                                      </p:cBhvr>
                                    </p:animEffect>
                                    <p:set>
                                      <p:cBhvr>
                                        <p:cTn id="84" dur="1" fill="hold">
                                          <p:stCondLst>
                                            <p:cond delay="3249"/>
                                          </p:stCondLst>
                                        </p:cTn>
                                        <p:tgtEl>
                                          <p:spTgt spid="26"/>
                                        </p:tgtEl>
                                        <p:attrNameLst>
                                          <p:attrName>style.visibility</p:attrName>
                                        </p:attrNameLst>
                                      </p:cBhvr>
                                      <p:to>
                                        <p:strVal val="hidden"/>
                                      </p:to>
                                    </p:set>
                                  </p:childTnLst>
                                </p:cTn>
                              </p:par>
                              <p:par>
                                <p:cTn id="85" presetID="22" presetClass="exit" presetSubtype="1" fill="hold" nodeType="withEffect">
                                  <p:stCondLst>
                                    <p:cond delay="0"/>
                                  </p:stCondLst>
                                  <p:childTnLst>
                                    <p:animEffect transition="out" filter="wipe(up)">
                                      <p:cBhvr>
                                        <p:cTn id="86" dur="3000"/>
                                        <p:tgtEl>
                                          <p:spTgt spid="28"/>
                                        </p:tgtEl>
                                      </p:cBhvr>
                                    </p:animEffect>
                                    <p:set>
                                      <p:cBhvr>
                                        <p:cTn id="87" dur="1" fill="hold">
                                          <p:stCondLst>
                                            <p:cond delay="2999"/>
                                          </p:stCondLst>
                                        </p:cTn>
                                        <p:tgtEl>
                                          <p:spTgt spid="28"/>
                                        </p:tgtEl>
                                        <p:attrNameLst>
                                          <p:attrName>style.visibility</p:attrName>
                                        </p:attrNameLst>
                                      </p:cBhvr>
                                      <p:to>
                                        <p:strVal val="hidden"/>
                                      </p:to>
                                    </p:set>
                                  </p:childTnLst>
                                </p:cTn>
                              </p:par>
                              <p:par>
                                <p:cTn id="88" presetID="22" presetClass="entr" presetSubtype="1" fill="hold" grpId="0" nodeType="withEffect">
                                  <p:stCondLst>
                                    <p:cond delay="3000"/>
                                  </p:stCondLst>
                                  <p:childTnLst>
                                    <p:set>
                                      <p:cBhvr>
                                        <p:cTn id="89" dur="1" fill="hold">
                                          <p:stCondLst>
                                            <p:cond delay="0"/>
                                          </p:stCondLst>
                                        </p:cTn>
                                        <p:tgtEl>
                                          <p:spTgt spid="6"/>
                                        </p:tgtEl>
                                        <p:attrNameLst>
                                          <p:attrName>style.visibility</p:attrName>
                                        </p:attrNameLst>
                                      </p:cBhvr>
                                      <p:to>
                                        <p:strVal val="visible"/>
                                      </p:to>
                                    </p:set>
                                    <p:animEffect transition="in" filter="wipe(up)">
                                      <p:cBhvr>
                                        <p:cTn id="90" dur="3750"/>
                                        <p:tgtEl>
                                          <p:spTgt spid="6"/>
                                        </p:tgtEl>
                                      </p:cBhvr>
                                    </p:animEffect>
                                  </p:childTnLst>
                                </p:cTn>
                              </p:par>
                              <p:par>
                                <p:cTn id="91" presetID="21" presetClass="exit" presetSubtype="1" fill="hold" grpId="1" nodeType="withEffect">
                                  <p:stCondLst>
                                    <p:cond delay="9200"/>
                                  </p:stCondLst>
                                  <p:childTnLst>
                                    <p:animEffect transition="out" filter="wheel(1)">
                                      <p:cBhvr>
                                        <p:cTn id="92" dur="3250"/>
                                        <p:tgtEl>
                                          <p:spTgt spid="6"/>
                                        </p:tgtEl>
                                      </p:cBhvr>
                                    </p:animEffect>
                                    <p:set>
                                      <p:cBhvr>
                                        <p:cTn id="93" dur="1" fill="hold">
                                          <p:stCondLst>
                                            <p:cond delay="3249"/>
                                          </p:stCondLst>
                                        </p:cTn>
                                        <p:tgtEl>
                                          <p:spTgt spid="6"/>
                                        </p:tgtEl>
                                        <p:attrNameLst>
                                          <p:attrName>style.visibility</p:attrName>
                                        </p:attrNameLst>
                                      </p:cBhvr>
                                      <p:to>
                                        <p:strVal val="hidden"/>
                                      </p:to>
                                    </p:set>
                                  </p:childTnLst>
                                </p:cTn>
                              </p:par>
                              <p:par>
                                <p:cTn id="94" presetID="53" presetClass="entr" presetSubtype="16" fill="hold" grpId="0" nodeType="withEffect">
                                  <p:stCondLst>
                                    <p:cond delay="12500"/>
                                  </p:stCondLst>
                                  <p:childTnLst>
                                    <p:set>
                                      <p:cBhvr>
                                        <p:cTn id="95" dur="1" fill="hold">
                                          <p:stCondLst>
                                            <p:cond delay="0"/>
                                          </p:stCondLst>
                                        </p:cTn>
                                        <p:tgtEl>
                                          <p:spTgt spid="2"/>
                                        </p:tgtEl>
                                        <p:attrNameLst>
                                          <p:attrName>style.visibility</p:attrName>
                                        </p:attrNameLst>
                                      </p:cBhvr>
                                      <p:to>
                                        <p:strVal val="visible"/>
                                      </p:to>
                                    </p:set>
                                    <p:anim calcmode="lin" valueType="num">
                                      <p:cBhvr>
                                        <p:cTn id="96" dur="4000" fill="hold"/>
                                        <p:tgtEl>
                                          <p:spTgt spid="2"/>
                                        </p:tgtEl>
                                        <p:attrNameLst>
                                          <p:attrName>ppt_w</p:attrName>
                                        </p:attrNameLst>
                                      </p:cBhvr>
                                      <p:tavLst>
                                        <p:tav tm="0">
                                          <p:val>
                                            <p:fltVal val="0"/>
                                          </p:val>
                                        </p:tav>
                                        <p:tav tm="100000">
                                          <p:val>
                                            <p:strVal val="#ppt_w"/>
                                          </p:val>
                                        </p:tav>
                                      </p:tavLst>
                                    </p:anim>
                                    <p:anim calcmode="lin" valueType="num">
                                      <p:cBhvr>
                                        <p:cTn id="97" dur="4000" fill="hold"/>
                                        <p:tgtEl>
                                          <p:spTgt spid="2"/>
                                        </p:tgtEl>
                                        <p:attrNameLst>
                                          <p:attrName>ppt_h</p:attrName>
                                        </p:attrNameLst>
                                      </p:cBhvr>
                                      <p:tavLst>
                                        <p:tav tm="0">
                                          <p:val>
                                            <p:fltVal val="0"/>
                                          </p:val>
                                        </p:tav>
                                        <p:tav tm="100000">
                                          <p:val>
                                            <p:strVal val="#ppt_h"/>
                                          </p:val>
                                        </p:tav>
                                      </p:tavLst>
                                    </p:anim>
                                    <p:animEffect transition="in" filter="fade">
                                      <p:cBhvr>
                                        <p:cTn id="98" dur="4000"/>
                                        <p:tgtEl>
                                          <p:spTgt spid="2"/>
                                        </p:tgtEl>
                                      </p:cBhvr>
                                    </p:animEffect>
                                  </p:childTnLst>
                                </p:cTn>
                              </p:par>
                              <p:par>
                                <p:cTn id="99" presetID="22" presetClass="exit" presetSubtype="2" fill="hold" grpId="1" nodeType="withEffect">
                                  <p:stCondLst>
                                    <p:cond delay="18100"/>
                                  </p:stCondLst>
                                  <p:childTnLst>
                                    <p:animEffect transition="out" filter="wipe(right)">
                                      <p:cBhvr>
                                        <p:cTn id="100" dur="3250"/>
                                        <p:tgtEl>
                                          <p:spTgt spid="2"/>
                                        </p:tgtEl>
                                      </p:cBhvr>
                                    </p:animEffect>
                                    <p:set>
                                      <p:cBhvr>
                                        <p:cTn id="101" dur="1" fill="hold">
                                          <p:stCondLst>
                                            <p:cond delay="3249"/>
                                          </p:stCondLst>
                                        </p:cTn>
                                        <p:tgtEl>
                                          <p:spTgt spid="2"/>
                                        </p:tgtEl>
                                        <p:attrNameLst>
                                          <p:attrName>style.visibility</p:attrName>
                                        </p:attrNameLst>
                                      </p:cBhvr>
                                      <p:to>
                                        <p:strVal val="hidden"/>
                                      </p:to>
                                    </p:set>
                                  </p:childTnLst>
                                </p:cTn>
                              </p:par>
                              <p:par>
                                <p:cTn id="102" presetID="6" presetClass="exit" presetSubtype="32" fill="hold" grpId="1" nodeType="withEffect">
                                  <p:stCondLst>
                                    <p:cond delay="18100"/>
                                  </p:stCondLst>
                                  <p:childTnLst>
                                    <p:animEffect transition="out" filter="circle(out)">
                                      <p:cBhvr>
                                        <p:cTn id="103" dur="3250"/>
                                        <p:tgtEl>
                                          <p:spTgt spid="13"/>
                                        </p:tgtEl>
                                      </p:cBhvr>
                                    </p:animEffect>
                                    <p:set>
                                      <p:cBhvr>
                                        <p:cTn id="104" dur="1" fill="hold">
                                          <p:stCondLst>
                                            <p:cond delay="3249"/>
                                          </p:stCondLst>
                                        </p:cTn>
                                        <p:tgtEl>
                                          <p:spTgt spid="13"/>
                                        </p:tgtEl>
                                        <p:attrNameLst>
                                          <p:attrName>style.visibility</p:attrName>
                                        </p:attrNameLst>
                                      </p:cBhvr>
                                      <p:to>
                                        <p:strVal val="hidden"/>
                                      </p:to>
                                    </p:set>
                                  </p:childTnLst>
                                </p:cTn>
                              </p:par>
                              <p:par>
                                <p:cTn id="105" presetID="6" presetClass="exit" presetSubtype="32" fill="hold" grpId="4" nodeType="withEffect">
                                  <p:stCondLst>
                                    <p:cond delay="18100"/>
                                  </p:stCondLst>
                                  <p:childTnLst>
                                    <p:animEffect transition="out" filter="circle(out)">
                                      <p:cBhvr>
                                        <p:cTn id="106" dur="3250"/>
                                        <p:tgtEl>
                                          <p:spTgt spid="8"/>
                                        </p:tgtEl>
                                      </p:cBhvr>
                                    </p:animEffect>
                                    <p:set>
                                      <p:cBhvr>
                                        <p:cTn id="107" dur="1" fill="hold">
                                          <p:stCondLst>
                                            <p:cond delay="3249"/>
                                          </p:stCondLst>
                                        </p:cTn>
                                        <p:tgtEl>
                                          <p:spTgt spid="8"/>
                                        </p:tgtEl>
                                        <p:attrNameLst>
                                          <p:attrName>style.visibility</p:attrName>
                                        </p:attrNameLst>
                                      </p:cBhvr>
                                      <p:to>
                                        <p:strVal val="hidden"/>
                                      </p:to>
                                    </p:set>
                                  </p:childTnLst>
                                </p:cTn>
                              </p:par>
                              <p:par>
                                <p:cTn id="108" presetID="21" presetClass="entr" presetSubtype="2" fill="hold" grpId="0" nodeType="withEffect">
                                  <p:stCondLst>
                                    <p:cond delay="21500"/>
                                  </p:stCondLst>
                                  <p:childTnLst>
                                    <p:set>
                                      <p:cBhvr>
                                        <p:cTn id="109" dur="1" fill="hold">
                                          <p:stCondLst>
                                            <p:cond delay="0"/>
                                          </p:stCondLst>
                                        </p:cTn>
                                        <p:tgtEl>
                                          <p:spTgt spid="7"/>
                                        </p:tgtEl>
                                        <p:attrNameLst>
                                          <p:attrName>style.visibility</p:attrName>
                                        </p:attrNameLst>
                                      </p:cBhvr>
                                      <p:to>
                                        <p:strVal val="visible"/>
                                      </p:to>
                                    </p:set>
                                    <p:animEffect transition="in" filter="wheel(2)">
                                      <p:cBhvr>
                                        <p:cTn id="110" dur="4250"/>
                                        <p:tgtEl>
                                          <p:spTgt spid="7"/>
                                        </p:tgtEl>
                                      </p:cBhvr>
                                    </p:animEffect>
                                  </p:childTnLst>
                                </p:cTn>
                              </p:par>
                              <p:par>
                                <p:cTn id="111" presetID="10" presetClass="exit" presetSubtype="0" fill="hold" grpId="1" nodeType="withEffect">
                                  <p:stCondLst>
                                    <p:cond delay="27000"/>
                                  </p:stCondLst>
                                  <p:childTnLst>
                                    <p:animEffect transition="out" filter="fade">
                                      <p:cBhvr>
                                        <p:cTn id="112" dur="3500"/>
                                        <p:tgtEl>
                                          <p:spTgt spid="7"/>
                                        </p:tgtEl>
                                      </p:cBhvr>
                                    </p:animEffect>
                                    <p:set>
                                      <p:cBhvr>
                                        <p:cTn id="113" dur="1" fill="hold">
                                          <p:stCondLst>
                                            <p:cond delay="3499"/>
                                          </p:stCondLst>
                                        </p:cTn>
                                        <p:tgtEl>
                                          <p:spTgt spid="7"/>
                                        </p:tgtEl>
                                        <p:attrNameLst>
                                          <p:attrName>style.visibility</p:attrName>
                                        </p:attrNameLst>
                                      </p:cBhvr>
                                      <p:to>
                                        <p:strVal val="hidden"/>
                                      </p:to>
                                    </p:set>
                                  </p:childTnLst>
                                </p:cTn>
                              </p:par>
                              <p:par>
                                <p:cTn id="114" presetID="14" presetClass="entr" presetSubtype="10" fill="hold" grpId="0" nodeType="withEffect">
                                  <p:stCondLst>
                                    <p:cond delay="30500"/>
                                  </p:stCondLst>
                                  <p:childTnLst>
                                    <p:set>
                                      <p:cBhvr>
                                        <p:cTn id="115" dur="1" fill="hold">
                                          <p:stCondLst>
                                            <p:cond delay="0"/>
                                          </p:stCondLst>
                                        </p:cTn>
                                        <p:tgtEl>
                                          <p:spTgt spid="3"/>
                                        </p:tgtEl>
                                        <p:attrNameLst>
                                          <p:attrName>style.visibility</p:attrName>
                                        </p:attrNameLst>
                                      </p:cBhvr>
                                      <p:to>
                                        <p:strVal val="visible"/>
                                      </p:to>
                                    </p:set>
                                    <p:animEffect transition="in" filter="randombar(horizontal)">
                                      <p:cBhvr>
                                        <p:cTn id="116" dur="3250"/>
                                        <p:tgtEl>
                                          <p:spTgt spid="3"/>
                                        </p:tgtEl>
                                      </p:cBhvr>
                                    </p:animEffect>
                                  </p:childTnLst>
                                </p:cTn>
                              </p:par>
                              <p:par>
                                <p:cTn id="117" presetID="16" presetClass="entr" presetSubtype="21" fill="hold" grpId="0" nodeType="withEffect">
                                  <p:stCondLst>
                                    <p:cond delay="21600"/>
                                  </p:stCondLst>
                                  <p:childTnLst>
                                    <p:set>
                                      <p:cBhvr>
                                        <p:cTn id="118" dur="1" fill="hold">
                                          <p:stCondLst>
                                            <p:cond delay="0"/>
                                          </p:stCondLst>
                                        </p:cTn>
                                        <p:tgtEl>
                                          <p:spTgt spid="20"/>
                                        </p:tgtEl>
                                        <p:attrNameLst>
                                          <p:attrName>style.visibility</p:attrName>
                                        </p:attrNameLst>
                                      </p:cBhvr>
                                      <p:to>
                                        <p:strVal val="visible"/>
                                      </p:to>
                                    </p:set>
                                    <p:animEffect transition="in" filter="barn(inVertical)">
                                      <p:cBhvr>
                                        <p:cTn id="119" dur="4250"/>
                                        <p:tgtEl>
                                          <p:spTgt spid="20"/>
                                        </p:tgtEl>
                                      </p:cBhvr>
                                    </p:animEffect>
                                  </p:childTnLst>
                                </p:cTn>
                              </p:par>
                              <p:par>
                                <p:cTn id="120" presetID="14" presetClass="entr" presetSubtype="10" fill="hold" grpId="0" nodeType="withEffect">
                                  <p:stCondLst>
                                    <p:cond delay="21600"/>
                                  </p:stCondLst>
                                  <p:childTnLst>
                                    <p:set>
                                      <p:cBhvr>
                                        <p:cTn id="121" dur="1" fill="hold">
                                          <p:stCondLst>
                                            <p:cond delay="0"/>
                                          </p:stCondLst>
                                        </p:cTn>
                                        <p:tgtEl>
                                          <p:spTgt spid="21"/>
                                        </p:tgtEl>
                                        <p:attrNameLst>
                                          <p:attrName>style.visibility</p:attrName>
                                        </p:attrNameLst>
                                      </p:cBhvr>
                                      <p:to>
                                        <p:strVal val="visible"/>
                                      </p:to>
                                    </p:set>
                                    <p:animEffect transition="in" filter="randombar(horizontal)">
                                      <p:cBhvr>
                                        <p:cTn id="1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8" grpId="0"/>
      <p:bldP spid="18" grpId="1" build="allAtOnce"/>
      <p:bldP spid="18" grpId="2" build="allAtOnce"/>
      <p:bldP spid="18" grpId="3" build="allAtOnce"/>
      <p:bldP spid="18" grpId="4" build="allAtOnce"/>
      <p:bldP spid="18" grpId="5" build="allAtOnce"/>
      <p:bldP spid="18" grpId="6" build="allAtOnce"/>
      <p:bldP spid="18" grpId="7" build="allAtOnce"/>
      <p:bldP spid="18" grpId="8" build="allAtOnce"/>
      <p:bldP spid="18" grpId="9" build="allAtOnce"/>
      <p:bldP spid="18" grpId="10" build="allAtOnce"/>
      <p:bldP spid="18" grpId="11" build="allAtOnce"/>
      <p:bldP spid="18" grpId="12" build="allAtOnce"/>
      <p:bldP spid="7" grpId="0"/>
      <p:bldP spid="7" grpId="1"/>
      <p:bldP spid="8" grpId="3" animBg="1"/>
      <p:bldP spid="8" grpId="4" animBg="1"/>
      <p:bldP spid="13" grpId="0"/>
      <p:bldP spid="13" grpId="1"/>
      <p:bldP spid="20" grpId="0" animBg="1"/>
      <p:bldP spid="21" grpId="0"/>
      <p:bldP spid="2" grpId="0"/>
      <p:bldP spid="2" grpId="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DFD4"/>
        </a:solidFill>
        <a:effectLst/>
      </p:bgPr>
    </p:bg>
    <p:spTree>
      <p:nvGrpSpPr>
        <p:cNvPr id="1" name=""/>
        <p:cNvGrpSpPr/>
        <p:nvPr/>
      </p:nvGrpSpPr>
      <p:grpSpPr>
        <a:xfrm>
          <a:off x="0" y="0"/>
          <a:ext cx="0" cy="0"/>
          <a:chOff x="0" y="0"/>
          <a:chExt cx="0" cy="0"/>
        </a:xfrm>
      </p:grpSpPr>
      <p:graphicFrame>
        <p:nvGraphicFramePr>
          <p:cNvPr id="9" name="Chart 8"/>
          <p:cNvGraphicFramePr/>
          <p:nvPr>
            <p:extLst>
              <p:ext uri="{D42A27DB-BD31-4B8C-83A1-F6EECF244321}">
                <p14:modId xmlns:p14="http://schemas.microsoft.com/office/powerpoint/2010/main" val="7461756"/>
              </p:ext>
            </p:extLst>
          </p:nvPr>
        </p:nvGraphicFramePr>
        <p:xfrm>
          <a:off x="4499100" y="1307204"/>
          <a:ext cx="7812643"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7823185" y="646824"/>
            <a:ext cx="3515096" cy="523220"/>
          </a:xfrm>
          <a:prstGeom prst="rect">
            <a:avLst/>
          </a:prstGeom>
          <a:noFill/>
        </p:spPr>
        <p:txBody>
          <a:bodyPr wrap="square" rtlCol="0">
            <a:spAutoFit/>
          </a:bodyPr>
          <a:lstStyle/>
          <a:p>
            <a:r>
              <a:rPr lang="en-US" sz="2800" b="1" dirty="0" smtClean="0">
                <a:solidFill>
                  <a:srgbClr val="DB8F8D"/>
                </a:solidFill>
                <a:latin typeface="Script MT Bold" panose="03040602040607080904" pitchFamily="66" charset="0"/>
              </a:rPr>
              <a:t>tiramisu</a:t>
            </a:r>
            <a:endParaRPr lang="en-US" sz="2800" b="1" dirty="0">
              <a:solidFill>
                <a:srgbClr val="DB8F8D"/>
              </a:solidFill>
              <a:latin typeface="Script MT Bold" panose="03040602040607080904" pitchFamily="66" charset="0"/>
            </a:endParaRPr>
          </a:p>
        </p:txBody>
      </p:sp>
      <p:sp>
        <p:nvSpPr>
          <p:cNvPr id="12" name="Rectangle 11"/>
          <p:cNvSpPr/>
          <p:nvPr/>
        </p:nvSpPr>
        <p:spPr>
          <a:xfrm>
            <a:off x="4047838" y="0"/>
            <a:ext cx="451262" cy="7481427"/>
          </a:xfrm>
          <a:prstGeom prst="rect">
            <a:avLst/>
          </a:prstGeom>
          <a:solidFill>
            <a:srgbClr val="FEFF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047838" cy="6915665"/>
          </a:xfrm>
          <a:prstGeom prst="rect">
            <a:avLst/>
          </a:prstGeom>
        </p:spPr>
      </p:pic>
      <p:sp>
        <p:nvSpPr>
          <p:cNvPr id="4" name="TextBox 3"/>
          <p:cNvSpPr txBox="1"/>
          <p:nvPr/>
        </p:nvSpPr>
        <p:spPr>
          <a:xfrm>
            <a:off x="318212" y="1307204"/>
            <a:ext cx="3411415" cy="3217985"/>
          </a:xfrm>
          <a:prstGeom prst="rect">
            <a:avLst/>
          </a:prstGeom>
          <a:blipFill>
            <a:blip r:embed="rId4"/>
            <a:stretch>
              <a:fillRect/>
            </a:stretch>
          </a:blipFill>
        </p:spPr>
        <p:txBody>
          <a:bodyPr wrap="square" rtlCol="0">
            <a:spAutoFit/>
          </a:bodyPr>
          <a:lstStyle/>
          <a:p>
            <a:endParaRPr lang="en-US" dirty="0"/>
          </a:p>
        </p:txBody>
      </p:sp>
      <p:sp>
        <p:nvSpPr>
          <p:cNvPr id="5" name="TextBox 4"/>
          <p:cNvSpPr txBox="1"/>
          <p:nvPr/>
        </p:nvSpPr>
        <p:spPr>
          <a:xfrm>
            <a:off x="850392" y="4718304"/>
            <a:ext cx="2459736" cy="523220"/>
          </a:xfrm>
          <a:prstGeom prst="rect">
            <a:avLst/>
          </a:prstGeom>
          <a:noFill/>
        </p:spPr>
        <p:txBody>
          <a:bodyPr wrap="square" rtlCol="0">
            <a:spAutoFit/>
          </a:bodyPr>
          <a:lstStyle/>
          <a:p>
            <a:pPr algn="ctr"/>
            <a:r>
              <a:rPr lang="en-US" sz="2800" dirty="0" smtClean="0">
                <a:solidFill>
                  <a:srgbClr val="DB8F8D"/>
                </a:solidFill>
                <a:latin typeface="Script MT Bold" panose="03040602040607080904" pitchFamily="66" charset="0"/>
              </a:rPr>
              <a:t>tiramisu</a:t>
            </a:r>
            <a:endParaRPr lang="en-US" sz="2800" dirty="0">
              <a:solidFill>
                <a:srgbClr val="DB8F8D"/>
              </a:solidFill>
              <a:latin typeface="Script MT Bold" panose="03040602040607080904" pitchFamily="66" charset="0"/>
            </a:endParaRPr>
          </a:p>
        </p:txBody>
      </p:sp>
      <p:sp>
        <p:nvSpPr>
          <p:cNvPr id="6" name="TextBox 5"/>
          <p:cNvSpPr txBox="1"/>
          <p:nvPr/>
        </p:nvSpPr>
        <p:spPr>
          <a:xfrm>
            <a:off x="6053328" y="2132981"/>
            <a:ext cx="5129784" cy="2585323"/>
          </a:xfrm>
          <a:prstGeom prst="rect">
            <a:avLst/>
          </a:prstGeom>
          <a:noFill/>
        </p:spPr>
        <p:txBody>
          <a:bodyPr wrap="square" rtlCol="0">
            <a:spAutoFit/>
          </a:bodyPr>
          <a:lstStyle/>
          <a:p>
            <a:r>
              <a:rPr lang="en-US" dirty="0"/>
              <a:t>Tiramisu (Italian: </a:t>
            </a:r>
            <a:r>
              <a:rPr lang="en-US" dirty="0" err="1"/>
              <a:t>tiramisù</a:t>
            </a:r>
            <a:r>
              <a:rPr lang="en-US" dirty="0"/>
              <a:t> [ˌ</a:t>
            </a:r>
            <a:r>
              <a:rPr lang="en-US" dirty="0" err="1"/>
              <a:t>tiramiˈsu</a:t>
            </a:r>
            <a:r>
              <a:rPr lang="en-US" dirty="0"/>
              <a:t>], from </a:t>
            </a:r>
            <a:r>
              <a:rPr lang="en-US" dirty="0" err="1"/>
              <a:t>tirami</a:t>
            </a:r>
            <a:r>
              <a:rPr lang="en-US" dirty="0"/>
              <a:t> </a:t>
            </a:r>
            <a:r>
              <a:rPr lang="en-US" dirty="0" err="1"/>
              <a:t>su</a:t>
            </a:r>
            <a:r>
              <a:rPr lang="en-US" dirty="0"/>
              <a:t>, "pick me up" or "cheer me up</a:t>
            </a:r>
            <a:r>
              <a:rPr lang="en-US" dirty="0" smtClean="0"/>
              <a:t>") is </a:t>
            </a:r>
            <a:r>
              <a:rPr lang="en-US" dirty="0"/>
              <a:t>a coffee-</a:t>
            </a:r>
            <a:r>
              <a:rPr lang="en-US" dirty="0" err="1"/>
              <a:t>flavoured</a:t>
            </a:r>
            <a:r>
              <a:rPr lang="en-US" dirty="0"/>
              <a:t> Italian dessert. It is made of ladyfingers (</a:t>
            </a:r>
            <a:r>
              <a:rPr lang="en-US" dirty="0" err="1"/>
              <a:t>savoiardi</a:t>
            </a:r>
            <a:r>
              <a:rPr lang="en-US" dirty="0"/>
              <a:t>) dipped in coffee, layered with a whipped mixture of eggs, sugar, and mascarpone cheese, </a:t>
            </a:r>
            <a:r>
              <a:rPr lang="en-US" dirty="0" err="1"/>
              <a:t>flavoured</a:t>
            </a:r>
            <a:r>
              <a:rPr lang="en-US" dirty="0"/>
              <a:t> with cocoa. The recipe has been adapted into many varieties of cakes and other desserts.[2] Its origin is disputed between Italian regions Veneto and Friuli </a:t>
            </a:r>
            <a:r>
              <a:rPr lang="en-US" dirty="0" err="1"/>
              <a:t>Venezia</a:t>
            </a:r>
            <a:r>
              <a:rPr lang="en-US" dirty="0"/>
              <a:t> Giulia.</a:t>
            </a:r>
          </a:p>
        </p:txBody>
      </p:sp>
      <p:sp>
        <p:nvSpPr>
          <p:cNvPr id="7" name="TextBox 6"/>
          <p:cNvSpPr txBox="1"/>
          <p:nvPr/>
        </p:nvSpPr>
        <p:spPr>
          <a:xfrm>
            <a:off x="5770179" y="2606565"/>
            <a:ext cx="1608083" cy="369332"/>
          </a:xfrm>
          <a:prstGeom prst="rect">
            <a:avLst/>
          </a:prstGeom>
          <a:noFill/>
        </p:spPr>
        <p:txBody>
          <a:bodyPr wrap="square" rtlCol="0">
            <a:spAutoFit/>
          </a:bodyPr>
          <a:lstStyle/>
          <a:p>
            <a:r>
              <a:rPr lang="en-US" dirty="0">
                <a:latin typeface="Script MT Bold" panose="03040602040607080904" pitchFamily="66" charset="0"/>
              </a:rPr>
              <a:t>Cheesecake</a:t>
            </a:r>
            <a:endParaRPr lang="en-US" sz="2000" dirty="0">
              <a:latin typeface="Script MT Bold" panose="03040602040607080904" pitchFamily="66" charset="0"/>
            </a:endParaRPr>
          </a:p>
        </p:txBody>
      </p:sp>
      <p:sp>
        <p:nvSpPr>
          <p:cNvPr id="2" name="TextBox 1"/>
          <p:cNvSpPr txBox="1"/>
          <p:nvPr/>
        </p:nvSpPr>
        <p:spPr>
          <a:xfrm>
            <a:off x="5996249" y="2223606"/>
            <a:ext cx="5186863" cy="2308324"/>
          </a:xfrm>
          <a:prstGeom prst="rect">
            <a:avLst/>
          </a:prstGeom>
          <a:noFill/>
        </p:spPr>
        <p:txBody>
          <a:bodyPr wrap="square" rtlCol="0">
            <a:spAutoFit/>
          </a:bodyPr>
          <a:lstStyle/>
          <a:p>
            <a:pPr algn="just" rtl="1"/>
            <a:r>
              <a:rPr lang="fa-IR" dirty="0">
                <a:cs typeface="B Koodak" panose="00000700000000000000" pitchFamily="2" charset="-78"/>
              </a:rPr>
              <a:t>تیرامیسو (به ایتالیایی: </a:t>
            </a:r>
            <a:r>
              <a:rPr lang="en-US" dirty="0" err="1">
                <a:cs typeface="B Koodak" panose="00000700000000000000" pitchFamily="2" charset="-78"/>
              </a:rPr>
              <a:t>tiramisù</a:t>
            </a:r>
            <a:r>
              <a:rPr lang="en-US" dirty="0">
                <a:cs typeface="B Koodak" panose="00000700000000000000" pitchFamily="2" charset="-78"/>
              </a:rPr>
              <a:t>، </a:t>
            </a:r>
            <a:r>
              <a:rPr lang="fa-IR" dirty="0">
                <a:cs typeface="B Koodak" panose="00000700000000000000" pitchFamily="2" charset="-78"/>
              </a:rPr>
              <a:t>به معنی «بِکِش من‌رو بالا») یکی از محبوب‌ترین کیک‌ها و دسرهای ایتالیایی است</a:t>
            </a:r>
            <a:r>
              <a:rPr lang="fa-IR" dirty="0" smtClean="0">
                <a:cs typeface="B Koodak" panose="00000700000000000000" pitchFamily="2" charset="-78"/>
              </a:rPr>
              <a:t>. </a:t>
            </a:r>
            <a:r>
              <a:rPr lang="fa-IR" dirty="0">
                <a:cs typeface="B Koodak" panose="00000700000000000000" pitchFamily="2" charset="-78"/>
              </a:rPr>
              <a:t>برای تهیهٔ آن، بیسکوئیت را که معمولاً بیسکوئیت </a:t>
            </a:r>
            <a:r>
              <a:rPr lang="fa-IR" dirty="0" smtClean="0">
                <a:cs typeface="B Koodak" panose="00000700000000000000" pitchFamily="2" charset="-78"/>
              </a:rPr>
              <a:t>ساوویاردی(به </a:t>
            </a:r>
            <a:r>
              <a:rPr lang="fa-IR" dirty="0">
                <a:cs typeface="B Koodak" panose="00000700000000000000" pitchFamily="2" charset="-78"/>
              </a:rPr>
              <a:t>ایتالیایی: </a:t>
            </a:r>
            <a:r>
              <a:rPr lang="en-US" dirty="0" err="1">
                <a:cs typeface="B Koodak" panose="00000700000000000000" pitchFamily="2" charset="-78"/>
              </a:rPr>
              <a:t>savoiardi</a:t>
            </a:r>
            <a:r>
              <a:rPr lang="en-US" dirty="0">
                <a:cs typeface="B Koodak" panose="00000700000000000000" pitchFamily="2" charset="-78"/>
              </a:rPr>
              <a:t>) </a:t>
            </a:r>
            <a:r>
              <a:rPr lang="fa-IR" dirty="0">
                <a:cs typeface="B Koodak" panose="00000700000000000000" pitchFamily="2" charset="-78"/>
              </a:rPr>
              <a:t>است آغشته به قهوه نموده، سپس آنها را همراه با مخلوط همزده‌ای از پنیر ماسکارپونه، شکر و زردهٔ تخم‌مرغ به صورت لایه لایه در ظرف گذاشته و با لیکور و کاکائو طعم‌دار می‌کنند. از این دستورالعمل برای تهیهٔ انواع گوناگونی از پودینگ‌ها، کیک‌ها و دسرهای دیگر نیز استفاده می‌شود</a:t>
            </a:r>
            <a:r>
              <a:rPr lang="fa-IR" dirty="0" smtClean="0">
                <a:cs typeface="B Koodak" panose="00000700000000000000" pitchFamily="2" charset="-78"/>
              </a:rPr>
              <a:t>.</a:t>
            </a:r>
            <a:endParaRPr lang="en-US" dirty="0">
              <a:cs typeface="B Koodak" panose="00000700000000000000" pitchFamily="2" charset="-78"/>
            </a:endParaRPr>
          </a:p>
        </p:txBody>
      </p:sp>
    </p:spTree>
    <p:extLst>
      <p:ext uri="{BB962C8B-B14F-4D97-AF65-F5344CB8AC3E}">
        <p14:creationId xmlns:p14="http://schemas.microsoft.com/office/powerpoint/2010/main" val="18434841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15000">
        <p15:prstTrans prst="pageCurlDouble"/>
      </p:transition>
    </mc:Choice>
    <mc:Fallback xmlns="">
      <p:transition spd="slow" advTm="1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xit" presetSubtype="32" fill="hold" nodeType="withEffect">
                                  <p:stCondLst>
                                    <p:cond delay="500"/>
                                  </p:stCondLst>
                                  <p:childTnLst>
                                    <p:anim calcmode="lin" valueType="num">
                                      <p:cBhvr>
                                        <p:cTn id="6" dur="1750"/>
                                        <p:tgtEl>
                                          <p:spTgt spid="15"/>
                                        </p:tgtEl>
                                        <p:attrNameLst>
                                          <p:attrName>ppt_w</p:attrName>
                                        </p:attrNameLst>
                                      </p:cBhvr>
                                      <p:tavLst>
                                        <p:tav tm="0">
                                          <p:val>
                                            <p:strVal val="ppt_w"/>
                                          </p:val>
                                        </p:tav>
                                        <p:tav tm="100000">
                                          <p:val>
                                            <p:fltVal val="0"/>
                                          </p:val>
                                        </p:tav>
                                      </p:tavLst>
                                    </p:anim>
                                    <p:anim calcmode="lin" valueType="num">
                                      <p:cBhvr>
                                        <p:cTn id="7" dur="1750"/>
                                        <p:tgtEl>
                                          <p:spTgt spid="15"/>
                                        </p:tgtEl>
                                        <p:attrNameLst>
                                          <p:attrName>ppt_h</p:attrName>
                                        </p:attrNameLst>
                                      </p:cBhvr>
                                      <p:tavLst>
                                        <p:tav tm="0">
                                          <p:val>
                                            <p:strVal val="ppt_h"/>
                                          </p:val>
                                        </p:tav>
                                        <p:tav tm="100000">
                                          <p:val>
                                            <p:fltVal val="0"/>
                                          </p:val>
                                        </p:tav>
                                      </p:tavLst>
                                    </p:anim>
                                    <p:animEffect transition="out" filter="fade">
                                      <p:cBhvr>
                                        <p:cTn id="8" dur="1750"/>
                                        <p:tgtEl>
                                          <p:spTgt spid="15"/>
                                        </p:tgtEl>
                                      </p:cBhvr>
                                    </p:animEffect>
                                    <p:set>
                                      <p:cBhvr>
                                        <p:cTn id="9" dur="1" fill="hold">
                                          <p:stCondLst>
                                            <p:cond delay="1749"/>
                                          </p:stCondLst>
                                        </p:cTn>
                                        <p:tgtEl>
                                          <p:spTgt spid="15"/>
                                        </p:tgtEl>
                                        <p:attrNameLst>
                                          <p:attrName>style.visibility</p:attrName>
                                        </p:attrNameLst>
                                      </p:cBhvr>
                                      <p:to>
                                        <p:strVal val="hidden"/>
                                      </p:to>
                                    </p:set>
                                  </p:childTnLst>
                                </p:cTn>
                              </p:par>
                              <p:par>
                                <p:cTn id="10" presetID="53" presetClass="exit" presetSubtype="32" fill="hold" grpId="0" nodeType="withEffect">
                                  <p:stCondLst>
                                    <p:cond delay="500"/>
                                  </p:stCondLst>
                                  <p:childTnLst>
                                    <p:anim calcmode="lin" valueType="num">
                                      <p:cBhvr>
                                        <p:cTn id="11" dur="1750"/>
                                        <p:tgtEl>
                                          <p:spTgt spid="9"/>
                                        </p:tgtEl>
                                        <p:attrNameLst>
                                          <p:attrName>ppt_w</p:attrName>
                                        </p:attrNameLst>
                                      </p:cBhvr>
                                      <p:tavLst>
                                        <p:tav tm="0">
                                          <p:val>
                                            <p:strVal val="ppt_w"/>
                                          </p:val>
                                        </p:tav>
                                        <p:tav tm="100000">
                                          <p:val>
                                            <p:fltVal val="0"/>
                                          </p:val>
                                        </p:tav>
                                      </p:tavLst>
                                    </p:anim>
                                    <p:anim calcmode="lin" valueType="num">
                                      <p:cBhvr>
                                        <p:cTn id="12" dur="1750"/>
                                        <p:tgtEl>
                                          <p:spTgt spid="9"/>
                                        </p:tgtEl>
                                        <p:attrNameLst>
                                          <p:attrName>ppt_h</p:attrName>
                                        </p:attrNameLst>
                                      </p:cBhvr>
                                      <p:tavLst>
                                        <p:tav tm="0">
                                          <p:val>
                                            <p:strVal val="ppt_h"/>
                                          </p:val>
                                        </p:tav>
                                        <p:tav tm="100000">
                                          <p:val>
                                            <p:fltVal val="0"/>
                                          </p:val>
                                        </p:tav>
                                      </p:tavLst>
                                    </p:anim>
                                    <p:animEffect transition="out" filter="fade">
                                      <p:cBhvr>
                                        <p:cTn id="13" dur="1750"/>
                                        <p:tgtEl>
                                          <p:spTgt spid="9"/>
                                        </p:tgtEl>
                                      </p:cBhvr>
                                    </p:animEffect>
                                    <p:set>
                                      <p:cBhvr>
                                        <p:cTn id="14" dur="1" fill="hold">
                                          <p:stCondLst>
                                            <p:cond delay="1749"/>
                                          </p:stCondLst>
                                        </p:cTn>
                                        <p:tgtEl>
                                          <p:spTgt spid="9"/>
                                        </p:tgtEl>
                                        <p:attrNameLst>
                                          <p:attrName>style.visibility</p:attrName>
                                        </p:attrNameLst>
                                      </p:cBhvr>
                                      <p:to>
                                        <p:strVal val="hidden"/>
                                      </p:to>
                                    </p:set>
                                  </p:childTnLst>
                                </p:cTn>
                              </p:par>
                              <p:par>
                                <p:cTn id="15" presetID="53" presetClass="exit" presetSubtype="32" fill="hold" grpId="0" nodeType="withEffect">
                                  <p:stCondLst>
                                    <p:cond delay="500"/>
                                  </p:stCondLst>
                                  <p:childTnLst>
                                    <p:anim calcmode="lin" valueType="num">
                                      <p:cBhvr>
                                        <p:cTn id="16" dur="1500"/>
                                        <p:tgtEl>
                                          <p:spTgt spid="7"/>
                                        </p:tgtEl>
                                        <p:attrNameLst>
                                          <p:attrName>ppt_w</p:attrName>
                                        </p:attrNameLst>
                                      </p:cBhvr>
                                      <p:tavLst>
                                        <p:tav tm="0">
                                          <p:val>
                                            <p:strVal val="ppt_w"/>
                                          </p:val>
                                        </p:tav>
                                        <p:tav tm="100000">
                                          <p:val>
                                            <p:fltVal val="0"/>
                                          </p:val>
                                        </p:tav>
                                      </p:tavLst>
                                    </p:anim>
                                    <p:anim calcmode="lin" valueType="num">
                                      <p:cBhvr>
                                        <p:cTn id="17" dur="1500"/>
                                        <p:tgtEl>
                                          <p:spTgt spid="7"/>
                                        </p:tgtEl>
                                        <p:attrNameLst>
                                          <p:attrName>ppt_h</p:attrName>
                                        </p:attrNameLst>
                                      </p:cBhvr>
                                      <p:tavLst>
                                        <p:tav tm="0">
                                          <p:val>
                                            <p:strVal val="ppt_h"/>
                                          </p:val>
                                        </p:tav>
                                        <p:tav tm="100000">
                                          <p:val>
                                            <p:fltVal val="0"/>
                                          </p:val>
                                        </p:tav>
                                      </p:tavLst>
                                    </p:anim>
                                    <p:animEffect transition="out" filter="fade">
                                      <p:cBhvr>
                                        <p:cTn id="18" dur="1500"/>
                                        <p:tgtEl>
                                          <p:spTgt spid="7"/>
                                        </p:tgtEl>
                                      </p:cBhvr>
                                    </p:animEffect>
                                    <p:set>
                                      <p:cBhvr>
                                        <p:cTn id="19" dur="1" fill="hold">
                                          <p:stCondLst>
                                            <p:cond delay="1499"/>
                                          </p:stCondLst>
                                        </p:cTn>
                                        <p:tgtEl>
                                          <p:spTgt spid="7"/>
                                        </p:tgtEl>
                                        <p:attrNameLst>
                                          <p:attrName>style.visibility</p:attrName>
                                        </p:attrNameLst>
                                      </p:cBhvr>
                                      <p:to>
                                        <p:strVal val="hidden"/>
                                      </p:to>
                                    </p:set>
                                  </p:childTnLst>
                                </p:cTn>
                              </p:par>
                              <p:par>
                                <p:cTn id="20" presetID="2" presetClass="entr" presetSubtype="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250" fill="hold"/>
                                        <p:tgtEl>
                                          <p:spTgt spid="11"/>
                                        </p:tgtEl>
                                        <p:attrNameLst>
                                          <p:attrName>ppt_x</p:attrName>
                                        </p:attrNameLst>
                                      </p:cBhvr>
                                      <p:tavLst>
                                        <p:tav tm="0">
                                          <p:val>
                                            <p:strVal val="#ppt_x"/>
                                          </p:val>
                                        </p:tav>
                                        <p:tav tm="100000">
                                          <p:val>
                                            <p:strVal val="#ppt_x"/>
                                          </p:val>
                                        </p:tav>
                                      </p:tavLst>
                                    </p:anim>
                                    <p:anim calcmode="lin" valueType="num">
                                      <p:cBhvr additive="base">
                                        <p:cTn id="23" dur="250" fill="hold"/>
                                        <p:tgtEl>
                                          <p:spTgt spid="11"/>
                                        </p:tgtEl>
                                        <p:attrNameLst>
                                          <p:attrName>ppt_y</p:attrName>
                                        </p:attrNameLst>
                                      </p:cBhvr>
                                      <p:tavLst>
                                        <p:tav tm="0">
                                          <p:val>
                                            <p:strVal val="0-#ppt_h/2"/>
                                          </p:val>
                                        </p:tav>
                                        <p:tav tm="100000">
                                          <p:val>
                                            <p:strVal val="#ppt_y"/>
                                          </p:val>
                                        </p:tav>
                                      </p:tavLst>
                                    </p:anim>
                                  </p:childTnLst>
                                </p:cTn>
                              </p:par>
                              <p:par>
                                <p:cTn id="24" presetID="21" presetClass="emph" presetSubtype="0" fill="hold" grpId="1" nodeType="withEffect">
                                  <p:stCondLst>
                                    <p:cond delay="0"/>
                                  </p:stCondLst>
                                  <p:childTnLst>
                                    <p:animClr clrSpc="hsl" dir="cw">
                                      <p:cBhvr override="childStyle">
                                        <p:cTn id="25" dur="500" fill="hold"/>
                                        <p:tgtEl>
                                          <p:spTgt spid="11"/>
                                        </p:tgtEl>
                                        <p:attrNameLst>
                                          <p:attrName>style.color</p:attrName>
                                        </p:attrNameLst>
                                      </p:cBhvr>
                                      <p:by>
                                        <p:hsl h="7200000" s="0" l="0"/>
                                      </p:by>
                                    </p:animClr>
                                    <p:animClr clrSpc="hsl" dir="cw">
                                      <p:cBhvr>
                                        <p:cTn id="26" dur="500" fill="hold"/>
                                        <p:tgtEl>
                                          <p:spTgt spid="11"/>
                                        </p:tgtEl>
                                        <p:attrNameLst>
                                          <p:attrName>fillcolor</p:attrName>
                                        </p:attrNameLst>
                                      </p:cBhvr>
                                      <p:by>
                                        <p:hsl h="7200000" s="0" l="0"/>
                                      </p:by>
                                    </p:animClr>
                                    <p:animClr clrSpc="hsl" dir="cw">
                                      <p:cBhvr>
                                        <p:cTn id="27" dur="500" fill="hold"/>
                                        <p:tgtEl>
                                          <p:spTgt spid="11"/>
                                        </p:tgtEl>
                                        <p:attrNameLst>
                                          <p:attrName>stroke.color</p:attrName>
                                        </p:attrNameLst>
                                      </p:cBhvr>
                                      <p:by>
                                        <p:hsl h="7200000" s="0" l="0"/>
                                      </p:by>
                                    </p:animClr>
                                    <p:set>
                                      <p:cBhvr>
                                        <p:cTn id="28" dur="500" fill="hold"/>
                                        <p:tgtEl>
                                          <p:spTgt spid="11"/>
                                        </p:tgtEl>
                                        <p:attrNameLst>
                                          <p:attrName>fill.type</p:attrName>
                                        </p:attrNameLst>
                                      </p:cBhvr>
                                      <p:to>
                                        <p:strVal val="solid"/>
                                      </p:to>
                                    </p:set>
                                  </p:childTnLst>
                                </p:cTn>
                              </p:par>
                              <p:par>
                                <p:cTn id="29" presetID="21" presetClass="emph" presetSubtype="0" fill="hold" grpId="2" nodeType="withEffect">
                                  <p:stCondLst>
                                    <p:cond delay="500"/>
                                  </p:stCondLst>
                                  <p:childTnLst>
                                    <p:animClr clrSpc="hsl" dir="cw">
                                      <p:cBhvr override="childStyle">
                                        <p:cTn id="30" dur="500" fill="hold"/>
                                        <p:tgtEl>
                                          <p:spTgt spid="11"/>
                                        </p:tgtEl>
                                        <p:attrNameLst>
                                          <p:attrName>style.color</p:attrName>
                                        </p:attrNameLst>
                                      </p:cBhvr>
                                      <p:by>
                                        <p:hsl h="7200000" s="0" l="0"/>
                                      </p:by>
                                    </p:animClr>
                                    <p:animClr clrSpc="hsl" dir="cw">
                                      <p:cBhvr>
                                        <p:cTn id="31" dur="500" fill="hold"/>
                                        <p:tgtEl>
                                          <p:spTgt spid="11"/>
                                        </p:tgtEl>
                                        <p:attrNameLst>
                                          <p:attrName>fillcolor</p:attrName>
                                        </p:attrNameLst>
                                      </p:cBhvr>
                                      <p:by>
                                        <p:hsl h="7200000" s="0" l="0"/>
                                      </p:by>
                                    </p:animClr>
                                    <p:animClr clrSpc="hsl" dir="cw">
                                      <p:cBhvr>
                                        <p:cTn id="32" dur="500" fill="hold"/>
                                        <p:tgtEl>
                                          <p:spTgt spid="11"/>
                                        </p:tgtEl>
                                        <p:attrNameLst>
                                          <p:attrName>stroke.color</p:attrName>
                                        </p:attrNameLst>
                                      </p:cBhvr>
                                      <p:by>
                                        <p:hsl h="7200000" s="0" l="0"/>
                                      </p:by>
                                    </p:animClr>
                                    <p:set>
                                      <p:cBhvr>
                                        <p:cTn id="33" dur="500" fill="hold"/>
                                        <p:tgtEl>
                                          <p:spTgt spid="11"/>
                                        </p:tgtEl>
                                        <p:attrNameLst>
                                          <p:attrName>fill.type</p:attrName>
                                        </p:attrNameLst>
                                      </p:cBhvr>
                                      <p:to>
                                        <p:strVal val="solid"/>
                                      </p:to>
                                    </p:set>
                                  </p:childTnLst>
                                </p:cTn>
                              </p:par>
                              <p:par>
                                <p:cTn id="34" presetID="21" presetClass="emph" presetSubtype="0" fill="hold" grpId="3" nodeType="withEffect">
                                  <p:stCondLst>
                                    <p:cond delay="1000"/>
                                  </p:stCondLst>
                                  <p:childTnLst>
                                    <p:animClr clrSpc="hsl" dir="cw">
                                      <p:cBhvr override="childStyle">
                                        <p:cTn id="35" dur="500" fill="hold"/>
                                        <p:tgtEl>
                                          <p:spTgt spid="11"/>
                                        </p:tgtEl>
                                        <p:attrNameLst>
                                          <p:attrName>style.color</p:attrName>
                                        </p:attrNameLst>
                                      </p:cBhvr>
                                      <p:by>
                                        <p:hsl h="7200000" s="0" l="0"/>
                                      </p:by>
                                    </p:animClr>
                                    <p:animClr clrSpc="hsl" dir="cw">
                                      <p:cBhvr>
                                        <p:cTn id="36" dur="500" fill="hold"/>
                                        <p:tgtEl>
                                          <p:spTgt spid="11"/>
                                        </p:tgtEl>
                                        <p:attrNameLst>
                                          <p:attrName>fillcolor</p:attrName>
                                        </p:attrNameLst>
                                      </p:cBhvr>
                                      <p:by>
                                        <p:hsl h="7200000" s="0" l="0"/>
                                      </p:by>
                                    </p:animClr>
                                    <p:animClr clrSpc="hsl" dir="cw">
                                      <p:cBhvr>
                                        <p:cTn id="37" dur="500" fill="hold"/>
                                        <p:tgtEl>
                                          <p:spTgt spid="11"/>
                                        </p:tgtEl>
                                        <p:attrNameLst>
                                          <p:attrName>stroke.color</p:attrName>
                                        </p:attrNameLst>
                                      </p:cBhvr>
                                      <p:by>
                                        <p:hsl h="7200000" s="0" l="0"/>
                                      </p:by>
                                    </p:animClr>
                                    <p:set>
                                      <p:cBhvr>
                                        <p:cTn id="38" dur="500" fill="hold"/>
                                        <p:tgtEl>
                                          <p:spTgt spid="11"/>
                                        </p:tgtEl>
                                        <p:attrNameLst>
                                          <p:attrName>fill.type</p:attrName>
                                        </p:attrNameLst>
                                      </p:cBhvr>
                                      <p:to>
                                        <p:strVal val="solid"/>
                                      </p:to>
                                    </p:set>
                                  </p:childTnLst>
                                </p:cTn>
                              </p:par>
                              <p:par>
                                <p:cTn id="39" presetID="21" presetClass="emph" presetSubtype="0" fill="hold" grpId="4" nodeType="withEffect">
                                  <p:stCondLst>
                                    <p:cond delay="1500"/>
                                  </p:stCondLst>
                                  <p:childTnLst>
                                    <p:animClr clrSpc="hsl" dir="cw">
                                      <p:cBhvr override="childStyle">
                                        <p:cTn id="40" dur="500" fill="hold"/>
                                        <p:tgtEl>
                                          <p:spTgt spid="11"/>
                                        </p:tgtEl>
                                        <p:attrNameLst>
                                          <p:attrName>style.color</p:attrName>
                                        </p:attrNameLst>
                                      </p:cBhvr>
                                      <p:by>
                                        <p:hsl h="7200000" s="0" l="0"/>
                                      </p:by>
                                    </p:animClr>
                                    <p:animClr clrSpc="hsl" dir="cw">
                                      <p:cBhvr>
                                        <p:cTn id="41" dur="500" fill="hold"/>
                                        <p:tgtEl>
                                          <p:spTgt spid="11"/>
                                        </p:tgtEl>
                                        <p:attrNameLst>
                                          <p:attrName>fillcolor</p:attrName>
                                        </p:attrNameLst>
                                      </p:cBhvr>
                                      <p:by>
                                        <p:hsl h="7200000" s="0" l="0"/>
                                      </p:by>
                                    </p:animClr>
                                    <p:animClr clrSpc="hsl" dir="cw">
                                      <p:cBhvr>
                                        <p:cTn id="42" dur="500" fill="hold"/>
                                        <p:tgtEl>
                                          <p:spTgt spid="11"/>
                                        </p:tgtEl>
                                        <p:attrNameLst>
                                          <p:attrName>stroke.color</p:attrName>
                                        </p:attrNameLst>
                                      </p:cBhvr>
                                      <p:by>
                                        <p:hsl h="7200000" s="0" l="0"/>
                                      </p:by>
                                    </p:animClr>
                                    <p:set>
                                      <p:cBhvr>
                                        <p:cTn id="43" dur="500" fill="hold"/>
                                        <p:tgtEl>
                                          <p:spTgt spid="11"/>
                                        </p:tgtEl>
                                        <p:attrNameLst>
                                          <p:attrName>fill.type</p:attrName>
                                        </p:attrNameLst>
                                      </p:cBhvr>
                                      <p:to>
                                        <p:strVal val="solid"/>
                                      </p:to>
                                    </p:set>
                                  </p:childTnLst>
                                </p:cTn>
                              </p:par>
                              <p:par>
                                <p:cTn id="44" presetID="21" presetClass="emph" presetSubtype="0" fill="hold" grpId="5" nodeType="withEffect">
                                  <p:stCondLst>
                                    <p:cond delay="1900"/>
                                  </p:stCondLst>
                                  <p:childTnLst>
                                    <p:animClr clrSpc="hsl" dir="cw">
                                      <p:cBhvr override="childStyle">
                                        <p:cTn id="45" dur="1000" fill="hold"/>
                                        <p:tgtEl>
                                          <p:spTgt spid="11"/>
                                        </p:tgtEl>
                                        <p:attrNameLst>
                                          <p:attrName>style.color</p:attrName>
                                        </p:attrNameLst>
                                      </p:cBhvr>
                                      <p:by>
                                        <p:hsl h="7200000" s="0" l="0"/>
                                      </p:by>
                                    </p:animClr>
                                    <p:animClr clrSpc="hsl" dir="cw">
                                      <p:cBhvr>
                                        <p:cTn id="46" dur="1000" fill="hold"/>
                                        <p:tgtEl>
                                          <p:spTgt spid="11"/>
                                        </p:tgtEl>
                                        <p:attrNameLst>
                                          <p:attrName>fillcolor</p:attrName>
                                        </p:attrNameLst>
                                      </p:cBhvr>
                                      <p:by>
                                        <p:hsl h="7200000" s="0" l="0"/>
                                      </p:by>
                                    </p:animClr>
                                    <p:animClr clrSpc="hsl" dir="cw">
                                      <p:cBhvr>
                                        <p:cTn id="47" dur="1000" fill="hold"/>
                                        <p:tgtEl>
                                          <p:spTgt spid="11"/>
                                        </p:tgtEl>
                                        <p:attrNameLst>
                                          <p:attrName>stroke.color</p:attrName>
                                        </p:attrNameLst>
                                      </p:cBhvr>
                                      <p:by>
                                        <p:hsl h="7200000" s="0" l="0"/>
                                      </p:by>
                                    </p:animClr>
                                    <p:set>
                                      <p:cBhvr>
                                        <p:cTn id="48" dur="1000" fill="hold"/>
                                        <p:tgtEl>
                                          <p:spTgt spid="11"/>
                                        </p:tgtEl>
                                        <p:attrNameLst>
                                          <p:attrName>fill.type</p:attrName>
                                        </p:attrNameLst>
                                      </p:cBhvr>
                                      <p:to>
                                        <p:strVal val="solid"/>
                                      </p:to>
                                    </p:set>
                                  </p:childTnLst>
                                </p:cTn>
                              </p:par>
                              <p:par>
                                <p:cTn id="49" presetID="53" presetClass="entr" presetSubtype="16" fill="hold" grpId="0" nodeType="withEffect">
                                  <p:stCondLst>
                                    <p:cond delay="1000"/>
                                  </p:stCondLst>
                                  <p:childTnLst>
                                    <p:set>
                                      <p:cBhvr>
                                        <p:cTn id="50" dur="1" fill="hold">
                                          <p:stCondLst>
                                            <p:cond delay="0"/>
                                          </p:stCondLst>
                                        </p:cTn>
                                        <p:tgtEl>
                                          <p:spTgt spid="4"/>
                                        </p:tgtEl>
                                        <p:attrNameLst>
                                          <p:attrName>style.visibility</p:attrName>
                                        </p:attrNameLst>
                                      </p:cBhvr>
                                      <p:to>
                                        <p:strVal val="visible"/>
                                      </p:to>
                                    </p:set>
                                    <p:anim calcmode="lin" valueType="num">
                                      <p:cBhvr>
                                        <p:cTn id="51" dur="3000" fill="hold"/>
                                        <p:tgtEl>
                                          <p:spTgt spid="4"/>
                                        </p:tgtEl>
                                        <p:attrNameLst>
                                          <p:attrName>ppt_w</p:attrName>
                                        </p:attrNameLst>
                                      </p:cBhvr>
                                      <p:tavLst>
                                        <p:tav tm="0">
                                          <p:val>
                                            <p:fltVal val="0"/>
                                          </p:val>
                                        </p:tav>
                                        <p:tav tm="100000">
                                          <p:val>
                                            <p:strVal val="#ppt_w"/>
                                          </p:val>
                                        </p:tav>
                                      </p:tavLst>
                                    </p:anim>
                                    <p:anim calcmode="lin" valueType="num">
                                      <p:cBhvr>
                                        <p:cTn id="52" dur="3000" fill="hold"/>
                                        <p:tgtEl>
                                          <p:spTgt spid="4"/>
                                        </p:tgtEl>
                                        <p:attrNameLst>
                                          <p:attrName>ppt_h</p:attrName>
                                        </p:attrNameLst>
                                      </p:cBhvr>
                                      <p:tavLst>
                                        <p:tav tm="0">
                                          <p:val>
                                            <p:fltVal val="0"/>
                                          </p:val>
                                        </p:tav>
                                        <p:tav tm="100000">
                                          <p:val>
                                            <p:strVal val="#ppt_h"/>
                                          </p:val>
                                        </p:tav>
                                      </p:tavLst>
                                    </p:anim>
                                    <p:animEffect transition="in" filter="fade">
                                      <p:cBhvr>
                                        <p:cTn id="53" dur="3000"/>
                                        <p:tgtEl>
                                          <p:spTgt spid="4"/>
                                        </p:tgtEl>
                                      </p:cBhvr>
                                    </p:animEffect>
                                  </p:childTnLst>
                                </p:cTn>
                              </p:par>
                              <p:par>
                                <p:cTn id="54" presetID="53" presetClass="entr" presetSubtype="16" fill="hold" grpId="0" nodeType="withEffect">
                                  <p:stCondLst>
                                    <p:cond delay="1000"/>
                                  </p:stCondLst>
                                  <p:childTnLst>
                                    <p:set>
                                      <p:cBhvr>
                                        <p:cTn id="55" dur="1" fill="hold">
                                          <p:stCondLst>
                                            <p:cond delay="0"/>
                                          </p:stCondLst>
                                        </p:cTn>
                                        <p:tgtEl>
                                          <p:spTgt spid="5"/>
                                        </p:tgtEl>
                                        <p:attrNameLst>
                                          <p:attrName>style.visibility</p:attrName>
                                        </p:attrNameLst>
                                      </p:cBhvr>
                                      <p:to>
                                        <p:strVal val="visible"/>
                                      </p:to>
                                    </p:set>
                                    <p:anim calcmode="lin" valueType="num">
                                      <p:cBhvr>
                                        <p:cTn id="56" dur="3000" fill="hold"/>
                                        <p:tgtEl>
                                          <p:spTgt spid="5"/>
                                        </p:tgtEl>
                                        <p:attrNameLst>
                                          <p:attrName>ppt_w</p:attrName>
                                        </p:attrNameLst>
                                      </p:cBhvr>
                                      <p:tavLst>
                                        <p:tav tm="0">
                                          <p:val>
                                            <p:fltVal val="0"/>
                                          </p:val>
                                        </p:tav>
                                        <p:tav tm="100000">
                                          <p:val>
                                            <p:strVal val="#ppt_w"/>
                                          </p:val>
                                        </p:tav>
                                      </p:tavLst>
                                    </p:anim>
                                    <p:anim calcmode="lin" valueType="num">
                                      <p:cBhvr>
                                        <p:cTn id="57" dur="3000" fill="hold"/>
                                        <p:tgtEl>
                                          <p:spTgt spid="5"/>
                                        </p:tgtEl>
                                        <p:attrNameLst>
                                          <p:attrName>ppt_h</p:attrName>
                                        </p:attrNameLst>
                                      </p:cBhvr>
                                      <p:tavLst>
                                        <p:tav tm="0">
                                          <p:val>
                                            <p:fltVal val="0"/>
                                          </p:val>
                                        </p:tav>
                                        <p:tav tm="100000">
                                          <p:val>
                                            <p:strVal val="#ppt_h"/>
                                          </p:val>
                                        </p:tav>
                                      </p:tavLst>
                                    </p:anim>
                                    <p:animEffect transition="in" filter="fade">
                                      <p:cBhvr>
                                        <p:cTn id="58" dur="3000"/>
                                        <p:tgtEl>
                                          <p:spTgt spid="5"/>
                                        </p:tgtEl>
                                      </p:cBhvr>
                                    </p:animEffect>
                                  </p:childTnLst>
                                </p:cTn>
                              </p:par>
                              <p:par>
                                <p:cTn id="59" presetID="53" presetClass="entr" presetSubtype="16" fill="hold" grpId="0" nodeType="withEffect">
                                  <p:stCondLst>
                                    <p:cond delay="1000"/>
                                  </p:stCondLst>
                                  <p:childTnLst>
                                    <p:set>
                                      <p:cBhvr>
                                        <p:cTn id="60" dur="1" fill="hold">
                                          <p:stCondLst>
                                            <p:cond delay="0"/>
                                          </p:stCondLst>
                                        </p:cTn>
                                        <p:tgtEl>
                                          <p:spTgt spid="6"/>
                                        </p:tgtEl>
                                        <p:attrNameLst>
                                          <p:attrName>style.visibility</p:attrName>
                                        </p:attrNameLst>
                                      </p:cBhvr>
                                      <p:to>
                                        <p:strVal val="visible"/>
                                      </p:to>
                                    </p:set>
                                    <p:anim calcmode="lin" valueType="num">
                                      <p:cBhvr>
                                        <p:cTn id="61" dur="3000" fill="hold"/>
                                        <p:tgtEl>
                                          <p:spTgt spid="6"/>
                                        </p:tgtEl>
                                        <p:attrNameLst>
                                          <p:attrName>ppt_w</p:attrName>
                                        </p:attrNameLst>
                                      </p:cBhvr>
                                      <p:tavLst>
                                        <p:tav tm="0">
                                          <p:val>
                                            <p:fltVal val="0"/>
                                          </p:val>
                                        </p:tav>
                                        <p:tav tm="100000">
                                          <p:val>
                                            <p:strVal val="#ppt_w"/>
                                          </p:val>
                                        </p:tav>
                                      </p:tavLst>
                                    </p:anim>
                                    <p:anim calcmode="lin" valueType="num">
                                      <p:cBhvr>
                                        <p:cTn id="62" dur="3000" fill="hold"/>
                                        <p:tgtEl>
                                          <p:spTgt spid="6"/>
                                        </p:tgtEl>
                                        <p:attrNameLst>
                                          <p:attrName>ppt_h</p:attrName>
                                        </p:attrNameLst>
                                      </p:cBhvr>
                                      <p:tavLst>
                                        <p:tav tm="0">
                                          <p:val>
                                            <p:fltVal val="0"/>
                                          </p:val>
                                        </p:tav>
                                        <p:tav tm="100000">
                                          <p:val>
                                            <p:strVal val="#ppt_h"/>
                                          </p:val>
                                        </p:tav>
                                      </p:tavLst>
                                    </p:anim>
                                    <p:animEffect transition="in" filter="fade">
                                      <p:cBhvr>
                                        <p:cTn id="63" dur="3000"/>
                                        <p:tgtEl>
                                          <p:spTgt spid="6"/>
                                        </p:tgtEl>
                                      </p:cBhvr>
                                    </p:animEffect>
                                  </p:childTnLst>
                                </p:cTn>
                              </p:par>
                              <p:par>
                                <p:cTn id="64" presetID="42" presetClass="exit" presetSubtype="0" fill="hold" grpId="1" nodeType="withEffect">
                                  <p:stCondLst>
                                    <p:cond delay="5000"/>
                                  </p:stCondLst>
                                  <p:childTnLst>
                                    <p:animEffect transition="out" filter="fade">
                                      <p:cBhvr>
                                        <p:cTn id="65" dur="2000"/>
                                        <p:tgtEl>
                                          <p:spTgt spid="6"/>
                                        </p:tgtEl>
                                      </p:cBhvr>
                                    </p:animEffect>
                                    <p:anim calcmode="lin" valueType="num">
                                      <p:cBhvr>
                                        <p:cTn id="66" dur="2000"/>
                                        <p:tgtEl>
                                          <p:spTgt spid="6"/>
                                        </p:tgtEl>
                                        <p:attrNameLst>
                                          <p:attrName>ppt_x</p:attrName>
                                        </p:attrNameLst>
                                      </p:cBhvr>
                                      <p:tavLst>
                                        <p:tav tm="0">
                                          <p:val>
                                            <p:strVal val="ppt_x"/>
                                          </p:val>
                                        </p:tav>
                                        <p:tav tm="100000">
                                          <p:val>
                                            <p:strVal val="ppt_x"/>
                                          </p:val>
                                        </p:tav>
                                      </p:tavLst>
                                    </p:anim>
                                    <p:anim calcmode="lin" valueType="num">
                                      <p:cBhvr>
                                        <p:cTn id="67" dur="2000"/>
                                        <p:tgtEl>
                                          <p:spTgt spid="6"/>
                                        </p:tgtEl>
                                        <p:attrNameLst>
                                          <p:attrName>ppt_y</p:attrName>
                                        </p:attrNameLst>
                                      </p:cBhvr>
                                      <p:tavLst>
                                        <p:tav tm="0">
                                          <p:val>
                                            <p:strVal val="ppt_y"/>
                                          </p:val>
                                        </p:tav>
                                        <p:tav tm="100000">
                                          <p:val>
                                            <p:strVal val="ppt_y+.1"/>
                                          </p:val>
                                        </p:tav>
                                      </p:tavLst>
                                    </p:anim>
                                    <p:set>
                                      <p:cBhvr>
                                        <p:cTn id="68" dur="1" fill="hold">
                                          <p:stCondLst>
                                            <p:cond delay="1999"/>
                                          </p:stCondLst>
                                        </p:cTn>
                                        <p:tgtEl>
                                          <p:spTgt spid="6"/>
                                        </p:tgtEl>
                                        <p:attrNameLst>
                                          <p:attrName>style.visibility</p:attrName>
                                        </p:attrNameLst>
                                      </p:cBhvr>
                                      <p:to>
                                        <p:strVal val="hidden"/>
                                      </p:to>
                                    </p:set>
                                  </p:childTnLst>
                                </p:cTn>
                              </p:par>
                              <p:par>
                                <p:cTn id="69" presetID="42" presetClass="entr" presetSubtype="0" fill="hold" grpId="0" nodeType="withEffect">
                                  <p:stCondLst>
                                    <p:cond delay="7300"/>
                                  </p:stCondLst>
                                  <p:childTnLst>
                                    <p:set>
                                      <p:cBhvr>
                                        <p:cTn id="70" dur="1" fill="hold">
                                          <p:stCondLst>
                                            <p:cond delay="0"/>
                                          </p:stCondLst>
                                        </p:cTn>
                                        <p:tgtEl>
                                          <p:spTgt spid="2"/>
                                        </p:tgtEl>
                                        <p:attrNameLst>
                                          <p:attrName>style.visibility</p:attrName>
                                        </p:attrNameLst>
                                      </p:cBhvr>
                                      <p:to>
                                        <p:strVal val="visible"/>
                                      </p:to>
                                    </p:set>
                                    <p:animEffect transition="in" filter="fade">
                                      <p:cBhvr>
                                        <p:cTn id="71" dur="2000"/>
                                        <p:tgtEl>
                                          <p:spTgt spid="2"/>
                                        </p:tgtEl>
                                      </p:cBhvr>
                                    </p:animEffect>
                                    <p:anim calcmode="lin" valueType="num">
                                      <p:cBhvr>
                                        <p:cTn id="72" dur="2000" fill="hold"/>
                                        <p:tgtEl>
                                          <p:spTgt spid="2"/>
                                        </p:tgtEl>
                                        <p:attrNameLst>
                                          <p:attrName>ppt_x</p:attrName>
                                        </p:attrNameLst>
                                      </p:cBhvr>
                                      <p:tavLst>
                                        <p:tav tm="0">
                                          <p:val>
                                            <p:strVal val="#ppt_x"/>
                                          </p:val>
                                        </p:tav>
                                        <p:tav tm="100000">
                                          <p:val>
                                            <p:strVal val="#ppt_x"/>
                                          </p:val>
                                        </p:tav>
                                      </p:tavLst>
                                    </p:anim>
                                    <p:anim calcmode="lin" valueType="num">
                                      <p:cBhvr>
                                        <p:cTn id="73" dur="2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P spid="11" grpId="0"/>
      <p:bldP spid="11" grpId="1"/>
      <p:bldP spid="11" grpId="2"/>
      <p:bldP spid="11" grpId="3"/>
      <p:bldP spid="11" grpId="4"/>
      <p:bldP spid="11" grpId="5"/>
      <p:bldP spid="4" grpId="0" animBg="1"/>
      <p:bldP spid="5" grpId="0"/>
      <p:bldP spid="6" grpId="0"/>
      <p:bldP spid="6" grpId="1"/>
      <p:bldP spid="7"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DFD4"/>
        </a:solidFill>
        <a:effectLst/>
      </p:bgPr>
    </p:bg>
    <p:spTree>
      <p:nvGrpSpPr>
        <p:cNvPr id="1" name=""/>
        <p:cNvGrpSpPr/>
        <p:nvPr/>
      </p:nvGrpSpPr>
      <p:grpSpPr>
        <a:xfrm>
          <a:off x="0" y="0"/>
          <a:ext cx="0" cy="0"/>
          <a:chOff x="0" y="0"/>
          <a:chExt cx="0" cy="0"/>
        </a:xfrm>
      </p:grpSpPr>
      <p:graphicFrame>
        <p:nvGraphicFramePr>
          <p:cNvPr id="9" name="Chart 8"/>
          <p:cNvGraphicFramePr/>
          <p:nvPr>
            <p:extLst>
              <p:ext uri="{D42A27DB-BD31-4B8C-83A1-F6EECF244321}">
                <p14:modId xmlns:p14="http://schemas.microsoft.com/office/powerpoint/2010/main" val="2083426034"/>
              </p:ext>
            </p:extLst>
          </p:nvPr>
        </p:nvGraphicFramePr>
        <p:xfrm>
          <a:off x="4466443" y="1147176"/>
          <a:ext cx="7812643"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6789389" y="429421"/>
            <a:ext cx="3515096" cy="523220"/>
          </a:xfrm>
          <a:prstGeom prst="rect">
            <a:avLst/>
          </a:prstGeom>
          <a:noFill/>
        </p:spPr>
        <p:txBody>
          <a:bodyPr wrap="square" rtlCol="0">
            <a:spAutoFit/>
          </a:bodyPr>
          <a:lstStyle/>
          <a:p>
            <a:pPr algn="ctr"/>
            <a:r>
              <a:rPr lang="en-US" sz="2800" b="1" dirty="0" smtClean="0">
                <a:solidFill>
                  <a:srgbClr val="DB8F8D"/>
                </a:solidFill>
                <a:latin typeface="Script MT Bold" panose="03040602040607080904" pitchFamily="66" charset="0"/>
              </a:rPr>
              <a:t>cheesecake</a:t>
            </a:r>
            <a:endParaRPr lang="en-US" sz="2800" b="1" dirty="0">
              <a:solidFill>
                <a:srgbClr val="DB8F8D"/>
              </a:solidFill>
              <a:latin typeface="Script MT Bold" panose="03040602040607080904" pitchFamily="66" charset="0"/>
            </a:endParaRPr>
          </a:p>
        </p:txBody>
      </p:sp>
      <p:sp>
        <p:nvSpPr>
          <p:cNvPr id="12" name="Rectangle 11"/>
          <p:cNvSpPr/>
          <p:nvPr/>
        </p:nvSpPr>
        <p:spPr>
          <a:xfrm>
            <a:off x="4047838" y="0"/>
            <a:ext cx="451262" cy="7481427"/>
          </a:xfrm>
          <a:prstGeom prst="rect">
            <a:avLst/>
          </a:prstGeom>
          <a:solidFill>
            <a:srgbClr val="FEFF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0" y="0"/>
            <a:ext cx="4047838" cy="6858000"/>
          </a:xfrm>
          <a:prstGeom prst="rect">
            <a:avLst/>
          </a:prstGeom>
          <a:blipFill>
            <a:blip r:embed="rId3"/>
            <a:stretch>
              <a:fillRect/>
            </a:stretch>
          </a:blipFill>
        </p:spPr>
        <p:txBody>
          <a:bodyPr wrap="square" rtlCol="0">
            <a:spAutoFit/>
          </a:bodyPr>
          <a:lstStyle/>
          <a:p>
            <a:endParaRPr lang="en-US"/>
          </a:p>
        </p:txBody>
      </p:sp>
      <p:pic>
        <p:nvPicPr>
          <p:cNvPr id="5" name="Picture 4"/>
          <p:cNvPicPr>
            <a:picLocks noChangeAspect="1"/>
          </p:cNvPicPr>
          <p:nvPr/>
        </p:nvPicPr>
        <p:blipFill>
          <a:blip r:embed="rId4"/>
          <a:stretch>
            <a:fillRect/>
          </a:stretch>
        </p:blipFill>
        <p:spPr>
          <a:xfrm>
            <a:off x="202834" y="2126827"/>
            <a:ext cx="3487214" cy="1743607"/>
          </a:xfrm>
          <a:prstGeom prst="rect">
            <a:avLst/>
          </a:prstGeom>
        </p:spPr>
      </p:pic>
      <p:sp>
        <p:nvSpPr>
          <p:cNvPr id="6" name="TextBox 5"/>
          <p:cNvSpPr txBox="1"/>
          <p:nvPr/>
        </p:nvSpPr>
        <p:spPr>
          <a:xfrm>
            <a:off x="840828" y="4035972"/>
            <a:ext cx="2354317" cy="584775"/>
          </a:xfrm>
          <a:prstGeom prst="rect">
            <a:avLst/>
          </a:prstGeom>
          <a:noFill/>
        </p:spPr>
        <p:txBody>
          <a:bodyPr wrap="square" rtlCol="0">
            <a:spAutoFit/>
          </a:bodyPr>
          <a:lstStyle/>
          <a:p>
            <a:pPr algn="ctr"/>
            <a:r>
              <a:rPr lang="en-US" sz="3200" b="1" dirty="0">
                <a:solidFill>
                  <a:srgbClr val="DB8F8D"/>
                </a:solidFill>
                <a:latin typeface="Script MT Bold" panose="03040602040607080904" pitchFamily="66" charset="0"/>
              </a:rPr>
              <a:t>cheesecake</a:t>
            </a:r>
          </a:p>
        </p:txBody>
      </p:sp>
      <p:sp>
        <p:nvSpPr>
          <p:cNvPr id="7" name="TextBox 6"/>
          <p:cNvSpPr txBox="1"/>
          <p:nvPr/>
        </p:nvSpPr>
        <p:spPr>
          <a:xfrm>
            <a:off x="5472662" y="1885275"/>
            <a:ext cx="6148551" cy="3970318"/>
          </a:xfrm>
          <a:prstGeom prst="rect">
            <a:avLst/>
          </a:prstGeom>
          <a:noFill/>
        </p:spPr>
        <p:txBody>
          <a:bodyPr wrap="square" rtlCol="0">
            <a:spAutoFit/>
          </a:bodyPr>
          <a:lstStyle/>
          <a:p>
            <a:r>
              <a:rPr lang="en-US" dirty="0"/>
              <a:t>Cheesecake is a sweet dessert consisting of one or more layers. The main, and thickest, layer consists of a mixture of a soft, fresh cheese (typically cottage cheese, cream cheese or ricotta), eggs, and sugar. If there is a bottom layer, it most often consists of a crust or base made from crushed cookies (or digestive biscuits), graham crackers, pastry, or sometimes sponge cake</a:t>
            </a:r>
            <a:r>
              <a:rPr lang="en-US" dirty="0" smtClean="0"/>
              <a:t>. </a:t>
            </a:r>
            <a:r>
              <a:rPr lang="en-US" dirty="0"/>
              <a:t>Cheesecake may be baked or unbaked (and is usually refrigerated</a:t>
            </a:r>
            <a:r>
              <a:rPr lang="en-US" dirty="0" smtClean="0"/>
              <a:t>).</a:t>
            </a:r>
            <a:endParaRPr lang="en-US" dirty="0"/>
          </a:p>
          <a:p>
            <a:r>
              <a:rPr lang="en-US" dirty="0"/>
              <a:t>Cheesecake is usually sweetened with sugar and may be flavored in different ways. Vanilla, spices, lemon, chocolate, pumpkin, or other flavors may be added to the main cheese layer. Additional flavors and visual appeal may be added by topping the finished dessert with fruit, whipped cream, nuts, cookies, fruit sauce, chocolate syrup, or other ingredients.</a:t>
            </a:r>
          </a:p>
        </p:txBody>
      </p:sp>
      <p:sp>
        <p:nvSpPr>
          <p:cNvPr id="3" name="TextBox 2"/>
          <p:cNvSpPr txBox="1"/>
          <p:nvPr/>
        </p:nvSpPr>
        <p:spPr>
          <a:xfrm>
            <a:off x="5548418" y="2297034"/>
            <a:ext cx="5997038" cy="3477875"/>
          </a:xfrm>
          <a:prstGeom prst="rect">
            <a:avLst/>
          </a:prstGeom>
          <a:noFill/>
        </p:spPr>
        <p:txBody>
          <a:bodyPr wrap="square" rtlCol="0">
            <a:spAutoFit/>
          </a:bodyPr>
          <a:lstStyle/>
          <a:p>
            <a:pPr algn="just" rtl="1"/>
            <a:r>
              <a:rPr lang="fa-IR" sz="2000" dirty="0">
                <a:cs typeface="B Koodak" panose="00000700000000000000" pitchFamily="2" charset="-78"/>
              </a:rPr>
              <a:t>کیک پنیر یا چیزکیک شیرینی مغذی و پرمایه‌ای است که از پنیر دَلَمه یا پنیر خامه‌ای و دیگر افزودنی‌ها تهیه می‌شود</a:t>
            </a:r>
            <a:r>
              <a:rPr lang="fa-IR" sz="2000" dirty="0" smtClean="0">
                <a:cs typeface="B Koodak" panose="00000700000000000000" pitchFamily="2" charset="-78"/>
              </a:rPr>
              <a:t>.</a:t>
            </a:r>
            <a:endParaRPr lang="fa-IR" sz="2000" dirty="0">
              <a:cs typeface="B Koodak" panose="00000700000000000000" pitchFamily="2" charset="-78"/>
            </a:endParaRPr>
          </a:p>
          <a:p>
            <a:pPr algn="just" rtl="1"/>
            <a:r>
              <a:rPr lang="fa-IR" sz="2000" dirty="0">
                <a:cs typeface="B Koodak" panose="00000700000000000000" pitchFamily="2" charset="-78"/>
              </a:rPr>
              <a:t>برای تهیه کیک پنیر غالباً از پنیر خامه‌ای و پنیر ماسکارپونه استفاده می‌شود. این نوع کیک‌ها دو نوع دارند که یا پخته‌شده هستند یا غیرپخته که پس از آماده‌سازی در یخچال گذاشته می‌شوند تا آماده و سفت گردند. کیک پنیر نیویورک اصیل‌ترین نوع کیک پنیر است که برای تهیه آن باید نکات زیادی رعایت شود</a:t>
            </a:r>
            <a:r>
              <a:rPr lang="fa-IR" sz="2000" dirty="0" smtClean="0">
                <a:cs typeface="B Koodak" panose="00000700000000000000" pitchFamily="2" charset="-78"/>
              </a:rPr>
              <a:t>.</a:t>
            </a:r>
            <a:endParaRPr lang="fa-IR" sz="2000" dirty="0">
              <a:cs typeface="B Koodak" panose="00000700000000000000" pitchFamily="2" charset="-78"/>
            </a:endParaRPr>
          </a:p>
          <a:p>
            <a:pPr algn="just" rtl="1"/>
            <a:r>
              <a:rPr lang="fa-IR" sz="2000" dirty="0" smtClean="0">
                <a:cs typeface="B Koodak" panose="00000700000000000000" pitchFamily="2" charset="-78"/>
              </a:rPr>
              <a:t>چیزکیک </a:t>
            </a:r>
            <a:r>
              <a:rPr lang="fa-IR" sz="2000" dirty="0">
                <a:cs typeface="B Koodak" panose="00000700000000000000" pitchFamily="2" charset="-78"/>
              </a:rPr>
              <a:t>نوعی دسر خوشمزه است که می تواند از یک یا چند لایه تشکیل شود. لایه اصلی ضخیم است و حاوی مخلوطی از پنیر نرم و تازه، تخم مرغ و شکر است. در حالی که لایه زیرین چیزکیک از بیسکویت های خرد شده تشکیل شده است.</a:t>
            </a:r>
            <a:endParaRPr lang="en-US" sz="2000" dirty="0">
              <a:cs typeface="B Koodak" panose="00000700000000000000" pitchFamily="2" charset="-78"/>
            </a:endParaRPr>
          </a:p>
        </p:txBody>
      </p:sp>
    </p:spTree>
    <p:extLst>
      <p:ext uri="{BB962C8B-B14F-4D97-AF65-F5344CB8AC3E}">
        <p14:creationId xmlns:p14="http://schemas.microsoft.com/office/powerpoint/2010/main" val="1808181480"/>
      </p:ext>
    </p:extLst>
  </p:cSld>
  <p:clrMapOvr>
    <a:masterClrMapping/>
  </p:clrMapOvr>
  <mc:AlternateContent xmlns:mc="http://schemas.openxmlformats.org/markup-compatibility/2006" xmlns:p14="http://schemas.microsoft.com/office/powerpoint/2010/main">
    <mc:Choice Requires="p14">
      <p:transition spd="slow" p14:dur="1250" advTm="20000">
        <p14:flip dir="r"/>
      </p:transition>
    </mc:Choice>
    <mc:Fallback xmlns="">
      <p:transition spd="slow" advTm="2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870">
                                          <p:stCondLst>
                                            <p:cond delay="0"/>
                                          </p:stCondLst>
                                        </p:cTn>
                                        <p:tgtEl>
                                          <p:spTgt spid="11"/>
                                        </p:tgtEl>
                                      </p:cBhvr>
                                    </p:animEffect>
                                    <p:anim calcmode="lin" valueType="num">
                                      <p:cBhvr>
                                        <p:cTn id="8" dur="2733"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 dur="996"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0" dur="996" tmFilter="0, 0; 0.125,0.2665; 0.25,0.4; 0.375,0.465; 0.5,0.5;  0.625,0.535; 0.75,0.6; 0.875,0.7335; 1,1">
                                          <p:stCondLst>
                                            <p:cond delay="996"/>
                                          </p:stCondLst>
                                        </p:cTn>
                                        <p:tgtEl>
                                          <p:spTgt spid="11"/>
                                        </p:tgtEl>
                                        <p:attrNameLst>
                                          <p:attrName>ppt_y</p:attrName>
                                        </p:attrNameLst>
                                      </p:cBhvr>
                                      <p:tavLst>
                                        <p:tav tm="0" fmla="#ppt_y-sin(pi*$)/9">
                                          <p:val>
                                            <p:fltVal val="0"/>
                                          </p:val>
                                        </p:tav>
                                        <p:tav tm="100000">
                                          <p:val>
                                            <p:fltVal val="1"/>
                                          </p:val>
                                        </p:tav>
                                      </p:tavLst>
                                    </p:anim>
                                    <p:anim calcmode="lin" valueType="num">
                                      <p:cBhvr>
                                        <p:cTn id="11" dur="498" tmFilter="0, 0; 0.125,0.2665; 0.25,0.4; 0.375,0.465; 0.5,0.5;  0.625,0.535; 0.75,0.6; 0.875,0.7335; 1,1">
                                          <p:stCondLst>
                                            <p:cond delay="1986"/>
                                          </p:stCondLst>
                                        </p:cTn>
                                        <p:tgtEl>
                                          <p:spTgt spid="11"/>
                                        </p:tgtEl>
                                        <p:attrNameLst>
                                          <p:attrName>ppt_y</p:attrName>
                                        </p:attrNameLst>
                                      </p:cBhvr>
                                      <p:tavLst>
                                        <p:tav tm="0" fmla="#ppt_y-sin(pi*$)/27">
                                          <p:val>
                                            <p:fltVal val="0"/>
                                          </p:val>
                                        </p:tav>
                                        <p:tav tm="100000">
                                          <p:val>
                                            <p:fltVal val="1"/>
                                          </p:val>
                                        </p:tav>
                                      </p:tavLst>
                                    </p:anim>
                                    <p:anim calcmode="lin" valueType="num">
                                      <p:cBhvr>
                                        <p:cTn id="12" dur="246" tmFilter="0, 0; 0.125,0.2665; 0.25,0.4; 0.375,0.465; 0.5,0.5;  0.625,0.535; 0.75,0.6; 0.875,0.7335; 1,1">
                                          <p:stCondLst>
                                            <p:cond delay="2484"/>
                                          </p:stCondLst>
                                        </p:cTn>
                                        <p:tgtEl>
                                          <p:spTgt spid="11"/>
                                        </p:tgtEl>
                                        <p:attrNameLst>
                                          <p:attrName>ppt_y</p:attrName>
                                        </p:attrNameLst>
                                      </p:cBhvr>
                                      <p:tavLst>
                                        <p:tav tm="0" fmla="#ppt_y-sin(pi*$)/81">
                                          <p:val>
                                            <p:fltVal val="0"/>
                                          </p:val>
                                        </p:tav>
                                        <p:tav tm="100000">
                                          <p:val>
                                            <p:fltVal val="1"/>
                                          </p:val>
                                        </p:tav>
                                      </p:tavLst>
                                    </p:anim>
                                    <p:animScale>
                                      <p:cBhvr>
                                        <p:cTn id="13" dur="39">
                                          <p:stCondLst>
                                            <p:cond delay="975"/>
                                          </p:stCondLst>
                                        </p:cTn>
                                        <p:tgtEl>
                                          <p:spTgt spid="11"/>
                                        </p:tgtEl>
                                      </p:cBhvr>
                                      <p:to x="100000" y="60000"/>
                                    </p:animScale>
                                    <p:animScale>
                                      <p:cBhvr>
                                        <p:cTn id="14" dur="249" decel="50000">
                                          <p:stCondLst>
                                            <p:cond delay="1014"/>
                                          </p:stCondLst>
                                        </p:cTn>
                                        <p:tgtEl>
                                          <p:spTgt spid="11"/>
                                        </p:tgtEl>
                                      </p:cBhvr>
                                      <p:to x="100000" y="100000"/>
                                    </p:animScale>
                                    <p:animScale>
                                      <p:cBhvr>
                                        <p:cTn id="15" dur="39">
                                          <p:stCondLst>
                                            <p:cond delay="1968"/>
                                          </p:stCondLst>
                                        </p:cTn>
                                        <p:tgtEl>
                                          <p:spTgt spid="11"/>
                                        </p:tgtEl>
                                      </p:cBhvr>
                                      <p:to x="100000" y="80000"/>
                                    </p:animScale>
                                    <p:animScale>
                                      <p:cBhvr>
                                        <p:cTn id="16" dur="249" decel="50000">
                                          <p:stCondLst>
                                            <p:cond delay="2007"/>
                                          </p:stCondLst>
                                        </p:cTn>
                                        <p:tgtEl>
                                          <p:spTgt spid="11"/>
                                        </p:tgtEl>
                                      </p:cBhvr>
                                      <p:to x="100000" y="100000"/>
                                    </p:animScale>
                                    <p:animScale>
                                      <p:cBhvr>
                                        <p:cTn id="17" dur="39">
                                          <p:stCondLst>
                                            <p:cond delay="2463"/>
                                          </p:stCondLst>
                                        </p:cTn>
                                        <p:tgtEl>
                                          <p:spTgt spid="11"/>
                                        </p:tgtEl>
                                      </p:cBhvr>
                                      <p:to x="100000" y="90000"/>
                                    </p:animScale>
                                    <p:animScale>
                                      <p:cBhvr>
                                        <p:cTn id="18" dur="249" decel="50000">
                                          <p:stCondLst>
                                            <p:cond delay="2502"/>
                                          </p:stCondLst>
                                        </p:cTn>
                                        <p:tgtEl>
                                          <p:spTgt spid="11"/>
                                        </p:tgtEl>
                                      </p:cBhvr>
                                      <p:to x="100000" y="100000"/>
                                    </p:animScale>
                                    <p:animScale>
                                      <p:cBhvr>
                                        <p:cTn id="19" dur="39">
                                          <p:stCondLst>
                                            <p:cond delay="2712"/>
                                          </p:stCondLst>
                                        </p:cTn>
                                        <p:tgtEl>
                                          <p:spTgt spid="11"/>
                                        </p:tgtEl>
                                      </p:cBhvr>
                                      <p:to x="100000" y="95000"/>
                                    </p:animScale>
                                    <p:animScale>
                                      <p:cBhvr>
                                        <p:cTn id="20" dur="249" decel="50000">
                                          <p:stCondLst>
                                            <p:cond delay="2751"/>
                                          </p:stCondLst>
                                        </p:cTn>
                                        <p:tgtEl>
                                          <p:spTgt spid="11"/>
                                        </p:tgtEl>
                                      </p:cBhvr>
                                      <p:to x="100000" y="100000"/>
                                    </p:animScale>
                                  </p:childTnLst>
                                </p:cTn>
                              </p:par>
                              <p:par>
                                <p:cTn id="21" presetID="21" presetClass="emph" presetSubtype="0" fill="hold" grpId="1" nodeType="withEffect">
                                  <p:stCondLst>
                                    <p:cond delay="0"/>
                                  </p:stCondLst>
                                  <p:childTnLst>
                                    <p:animClr clrSpc="hsl" dir="cw">
                                      <p:cBhvr override="childStyle">
                                        <p:cTn id="22" dur="500" fill="hold"/>
                                        <p:tgtEl>
                                          <p:spTgt spid="11"/>
                                        </p:tgtEl>
                                        <p:attrNameLst>
                                          <p:attrName>style.color</p:attrName>
                                        </p:attrNameLst>
                                      </p:cBhvr>
                                      <p:by>
                                        <p:hsl h="7200000" s="0" l="0"/>
                                      </p:by>
                                    </p:animClr>
                                    <p:animClr clrSpc="hsl" dir="cw">
                                      <p:cBhvr>
                                        <p:cTn id="23" dur="500" fill="hold"/>
                                        <p:tgtEl>
                                          <p:spTgt spid="11"/>
                                        </p:tgtEl>
                                        <p:attrNameLst>
                                          <p:attrName>fillcolor</p:attrName>
                                        </p:attrNameLst>
                                      </p:cBhvr>
                                      <p:by>
                                        <p:hsl h="7200000" s="0" l="0"/>
                                      </p:by>
                                    </p:animClr>
                                    <p:animClr clrSpc="hsl" dir="cw">
                                      <p:cBhvr>
                                        <p:cTn id="24" dur="500" fill="hold"/>
                                        <p:tgtEl>
                                          <p:spTgt spid="11"/>
                                        </p:tgtEl>
                                        <p:attrNameLst>
                                          <p:attrName>stroke.color</p:attrName>
                                        </p:attrNameLst>
                                      </p:cBhvr>
                                      <p:by>
                                        <p:hsl h="7200000" s="0" l="0"/>
                                      </p:by>
                                    </p:animClr>
                                    <p:set>
                                      <p:cBhvr>
                                        <p:cTn id="25" dur="500" fill="hold"/>
                                        <p:tgtEl>
                                          <p:spTgt spid="11"/>
                                        </p:tgtEl>
                                        <p:attrNameLst>
                                          <p:attrName>fill.type</p:attrName>
                                        </p:attrNameLst>
                                      </p:cBhvr>
                                      <p:to>
                                        <p:strVal val="solid"/>
                                      </p:to>
                                    </p:set>
                                  </p:childTnLst>
                                </p:cTn>
                              </p:par>
                              <p:par>
                                <p:cTn id="26" presetID="21" presetClass="emph" presetSubtype="0" fill="hold" grpId="2" nodeType="withEffect">
                                  <p:stCondLst>
                                    <p:cond delay="750"/>
                                  </p:stCondLst>
                                  <p:childTnLst>
                                    <p:animClr clrSpc="hsl" dir="cw">
                                      <p:cBhvr override="childStyle">
                                        <p:cTn id="27" dur="500" fill="hold"/>
                                        <p:tgtEl>
                                          <p:spTgt spid="11"/>
                                        </p:tgtEl>
                                        <p:attrNameLst>
                                          <p:attrName>style.color</p:attrName>
                                        </p:attrNameLst>
                                      </p:cBhvr>
                                      <p:by>
                                        <p:hsl h="7200000" s="0" l="0"/>
                                      </p:by>
                                    </p:animClr>
                                    <p:animClr clrSpc="hsl" dir="cw">
                                      <p:cBhvr>
                                        <p:cTn id="28" dur="500" fill="hold"/>
                                        <p:tgtEl>
                                          <p:spTgt spid="11"/>
                                        </p:tgtEl>
                                        <p:attrNameLst>
                                          <p:attrName>fillcolor</p:attrName>
                                        </p:attrNameLst>
                                      </p:cBhvr>
                                      <p:by>
                                        <p:hsl h="7200000" s="0" l="0"/>
                                      </p:by>
                                    </p:animClr>
                                    <p:animClr clrSpc="hsl" dir="cw">
                                      <p:cBhvr>
                                        <p:cTn id="29" dur="500" fill="hold"/>
                                        <p:tgtEl>
                                          <p:spTgt spid="11"/>
                                        </p:tgtEl>
                                        <p:attrNameLst>
                                          <p:attrName>stroke.color</p:attrName>
                                        </p:attrNameLst>
                                      </p:cBhvr>
                                      <p:by>
                                        <p:hsl h="7200000" s="0" l="0"/>
                                      </p:by>
                                    </p:animClr>
                                    <p:set>
                                      <p:cBhvr>
                                        <p:cTn id="30" dur="500" fill="hold"/>
                                        <p:tgtEl>
                                          <p:spTgt spid="11"/>
                                        </p:tgtEl>
                                        <p:attrNameLst>
                                          <p:attrName>fill.type</p:attrName>
                                        </p:attrNameLst>
                                      </p:cBhvr>
                                      <p:to>
                                        <p:strVal val="solid"/>
                                      </p:to>
                                    </p:set>
                                  </p:childTnLst>
                                </p:cTn>
                              </p:par>
                              <p:par>
                                <p:cTn id="31" presetID="21" presetClass="emph" presetSubtype="0" fill="hold" grpId="3" nodeType="withEffect">
                                  <p:stCondLst>
                                    <p:cond delay="1250"/>
                                  </p:stCondLst>
                                  <p:childTnLst>
                                    <p:animClr clrSpc="hsl" dir="cw">
                                      <p:cBhvr override="childStyle">
                                        <p:cTn id="32" dur="500" fill="hold"/>
                                        <p:tgtEl>
                                          <p:spTgt spid="11"/>
                                        </p:tgtEl>
                                        <p:attrNameLst>
                                          <p:attrName>style.color</p:attrName>
                                        </p:attrNameLst>
                                      </p:cBhvr>
                                      <p:by>
                                        <p:hsl h="7200000" s="0" l="0"/>
                                      </p:by>
                                    </p:animClr>
                                    <p:animClr clrSpc="hsl" dir="cw">
                                      <p:cBhvr>
                                        <p:cTn id="33" dur="500" fill="hold"/>
                                        <p:tgtEl>
                                          <p:spTgt spid="11"/>
                                        </p:tgtEl>
                                        <p:attrNameLst>
                                          <p:attrName>fillcolor</p:attrName>
                                        </p:attrNameLst>
                                      </p:cBhvr>
                                      <p:by>
                                        <p:hsl h="7200000" s="0" l="0"/>
                                      </p:by>
                                    </p:animClr>
                                    <p:animClr clrSpc="hsl" dir="cw">
                                      <p:cBhvr>
                                        <p:cTn id="34" dur="500" fill="hold"/>
                                        <p:tgtEl>
                                          <p:spTgt spid="11"/>
                                        </p:tgtEl>
                                        <p:attrNameLst>
                                          <p:attrName>stroke.color</p:attrName>
                                        </p:attrNameLst>
                                      </p:cBhvr>
                                      <p:by>
                                        <p:hsl h="7200000" s="0" l="0"/>
                                      </p:by>
                                    </p:animClr>
                                    <p:set>
                                      <p:cBhvr>
                                        <p:cTn id="35" dur="500" fill="hold"/>
                                        <p:tgtEl>
                                          <p:spTgt spid="11"/>
                                        </p:tgtEl>
                                        <p:attrNameLst>
                                          <p:attrName>fill.type</p:attrName>
                                        </p:attrNameLst>
                                      </p:cBhvr>
                                      <p:to>
                                        <p:strVal val="solid"/>
                                      </p:to>
                                    </p:set>
                                  </p:childTnLst>
                                </p:cTn>
                              </p:par>
                              <p:par>
                                <p:cTn id="36" presetID="21" presetClass="emph" presetSubtype="0" fill="hold" grpId="4" nodeType="withEffect">
                                  <p:stCondLst>
                                    <p:cond delay="1750"/>
                                  </p:stCondLst>
                                  <p:childTnLst>
                                    <p:animClr clrSpc="hsl" dir="cw">
                                      <p:cBhvr override="childStyle">
                                        <p:cTn id="37" dur="500" fill="hold"/>
                                        <p:tgtEl>
                                          <p:spTgt spid="11"/>
                                        </p:tgtEl>
                                        <p:attrNameLst>
                                          <p:attrName>style.color</p:attrName>
                                        </p:attrNameLst>
                                      </p:cBhvr>
                                      <p:by>
                                        <p:hsl h="7200000" s="0" l="0"/>
                                      </p:by>
                                    </p:animClr>
                                    <p:animClr clrSpc="hsl" dir="cw">
                                      <p:cBhvr>
                                        <p:cTn id="38" dur="500" fill="hold"/>
                                        <p:tgtEl>
                                          <p:spTgt spid="11"/>
                                        </p:tgtEl>
                                        <p:attrNameLst>
                                          <p:attrName>fillcolor</p:attrName>
                                        </p:attrNameLst>
                                      </p:cBhvr>
                                      <p:by>
                                        <p:hsl h="7200000" s="0" l="0"/>
                                      </p:by>
                                    </p:animClr>
                                    <p:animClr clrSpc="hsl" dir="cw">
                                      <p:cBhvr>
                                        <p:cTn id="39" dur="500" fill="hold"/>
                                        <p:tgtEl>
                                          <p:spTgt spid="11"/>
                                        </p:tgtEl>
                                        <p:attrNameLst>
                                          <p:attrName>stroke.color</p:attrName>
                                        </p:attrNameLst>
                                      </p:cBhvr>
                                      <p:by>
                                        <p:hsl h="7200000" s="0" l="0"/>
                                      </p:by>
                                    </p:animClr>
                                    <p:set>
                                      <p:cBhvr>
                                        <p:cTn id="40" dur="500" fill="hold"/>
                                        <p:tgtEl>
                                          <p:spTgt spid="11"/>
                                        </p:tgtEl>
                                        <p:attrNameLst>
                                          <p:attrName>fill.type</p:attrName>
                                        </p:attrNameLst>
                                      </p:cBhvr>
                                      <p:to>
                                        <p:strVal val="solid"/>
                                      </p:to>
                                    </p:set>
                                  </p:childTnLst>
                                </p:cTn>
                              </p:par>
                              <p:par>
                                <p:cTn id="41" presetID="21" presetClass="emph" presetSubtype="0" fill="hold" grpId="5" nodeType="withEffect">
                                  <p:stCondLst>
                                    <p:cond delay="2250"/>
                                  </p:stCondLst>
                                  <p:childTnLst>
                                    <p:animClr clrSpc="hsl" dir="cw">
                                      <p:cBhvr override="childStyle">
                                        <p:cTn id="42" dur="500" fill="hold"/>
                                        <p:tgtEl>
                                          <p:spTgt spid="11"/>
                                        </p:tgtEl>
                                        <p:attrNameLst>
                                          <p:attrName>style.color</p:attrName>
                                        </p:attrNameLst>
                                      </p:cBhvr>
                                      <p:by>
                                        <p:hsl h="7200000" s="0" l="0"/>
                                      </p:by>
                                    </p:animClr>
                                    <p:animClr clrSpc="hsl" dir="cw">
                                      <p:cBhvr>
                                        <p:cTn id="43" dur="500" fill="hold"/>
                                        <p:tgtEl>
                                          <p:spTgt spid="11"/>
                                        </p:tgtEl>
                                        <p:attrNameLst>
                                          <p:attrName>fillcolor</p:attrName>
                                        </p:attrNameLst>
                                      </p:cBhvr>
                                      <p:by>
                                        <p:hsl h="7200000" s="0" l="0"/>
                                      </p:by>
                                    </p:animClr>
                                    <p:animClr clrSpc="hsl" dir="cw">
                                      <p:cBhvr>
                                        <p:cTn id="44" dur="500" fill="hold"/>
                                        <p:tgtEl>
                                          <p:spTgt spid="11"/>
                                        </p:tgtEl>
                                        <p:attrNameLst>
                                          <p:attrName>stroke.color</p:attrName>
                                        </p:attrNameLst>
                                      </p:cBhvr>
                                      <p:by>
                                        <p:hsl h="7200000" s="0" l="0"/>
                                      </p:by>
                                    </p:animClr>
                                    <p:set>
                                      <p:cBhvr>
                                        <p:cTn id="45" dur="500" fill="hold"/>
                                        <p:tgtEl>
                                          <p:spTgt spid="11"/>
                                        </p:tgtEl>
                                        <p:attrNameLst>
                                          <p:attrName>fill.type</p:attrName>
                                        </p:attrNameLst>
                                      </p:cBhvr>
                                      <p:to>
                                        <p:strVal val="solid"/>
                                      </p:to>
                                    </p:set>
                                  </p:childTnLst>
                                </p:cTn>
                              </p:par>
                              <p:par>
                                <p:cTn id="46" presetID="21" presetClass="emph" presetSubtype="0" fill="hold" grpId="6" nodeType="withEffect">
                                  <p:stCondLst>
                                    <p:cond delay="2750"/>
                                  </p:stCondLst>
                                  <p:childTnLst>
                                    <p:animClr clrSpc="hsl" dir="cw">
                                      <p:cBhvr override="childStyle">
                                        <p:cTn id="47" dur="500" fill="hold"/>
                                        <p:tgtEl>
                                          <p:spTgt spid="11"/>
                                        </p:tgtEl>
                                        <p:attrNameLst>
                                          <p:attrName>style.color</p:attrName>
                                        </p:attrNameLst>
                                      </p:cBhvr>
                                      <p:by>
                                        <p:hsl h="7200000" s="0" l="0"/>
                                      </p:by>
                                    </p:animClr>
                                    <p:animClr clrSpc="hsl" dir="cw">
                                      <p:cBhvr>
                                        <p:cTn id="48" dur="500" fill="hold"/>
                                        <p:tgtEl>
                                          <p:spTgt spid="11"/>
                                        </p:tgtEl>
                                        <p:attrNameLst>
                                          <p:attrName>fillcolor</p:attrName>
                                        </p:attrNameLst>
                                      </p:cBhvr>
                                      <p:by>
                                        <p:hsl h="7200000" s="0" l="0"/>
                                      </p:by>
                                    </p:animClr>
                                    <p:animClr clrSpc="hsl" dir="cw">
                                      <p:cBhvr>
                                        <p:cTn id="49" dur="500" fill="hold"/>
                                        <p:tgtEl>
                                          <p:spTgt spid="11"/>
                                        </p:tgtEl>
                                        <p:attrNameLst>
                                          <p:attrName>stroke.color</p:attrName>
                                        </p:attrNameLst>
                                      </p:cBhvr>
                                      <p:by>
                                        <p:hsl h="7200000" s="0" l="0"/>
                                      </p:by>
                                    </p:animClr>
                                    <p:set>
                                      <p:cBhvr>
                                        <p:cTn id="50" dur="500" fill="hold"/>
                                        <p:tgtEl>
                                          <p:spTgt spid="11"/>
                                        </p:tgtEl>
                                        <p:attrNameLst>
                                          <p:attrName>fill.type</p:attrName>
                                        </p:attrNameLst>
                                      </p:cBhvr>
                                      <p:to>
                                        <p:strVal val="solid"/>
                                      </p:to>
                                    </p:set>
                                  </p:childTnLst>
                                </p:cTn>
                              </p:par>
                              <p:par>
                                <p:cTn id="51" presetID="21" presetClass="emph" presetSubtype="0" fill="hold" grpId="7" nodeType="withEffect">
                                  <p:stCondLst>
                                    <p:cond delay="3250"/>
                                  </p:stCondLst>
                                  <p:childTnLst>
                                    <p:animClr clrSpc="hsl" dir="cw">
                                      <p:cBhvr override="childStyle">
                                        <p:cTn id="52" dur="500" fill="hold"/>
                                        <p:tgtEl>
                                          <p:spTgt spid="11"/>
                                        </p:tgtEl>
                                        <p:attrNameLst>
                                          <p:attrName>style.color</p:attrName>
                                        </p:attrNameLst>
                                      </p:cBhvr>
                                      <p:by>
                                        <p:hsl h="7200000" s="0" l="0"/>
                                      </p:by>
                                    </p:animClr>
                                    <p:animClr clrSpc="hsl" dir="cw">
                                      <p:cBhvr>
                                        <p:cTn id="53" dur="500" fill="hold"/>
                                        <p:tgtEl>
                                          <p:spTgt spid="11"/>
                                        </p:tgtEl>
                                        <p:attrNameLst>
                                          <p:attrName>fillcolor</p:attrName>
                                        </p:attrNameLst>
                                      </p:cBhvr>
                                      <p:by>
                                        <p:hsl h="7200000" s="0" l="0"/>
                                      </p:by>
                                    </p:animClr>
                                    <p:animClr clrSpc="hsl" dir="cw">
                                      <p:cBhvr>
                                        <p:cTn id="54" dur="500" fill="hold"/>
                                        <p:tgtEl>
                                          <p:spTgt spid="11"/>
                                        </p:tgtEl>
                                        <p:attrNameLst>
                                          <p:attrName>stroke.color</p:attrName>
                                        </p:attrNameLst>
                                      </p:cBhvr>
                                      <p:by>
                                        <p:hsl h="7200000" s="0" l="0"/>
                                      </p:by>
                                    </p:animClr>
                                    <p:set>
                                      <p:cBhvr>
                                        <p:cTn id="55" dur="500" fill="hold"/>
                                        <p:tgtEl>
                                          <p:spTgt spid="11"/>
                                        </p:tgtEl>
                                        <p:attrNameLst>
                                          <p:attrName>fill.type</p:attrName>
                                        </p:attrNameLst>
                                      </p:cBhvr>
                                      <p:to>
                                        <p:strVal val="solid"/>
                                      </p:to>
                                    </p:set>
                                  </p:childTnLst>
                                </p:cTn>
                              </p:par>
                              <p:par>
                                <p:cTn id="56" presetID="21" presetClass="emph" presetSubtype="0" fill="hold" grpId="8" nodeType="withEffect">
                                  <p:stCondLst>
                                    <p:cond delay="3750"/>
                                  </p:stCondLst>
                                  <p:childTnLst>
                                    <p:animClr clrSpc="hsl" dir="cw">
                                      <p:cBhvr override="childStyle">
                                        <p:cTn id="57" dur="500" fill="hold"/>
                                        <p:tgtEl>
                                          <p:spTgt spid="11"/>
                                        </p:tgtEl>
                                        <p:attrNameLst>
                                          <p:attrName>style.color</p:attrName>
                                        </p:attrNameLst>
                                      </p:cBhvr>
                                      <p:by>
                                        <p:hsl h="7200000" s="0" l="0"/>
                                      </p:by>
                                    </p:animClr>
                                    <p:animClr clrSpc="hsl" dir="cw">
                                      <p:cBhvr>
                                        <p:cTn id="58" dur="500" fill="hold"/>
                                        <p:tgtEl>
                                          <p:spTgt spid="11"/>
                                        </p:tgtEl>
                                        <p:attrNameLst>
                                          <p:attrName>fillcolor</p:attrName>
                                        </p:attrNameLst>
                                      </p:cBhvr>
                                      <p:by>
                                        <p:hsl h="7200000" s="0" l="0"/>
                                      </p:by>
                                    </p:animClr>
                                    <p:animClr clrSpc="hsl" dir="cw">
                                      <p:cBhvr>
                                        <p:cTn id="59" dur="500" fill="hold"/>
                                        <p:tgtEl>
                                          <p:spTgt spid="11"/>
                                        </p:tgtEl>
                                        <p:attrNameLst>
                                          <p:attrName>stroke.color</p:attrName>
                                        </p:attrNameLst>
                                      </p:cBhvr>
                                      <p:by>
                                        <p:hsl h="7200000" s="0" l="0"/>
                                      </p:by>
                                    </p:animClr>
                                    <p:set>
                                      <p:cBhvr>
                                        <p:cTn id="60" dur="500" fill="hold"/>
                                        <p:tgtEl>
                                          <p:spTgt spid="11"/>
                                        </p:tgtEl>
                                        <p:attrNameLst>
                                          <p:attrName>fill.type</p:attrName>
                                        </p:attrNameLst>
                                      </p:cBhvr>
                                      <p:to>
                                        <p:strVal val="solid"/>
                                      </p:to>
                                    </p:set>
                                  </p:childTnLst>
                                </p:cTn>
                              </p:par>
                              <p:par>
                                <p:cTn id="61" presetID="21" presetClass="emph" presetSubtype="0" fill="hold" grpId="9" nodeType="withEffect">
                                  <p:stCondLst>
                                    <p:cond delay="4250"/>
                                  </p:stCondLst>
                                  <p:childTnLst>
                                    <p:animClr clrSpc="hsl" dir="cw">
                                      <p:cBhvr override="childStyle">
                                        <p:cTn id="62" dur="500" fill="hold"/>
                                        <p:tgtEl>
                                          <p:spTgt spid="11"/>
                                        </p:tgtEl>
                                        <p:attrNameLst>
                                          <p:attrName>style.color</p:attrName>
                                        </p:attrNameLst>
                                      </p:cBhvr>
                                      <p:by>
                                        <p:hsl h="7200000" s="0" l="0"/>
                                      </p:by>
                                    </p:animClr>
                                    <p:animClr clrSpc="hsl" dir="cw">
                                      <p:cBhvr>
                                        <p:cTn id="63" dur="500" fill="hold"/>
                                        <p:tgtEl>
                                          <p:spTgt spid="11"/>
                                        </p:tgtEl>
                                        <p:attrNameLst>
                                          <p:attrName>fillcolor</p:attrName>
                                        </p:attrNameLst>
                                      </p:cBhvr>
                                      <p:by>
                                        <p:hsl h="7200000" s="0" l="0"/>
                                      </p:by>
                                    </p:animClr>
                                    <p:animClr clrSpc="hsl" dir="cw">
                                      <p:cBhvr>
                                        <p:cTn id="64" dur="500" fill="hold"/>
                                        <p:tgtEl>
                                          <p:spTgt spid="11"/>
                                        </p:tgtEl>
                                        <p:attrNameLst>
                                          <p:attrName>stroke.color</p:attrName>
                                        </p:attrNameLst>
                                      </p:cBhvr>
                                      <p:by>
                                        <p:hsl h="7200000" s="0" l="0"/>
                                      </p:by>
                                    </p:animClr>
                                    <p:set>
                                      <p:cBhvr>
                                        <p:cTn id="65" dur="500" fill="hold"/>
                                        <p:tgtEl>
                                          <p:spTgt spid="11"/>
                                        </p:tgtEl>
                                        <p:attrNameLst>
                                          <p:attrName>fill.type</p:attrName>
                                        </p:attrNameLst>
                                      </p:cBhvr>
                                      <p:to>
                                        <p:strVal val="solid"/>
                                      </p:to>
                                    </p:set>
                                  </p:childTnLst>
                                </p:cTn>
                              </p:par>
                              <p:par>
                                <p:cTn id="66" presetID="21" presetClass="emph" presetSubtype="0" fill="hold" grpId="10" nodeType="withEffect">
                                  <p:stCondLst>
                                    <p:cond delay="4750"/>
                                  </p:stCondLst>
                                  <p:childTnLst>
                                    <p:animClr clrSpc="hsl" dir="cw">
                                      <p:cBhvr override="childStyle">
                                        <p:cTn id="67" dur="500" fill="hold"/>
                                        <p:tgtEl>
                                          <p:spTgt spid="11"/>
                                        </p:tgtEl>
                                        <p:attrNameLst>
                                          <p:attrName>style.color</p:attrName>
                                        </p:attrNameLst>
                                      </p:cBhvr>
                                      <p:by>
                                        <p:hsl h="7200000" s="0" l="0"/>
                                      </p:by>
                                    </p:animClr>
                                    <p:animClr clrSpc="hsl" dir="cw">
                                      <p:cBhvr>
                                        <p:cTn id="68" dur="500" fill="hold"/>
                                        <p:tgtEl>
                                          <p:spTgt spid="11"/>
                                        </p:tgtEl>
                                        <p:attrNameLst>
                                          <p:attrName>fillcolor</p:attrName>
                                        </p:attrNameLst>
                                      </p:cBhvr>
                                      <p:by>
                                        <p:hsl h="7200000" s="0" l="0"/>
                                      </p:by>
                                    </p:animClr>
                                    <p:animClr clrSpc="hsl" dir="cw">
                                      <p:cBhvr>
                                        <p:cTn id="69" dur="500" fill="hold"/>
                                        <p:tgtEl>
                                          <p:spTgt spid="11"/>
                                        </p:tgtEl>
                                        <p:attrNameLst>
                                          <p:attrName>stroke.color</p:attrName>
                                        </p:attrNameLst>
                                      </p:cBhvr>
                                      <p:by>
                                        <p:hsl h="7200000" s="0" l="0"/>
                                      </p:by>
                                    </p:animClr>
                                    <p:set>
                                      <p:cBhvr>
                                        <p:cTn id="70" dur="500" fill="hold"/>
                                        <p:tgtEl>
                                          <p:spTgt spid="11"/>
                                        </p:tgtEl>
                                        <p:attrNameLst>
                                          <p:attrName>fill.type</p:attrName>
                                        </p:attrNameLst>
                                      </p:cBhvr>
                                      <p:to>
                                        <p:strVal val="solid"/>
                                      </p:to>
                                    </p:set>
                                  </p:childTnLst>
                                </p:cTn>
                              </p:par>
                              <p:par>
                                <p:cTn id="71" presetID="21" presetClass="emph" presetSubtype="0" fill="hold" grpId="11" nodeType="withEffect">
                                  <p:stCondLst>
                                    <p:cond delay="5250"/>
                                  </p:stCondLst>
                                  <p:childTnLst>
                                    <p:animClr clrSpc="hsl" dir="cw">
                                      <p:cBhvr override="childStyle">
                                        <p:cTn id="72" dur="500" fill="hold"/>
                                        <p:tgtEl>
                                          <p:spTgt spid="11"/>
                                        </p:tgtEl>
                                        <p:attrNameLst>
                                          <p:attrName>style.color</p:attrName>
                                        </p:attrNameLst>
                                      </p:cBhvr>
                                      <p:by>
                                        <p:hsl h="7200000" s="0" l="0"/>
                                      </p:by>
                                    </p:animClr>
                                    <p:animClr clrSpc="hsl" dir="cw">
                                      <p:cBhvr>
                                        <p:cTn id="73" dur="500" fill="hold"/>
                                        <p:tgtEl>
                                          <p:spTgt spid="11"/>
                                        </p:tgtEl>
                                        <p:attrNameLst>
                                          <p:attrName>fillcolor</p:attrName>
                                        </p:attrNameLst>
                                      </p:cBhvr>
                                      <p:by>
                                        <p:hsl h="7200000" s="0" l="0"/>
                                      </p:by>
                                    </p:animClr>
                                    <p:animClr clrSpc="hsl" dir="cw">
                                      <p:cBhvr>
                                        <p:cTn id="74" dur="500" fill="hold"/>
                                        <p:tgtEl>
                                          <p:spTgt spid="11"/>
                                        </p:tgtEl>
                                        <p:attrNameLst>
                                          <p:attrName>stroke.color</p:attrName>
                                        </p:attrNameLst>
                                      </p:cBhvr>
                                      <p:by>
                                        <p:hsl h="7200000" s="0" l="0"/>
                                      </p:by>
                                    </p:animClr>
                                    <p:set>
                                      <p:cBhvr>
                                        <p:cTn id="75" dur="500" fill="hold"/>
                                        <p:tgtEl>
                                          <p:spTgt spid="11"/>
                                        </p:tgtEl>
                                        <p:attrNameLst>
                                          <p:attrName>fill.type</p:attrName>
                                        </p:attrNameLst>
                                      </p:cBhvr>
                                      <p:to>
                                        <p:strVal val="solid"/>
                                      </p:to>
                                    </p:set>
                                  </p:childTnLst>
                                </p:cTn>
                              </p:par>
                              <p:par>
                                <p:cTn id="76" presetID="21" presetClass="emph" presetSubtype="0" fill="hold" grpId="12" nodeType="withEffect">
                                  <p:stCondLst>
                                    <p:cond delay="5750"/>
                                  </p:stCondLst>
                                  <p:childTnLst>
                                    <p:animClr clrSpc="hsl" dir="cw">
                                      <p:cBhvr override="childStyle">
                                        <p:cTn id="77" dur="500" fill="hold"/>
                                        <p:tgtEl>
                                          <p:spTgt spid="11"/>
                                        </p:tgtEl>
                                        <p:attrNameLst>
                                          <p:attrName>style.color</p:attrName>
                                        </p:attrNameLst>
                                      </p:cBhvr>
                                      <p:by>
                                        <p:hsl h="7200000" s="0" l="0"/>
                                      </p:by>
                                    </p:animClr>
                                    <p:animClr clrSpc="hsl" dir="cw">
                                      <p:cBhvr>
                                        <p:cTn id="78" dur="500" fill="hold"/>
                                        <p:tgtEl>
                                          <p:spTgt spid="11"/>
                                        </p:tgtEl>
                                        <p:attrNameLst>
                                          <p:attrName>fillcolor</p:attrName>
                                        </p:attrNameLst>
                                      </p:cBhvr>
                                      <p:by>
                                        <p:hsl h="7200000" s="0" l="0"/>
                                      </p:by>
                                    </p:animClr>
                                    <p:animClr clrSpc="hsl" dir="cw">
                                      <p:cBhvr>
                                        <p:cTn id="79" dur="500" fill="hold"/>
                                        <p:tgtEl>
                                          <p:spTgt spid="11"/>
                                        </p:tgtEl>
                                        <p:attrNameLst>
                                          <p:attrName>stroke.color</p:attrName>
                                        </p:attrNameLst>
                                      </p:cBhvr>
                                      <p:by>
                                        <p:hsl h="7200000" s="0" l="0"/>
                                      </p:by>
                                    </p:animClr>
                                    <p:set>
                                      <p:cBhvr>
                                        <p:cTn id="80" dur="500" fill="hold"/>
                                        <p:tgtEl>
                                          <p:spTgt spid="11"/>
                                        </p:tgtEl>
                                        <p:attrNameLst>
                                          <p:attrName>fill.type</p:attrName>
                                        </p:attrNameLst>
                                      </p:cBhvr>
                                      <p:to>
                                        <p:strVal val="solid"/>
                                      </p:to>
                                    </p:set>
                                  </p:childTnLst>
                                </p:cTn>
                              </p:par>
                              <p:par>
                                <p:cTn id="81" presetID="21" presetClass="emph" presetSubtype="0" fill="hold" grpId="13" nodeType="withEffect">
                                  <p:stCondLst>
                                    <p:cond delay="6250"/>
                                  </p:stCondLst>
                                  <p:childTnLst>
                                    <p:animClr clrSpc="hsl" dir="cw">
                                      <p:cBhvr override="childStyle">
                                        <p:cTn id="82" dur="500" fill="hold"/>
                                        <p:tgtEl>
                                          <p:spTgt spid="11"/>
                                        </p:tgtEl>
                                        <p:attrNameLst>
                                          <p:attrName>style.color</p:attrName>
                                        </p:attrNameLst>
                                      </p:cBhvr>
                                      <p:by>
                                        <p:hsl h="7200000" s="0" l="0"/>
                                      </p:by>
                                    </p:animClr>
                                    <p:animClr clrSpc="hsl" dir="cw">
                                      <p:cBhvr>
                                        <p:cTn id="83" dur="500" fill="hold"/>
                                        <p:tgtEl>
                                          <p:spTgt spid="11"/>
                                        </p:tgtEl>
                                        <p:attrNameLst>
                                          <p:attrName>fillcolor</p:attrName>
                                        </p:attrNameLst>
                                      </p:cBhvr>
                                      <p:by>
                                        <p:hsl h="7200000" s="0" l="0"/>
                                      </p:by>
                                    </p:animClr>
                                    <p:animClr clrSpc="hsl" dir="cw">
                                      <p:cBhvr>
                                        <p:cTn id="84" dur="500" fill="hold"/>
                                        <p:tgtEl>
                                          <p:spTgt spid="11"/>
                                        </p:tgtEl>
                                        <p:attrNameLst>
                                          <p:attrName>stroke.color</p:attrName>
                                        </p:attrNameLst>
                                      </p:cBhvr>
                                      <p:by>
                                        <p:hsl h="7200000" s="0" l="0"/>
                                      </p:by>
                                    </p:animClr>
                                    <p:set>
                                      <p:cBhvr>
                                        <p:cTn id="85" dur="500" fill="hold"/>
                                        <p:tgtEl>
                                          <p:spTgt spid="11"/>
                                        </p:tgtEl>
                                        <p:attrNameLst>
                                          <p:attrName>fill.type</p:attrName>
                                        </p:attrNameLst>
                                      </p:cBhvr>
                                      <p:to>
                                        <p:strVal val="solid"/>
                                      </p:to>
                                    </p:set>
                                  </p:childTnLst>
                                </p:cTn>
                              </p:par>
                              <p:par>
                                <p:cTn id="86" presetID="21" presetClass="emph" presetSubtype="0" fill="hold" grpId="14" nodeType="withEffect">
                                  <p:stCondLst>
                                    <p:cond delay="6750"/>
                                  </p:stCondLst>
                                  <p:childTnLst>
                                    <p:animClr clrSpc="hsl" dir="cw">
                                      <p:cBhvr override="childStyle">
                                        <p:cTn id="87" dur="500" fill="hold"/>
                                        <p:tgtEl>
                                          <p:spTgt spid="11"/>
                                        </p:tgtEl>
                                        <p:attrNameLst>
                                          <p:attrName>style.color</p:attrName>
                                        </p:attrNameLst>
                                      </p:cBhvr>
                                      <p:by>
                                        <p:hsl h="7200000" s="0" l="0"/>
                                      </p:by>
                                    </p:animClr>
                                    <p:animClr clrSpc="hsl" dir="cw">
                                      <p:cBhvr>
                                        <p:cTn id="88" dur="500" fill="hold"/>
                                        <p:tgtEl>
                                          <p:spTgt spid="11"/>
                                        </p:tgtEl>
                                        <p:attrNameLst>
                                          <p:attrName>fillcolor</p:attrName>
                                        </p:attrNameLst>
                                      </p:cBhvr>
                                      <p:by>
                                        <p:hsl h="7200000" s="0" l="0"/>
                                      </p:by>
                                    </p:animClr>
                                    <p:animClr clrSpc="hsl" dir="cw">
                                      <p:cBhvr>
                                        <p:cTn id="89" dur="500" fill="hold"/>
                                        <p:tgtEl>
                                          <p:spTgt spid="11"/>
                                        </p:tgtEl>
                                        <p:attrNameLst>
                                          <p:attrName>stroke.color</p:attrName>
                                        </p:attrNameLst>
                                      </p:cBhvr>
                                      <p:by>
                                        <p:hsl h="7200000" s="0" l="0"/>
                                      </p:by>
                                    </p:animClr>
                                    <p:set>
                                      <p:cBhvr>
                                        <p:cTn id="90" dur="500" fill="hold"/>
                                        <p:tgtEl>
                                          <p:spTgt spid="11"/>
                                        </p:tgtEl>
                                        <p:attrNameLst>
                                          <p:attrName>fill.type</p:attrName>
                                        </p:attrNameLst>
                                      </p:cBhvr>
                                      <p:to>
                                        <p:strVal val="solid"/>
                                      </p:to>
                                    </p:set>
                                  </p:childTnLst>
                                </p:cTn>
                              </p:par>
                              <p:par>
                                <p:cTn id="91" presetID="21" presetClass="emph" presetSubtype="0" fill="hold" grpId="15" nodeType="withEffect">
                                  <p:stCondLst>
                                    <p:cond delay="7250"/>
                                  </p:stCondLst>
                                  <p:childTnLst>
                                    <p:animClr clrSpc="hsl" dir="cw">
                                      <p:cBhvr override="childStyle">
                                        <p:cTn id="92" dur="500" fill="hold"/>
                                        <p:tgtEl>
                                          <p:spTgt spid="11"/>
                                        </p:tgtEl>
                                        <p:attrNameLst>
                                          <p:attrName>style.color</p:attrName>
                                        </p:attrNameLst>
                                      </p:cBhvr>
                                      <p:by>
                                        <p:hsl h="7200000" s="0" l="0"/>
                                      </p:by>
                                    </p:animClr>
                                    <p:animClr clrSpc="hsl" dir="cw">
                                      <p:cBhvr>
                                        <p:cTn id="93" dur="500" fill="hold"/>
                                        <p:tgtEl>
                                          <p:spTgt spid="11"/>
                                        </p:tgtEl>
                                        <p:attrNameLst>
                                          <p:attrName>fillcolor</p:attrName>
                                        </p:attrNameLst>
                                      </p:cBhvr>
                                      <p:by>
                                        <p:hsl h="7200000" s="0" l="0"/>
                                      </p:by>
                                    </p:animClr>
                                    <p:animClr clrSpc="hsl" dir="cw">
                                      <p:cBhvr>
                                        <p:cTn id="94" dur="500" fill="hold"/>
                                        <p:tgtEl>
                                          <p:spTgt spid="11"/>
                                        </p:tgtEl>
                                        <p:attrNameLst>
                                          <p:attrName>stroke.color</p:attrName>
                                        </p:attrNameLst>
                                      </p:cBhvr>
                                      <p:by>
                                        <p:hsl h="7200000" s="0" l="0"/>
                                      </p:by>
                                    </p:animClr>
                                    <p:set>
                                      <p:cBhvr>
                                        <p:cTn id="95" dur="500" fill="hold"/>
                                        <p:tgtEl>
                                          <p:spTgt spid="11"/>
                                        </p:tgtEl>
                                        <p:attrNameLst>
                                          <p:attrName>fill.type</p:attrName>
                                        </p:attrNameLst>
                                      </p:cBhvr>
                                      <p:to>
                                        <p:strVal val="solid"/>
                                      </p:to>
                                    </p:set>
                                  </p:childTnLst>
                                </p:cTn>
                              </p:par>
                              <p:par>
                                <p:cTn id="96" presetID="31" presetClass="exit" presetSubtype="0" fill="hold" grpId="0" nodeType="withEffect">
                                  <p:stCondLst>
                                    <p:cond delay="2500"/>
                                  </p:stCondLst>
                                  <p:childTnLst>
                                    <p:anim calcmode="lin" valueType="num">
                                      <p:cBhvr>
                                        <p:cTn id="97" dur="2750"/>
                                        <p:tgtEl>
                                          <p:spTgt spid="4"/>
                                        </p:tgtEl>
                                        <p:attrNameLst>
                                          <p:attrName>ppt_w</p:attrName>
                                        </p:attrNameLst>
                                      </p:cBhvr>
                                      <p:tavLst>
                                        <p:tav tm="0">
                                          <p:val>
                                            <p:strVal val="ppt_w"/>
                                          </p:val>
                                        </p:tav>
                                        <p:tav tm="100000">
                                          <p:val>
                                            <p:fltVal val="0"/>
                                          </p:val>
                                        </p:tav>
                                      </p:tavLst>
                                    </p:anim>
                                    <p:anim calcmode="lin" valueType="num">
                                      <p:cBhvr>
                                        <p:cTn id="98" dur="2750"/>
                                        <p:tgtEl>
                                          <p:spTgt spid="4"/>
                                        </p:tgtEl>
                                        <p:attrNameLst>
                                          <p:attrName>ppt_h</p:attrName>
                                        </p:attrNameLst>
                                      </p:cBhvr>
                                      <p:tavLst>
                                        <p:tav tm="0">
                                          <p:val>
                                            <p:strVal val="ppt_h"/>
                                          </p:val>
                                        </p:tav>
                                        <p:tav tm="100000">
                                          <p:val>
                                            <p:fltVal val="0"/>
                                          </p:val>
                                        </p:tav>
                                      </p:tavLst>
                                    </p:anim>
                                    <p:anim calcmode="lin" valueType="num">
                                      <p:cBhvr>
                                        <p:cTn id="99" dur="2750"/>
                                        <p:tgtEl>
                                          <p:spTgt spid="4"/>
                                        </p:tgtEl>
                                        <p:attrNameLst>
                                          <p:attrName>style.rotation</p:attrName>
                                        </p:attrNameLst>
                                      </p:cBhvr>
                                      <p:tavLst>
                                        <p:tav tm="0">
                                          <p:val>
                                            <p:fltVal val="0"/>
                                          </p:val>
                                        </p:tav>
                                        <p:tav tm="100000">
                                          <p:val>
                                            <p:fltVal val="90"/>
                                          </p:val>
                                        </p:tav>
                                      </p:tavLst>
                                    </p:anim>
                                    <p:animEffect transition="out" filter="fade">
                                      <p:cBhvr>
                                        <p:cTn id="100" dur="2750"/>
                                        <p:tgtEl>
                                          <p:spTgt spid="4"/>
                                        </p:tgtEl>
                                      </p:cBhvr>
                                    </p:animEffect>
                                    <p:set>
                                      <p:cBhvr>
                                        <p:cTn id="101" dur="1" fill="hold">
                                          <p:stCondLst>
                                            <p:cond delay="2749"/>
                                          </p:stCondLst>
                                        </p:cTn>
                                        <p:tgtEl>
                                          <p:spTgt spid="4"/>
                                        </p:tgtEl>
                                        <p:attrNameLst>
                                          <p:attrName>style.visibility</p:attrName>
                                        </p:attrNameLst>
                                      </p:cBhvr>
                                      <p:to>
                                        <p:strVal val="hidden"/>
                                      </p:to>
                                    </p:set>
                                  </p:childTnLst>
                                </p:cTn>
                              </p:par>
                              <p:par>
                                <p:cTn id="102" presetID="31" presetClass="exit" presetSubtype="0" fill="hold" grpId="0" nodeType="withEffect">
                                  <p:stCondLst>
                                    <p:cond delay="2500"/>
                                  </p:stCondLst>
                                  <p:childTnLst>
                                    <p:anim calcmode="lin" valueType="num">
                                      <p:cBhvr>
                                        <p:cTn id="103" dur="2750"/>
                                        <p:tgtEl>
                                          <p:spTgt spid="9"/>
                                        </p:tgtEl>
                                        <p:attrNameLst>
                                          <p:attrName>ppt_w</p:attrName>
                                        </p:attrNameLst>
                                      </p:cBhvr>
                                      <p:tavLst>
                                        <p:tav tm="0">
                                          <p:val>
                                            <p:strVal val="ppt_w"/>
                                          </p:val>
                                        </p:tav>
                                        <p:tav tm="100000">
                                          <p:val>
                                            <p:fltVal val="0"/>
                                          </p:val>
                                        </p:tav>
                                      </p:tavLst>
                                    </p:anim>
                                    <p:anim calcmode="lin" valueType="num">
                                      <p:cBhvr>
                                        <p:cTn id="104" dur="2750"/>
                                        <p:tgtEl>
                                          <p:spTgt spid="9"/>
                                        </p:tgtEl>
                                        <p:attrNameLst>
                                          <p:attrName>ppt_h</p:attrName>
                                        </p:attrNameLst>
                                      </p:cBhvr>
                                      <p:tavLst>
                                        <p:tav tm="0">
                                          <p:val>
                                            <p:strVal val="ppt_h"/>
                                          </p:val>
                                        </p:tav>
                                        <p:tav tm="100000">
                                          <p:val>
                                            <p:fltVal val="0"/>
                                          </p:val>
                                        </p:tav>
                                      </p:tavLst>
                                    </p:anim>
                                    <p:anim calcmode="lin" valueType="num">
                                      <p:cBhvr>
                                        <p:cTn id="105" dur="2750"/>
                                        <p:tgtEl>
                                          <p:spTgt spid="9"/>
                                        </p:tgtEl>
                                        <p:attrNameLst>
                                          <p:attrName>style.rotation</p:attrName>
                                        </p:attrNameLst>
                                      </p:cBhvr>
                                      <p:tavLst>
                                        <p:tav tm="0">
                                          <p:val>
                                            <p:fltVal val="0"/>
                                          </p:val>
                                        </p:tav>
                                        <p:tav tm="100000">
                                          <p:val>
                                            <p:fltVal val="90"/>
                                          </p:val>
                                        </p:tav>
                                      </p:tavLst>
                                    </p:anim>
                                    <p:animEffect transition="out" filter="fade">
                                      <p:cBhvr>
                                        <p:cTn id="106" dur="2750"/>
                                        <p:tgtEl>
                                          <p:spTgt spid="9"/>
                                        </p:tgtEl>
                                      </p:cBhvr>
                                    </p:animEffect>
                                    <p:set>
                                      <p:cBhvr>
                                        <p:cTn id="107" dur="1" fill="hold">
                                          <p:stCondLst>
                                            <p:cond delay="2749"/>
                                          </p:stCondLst>
                                        </p:cTn>
                                        <p:tgtEl>
                                          <p:spTgt spid="9"/>
                                        </p:tgtEl>
                                        <p:attrNameLst>
                                          <p:attrName>style.visibility</p:attrName>
                                        </p:attrNameLst>
                                      </p:cBhvr>
                                      <p:to>
                                        <p:strVal val="hidden"/>
                                      </p:to>
                                    </p:set>
                                  </p:childTnLst>
                                </p:cTn>
                              </p:par>
                              <p:par>
                                <p:cTn id="108" presetID="31" presetClass="entr" presetSubtype="0" fill="hold" nodeType="withEffect">
                                  <p:stCondLst>
                                    <p:cond delay="4500"/>
                                  </p:stCondLst>
                                  <p:childTnLst>
                                    <p:set>
                                      <p:cBhvr>
                                        <p:cTn id="109" dur="1" fill="hold">
                                          <p:stCondLst>
                                            <p:cond delay="0"/>
                                          </p:stCondLst>
                                        </p:cTn>
                                        <p:tgtEl>
                                          <p:spTgt spid="5"/>
                                        </p:tgtEl>
                                        <p:attrNameLst>
                                          <p:attrName>style.visibility</p:attrName>
                                        </p:attrNameLst>
                                      </p:cBhvr>
                                      <p:to>
                                        <p:strVal val="visible"/>
                                      </p:to>
                                    </p:set>
                                    <p:anim calcmode="lin" valueType="num">
                                      <p:cBhvr>
                                        <p:cTn id="110" dur="2500" fill="hold"/>
                                        <p:tgtEl>
                                          <p:spTgt spid="5"/>
                                        </p:tgtEl>
                                        <p:attrNameLst>
                                          <p:attrName>ppt_w</p:attrName>
                                        </p:attrNameLst>
                                      </p:cBhvr>
                                      <p:tavLst>
                                        <p:tav tm="0">
                                          <p:val>
                                            <p:fltVal val="0"/>
                                          </p:val>
                                        </p:tav>
                                        <p:tav tm="100000">
                                          <p:val>
                                            <p:strVal val="#ppt_w"/>
                                          </p:val>
                                        </p:tav>
                                      </p:tavLst>
                                    </p:anim>
                                    <p:anim calcmode="lin" valueType="num">
                                      <p:cBhvr>
                                        <p:cTn id="111" dur="2500" fill="hold"/>
                                        <p:tgtEl>
                                          <p:spTgt spid="5"/>
                                        </p:tgtEl>
                                        <p:attrNameLst>
                                          <p:attrName>ppt_h</p:attrName>
                                        </p:attrNameLst>
                                      </p:cBhvr>
                                      <p:tavLst>
                                        <p:tav tm="0">
                                          <p:val>
                                            <p:fltVal val="0"/>
                                          </p:val>
                                        </p:tav>
                                        <p:tav tm="100000">
                                          <p:val>
                                            <p:strVal val="#ppt_h"/>
                                          </p:val>
                                        </p:tav>
                                      </p:tavLst>
                                    </p:anim>
                                    <p:anim calcmode="lin" valueType="num">
                                      <p:cBhvr>
                                        <p:cTn id="112" dur="2500" fill="hold"/>
                                        <p:tgtEl>
                                          <p:spTgt spid="5"/>
                                        </p:tgtEl>
                                        <p:attrNameLst>
                                          <p:attrName>style.rotation</p:attrName>
                                        </p:attrNameLst>
                                      </p:cBhvr>
                                      <p:tavLst>
                                        <p:tav tm="0">
                                          <p:val>
                                            <p:fltVal val="90"/>
                                          </p:val>
                                        </p:tav>
                                        <p:tav tm="100000">
                                          <p:val>
                                            <p:fltVal val="0"/>
                                          </p:val>
                                        </p:tav>
                                      </p:tavLst>
                                    </p:anim>
                                    <p:animEffect transition="in" filter="fade">
                                      <p:cBhvr>
                                        <p:cTn id="113" dur="2500"/>
                                        <p:tgtEl>
                                          <p:spTgt spid="5"/>
                                        </p:tgtEl>
                                      </p:cBhvr>
                                    </p:animEffect>
                                  </p:childTnLst>
                                </p:cTn>
                              </p:par>
                              <p:par>
                                <p:cTn id="114" presetID="31" presetClass="entr" presetSubtype="0" fill="hold" nodeType="withEffect">
                                  <p:stCondLst>
                                    <p:cond delay="4500"/>
                                  </p:stCondLst>
                                  <p:childTnLst>
                                    <p:set>
                                      <p:cBhvr>
                                        <p:cTn id="115" dur="1" fill="hold">
                                          <p:stCondLst>
                                            <p:cond delay="0"/>
                                          </p:stCondLst>
                                        </p:cTn>
                                        <p:tgtEl>
                                          <p:spTgt spid="6">
                                            <p:txEl>
                                              <p:pRg st="0" end="0"/>
                                            </p:txEl>
                                          </p:spTgt>
                                        </p:tgtEl>
                                        <p:attrNameLst>
                                          <p:attrName>style.visibility</p:attrName>
                                        </p:attrNameLst>
                                      </p:cBhvr>
                                      <p:to>
                                        <p:strVal val="visible"/>
                                      </p:to>
                                    </p:set>
                                    <p:anim calcmode="lin" valueType="num">
                                      <p:cBhvr>
                                        <p:cTn id="116" dur="2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117" dur="2500" fill="hold"/>
                                        <p:tgtEl>
                                          <p:spTgt spid="6">
                                            <p:txEl>
                                              <p:pRg st="0" end="0"/>
                                            </p:txEl>
                                          </p:spTgt>
                                        </p:tgtEl>
                                        <p:attrNameLst>
                                          <p:attrName>ppt_h</p:attrName>
                                        </p:attrNameLst>
                                      </p:cBhvr>
                                      <p:tavLst>
                                        <p:tav tm="0">
                                          <p:val>
                                            <p:fltVal val="0"/>
                                          </p:val>
                                        </p:tav>
                                        <p:tav tm="100000">
                                          <p:val>
                                            <p:strVal val="#ppt_h"/>
                                          </p:val>
                                        </p:tav>
                                      </p:tavLst>
                                    </p:anim>
                                    <p:anim calcmode="lin" valueType="num">
                                      <p:cBhvr>
                                        <p:cTn id="118" dur="250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119" dur="2500"/>
                                        <p:tgtEl>
                                          <p:spTgt spid="6">
                                            <p:txEl>
                                              <p:pRg st="0" end="0"/>
                                            </p:txEl>
                                          </p:spTgt>
                                        </p:tgtEl>
                                      </p:cBhvr>
                                    </p:animEffect>
                                  </p:childTnLst>
                                </p:cTn>
                              </p:par>
                              <p:par>
                                <p:cTn id="120" presetID="31" presetClass="entr" presetSubtype="0" fill="hold" grpId="0" nodeType="withEffect">
                                  <p:stCondLst>
                                    <p:cond delay="4500"/>
                                  </p:stCondLst>
                                  <p:childTnLst>
                                    <p:set>
                                      <p:cBhvr>
                                        <p:cTn id="121" dur="1" fill="hold">
                                          <p:stCondLst>
                                            <p:cond delay="0"/>
                                          </p:stCondLst>
                                        </p:cTn>
                                        <p:tgtEl>
                                          <p:spTgt spid="7"/>
                                        </p:tgtEl>
                                        <p:attrNameLst>
                                          <p:attrName>style.visibility</p:attrName>
                                        </p:attrNameLst>
                                      </p:cBhvr>
                                      <p:to>
                                        <p:strVal val="visible"/>
                                      </p:to>
                                    </p:set>
                                    <p:anim calcmode="lin" valueType="num">
                                      <p:cBhvr>
                                        <p:cTn id="122" dur="2750" fill="hold"/>
                                        <p:tgtEl>
                                          <p:spTgt spid="7"/>
                                        </p:tgtEl>
                                        <p:attrNameLst>
                                          <p:attrName>ppt_w</p:attrName>
                                        </p:attrNameLst>
                                      </p:cBhvr>
                                      <p:tavLst>
                                        <p:tav tm="0">
                                          <p:val>
                                            <p:fltVal val="0"/>
                                          </p:val>
                                        </p:tav>
                                        <p:tav tm="100000">
                                          <p:val>
                                            <p:strVal val="#ppt_w"/>
                                          </p:val>
                                        </p:tav>
                                      </p:tavLst>
                                    </p:anim>
                                    <p:anim calcmode="lin" valueType="num">
                                      <p:cBhvr>
                                        <p:cTn id="123" dur="2750" fill="hold"/>
                                        <p:tgtEl>
                                          <p:spTgt spid="7"/>
                                        </p:tgtEl>
                                        <p:attrNameLst>
                                          <p:attrName>ppt_h</p:attrName>
                                        </p:attrNameLst>
                                      </p:cBhvr>
                                      <p:tavLst>
                                        <p:tav tm="0">
                                          <p:val>
                                            <p:fltVal val="0"/>
                                          </p:val>
                                        </p:tav>
                                        <p:tav tm="100000">
                                          <p:val>
                                            <p:strVal val="#ppt_h"/>
                                          </p:val>
                                        </p:tav>
                                      </p:tavLst>
                                    </p:anim>
                                    <p:anim calcmode="lin" valueType="num">
                                      <p:cBhvr>
                                        <p:cTn id="124" dur="2750" fill="hold"/>
                                        <p:tgtEl>
                                          <p:spTgt spid="7"/>
                                        </p:tgtEl>
                                        <p:attrNameLst>
                                          <p:attrName>style.rotation</p:attrName>
                                        </p:attrNameLst>
                                      </p:cBhvr>
                                      <p:tavLst>
                                        <p:tav tm="0">
                                          <p:val>
                                            <p:fltVal val="90"/>
                                          </p:val>
                                        </p:tav>
                                        <p:tav tm="100000">
                                          <p:val>
                                            <p:fltVal val="0"/>
                                          </p:val>
                                        </p:tav>
                                      </p:tavLst>
                                    </p:anim>
                                    <p:animEffect transition="in" filter="fade">
                                      <p:cBhvr>
                                        <p:cTn id="125" dur="2750"/>
                                        <p:tgtEl>
                                          <p:spTgt spid="7"/>
                                        </p:tgtEl>
                                      </p:cBhvr>
                                    </p:animEffect>
                                  </p:childTnLst>
                                </p:cTn>
                              </p:par>
                              <p:par>
                                <p:cTn id="126" presetID="6" presetClass="exit" presetSubtype="32" fill="hold" grpId="1" nodeType="withEffect">
                                  <p:stCondLst>
                                    <p:cond delay="8000"/>
                                  </p:stCondLst>
                                  <p:childTnLst>
                                    <p:animEffect transition="out" filter="circle(out)">
                                      <p:cBhvr>
                                        <p:cTn id="127" dur="2000"/>
                                        <p:tgtEl>
                                          <p:spTgt spid="7"/>
                                        </p:tgtEl>
                                      </p:cBhvr>
                                    </p:animEffect>
                                    <p:set>
                                      <p:cBhvr>
                                        <p:cTn id="128" dur="1" fill="hold">
                                          <p:stCondLst>
                                            <p:cond delay="1999"/>
                                          </p:stCondLst>
                                        </p:cTn>
                                        <p:tgtEl>
                                          <p:spTgt spid="7"/>
                                        </p:tgtEl>
                                        <p:attrNameLst>
                                          <p:attrName>style.visibility</p:attrName>
                                        </p:attrNameLst>
                                      </p:cBhvr>
                                      <p:to>
                                        <p:strVal val="hidden"/>
                                      </p:to>
                                    </p:set>
                                  </p:childTnLst>
                                </p:cTn>
                              </p:par>
                              <p:par>
                                <p:cTn id="129" presetID="16" presetClass="entr" presetSubtype="37" fill="hold" grpId="0" nodeType="withEffect">
                                  <p:stCondLst>
                                    <p:cond delay="8400"/>
                                  </p:stCondLst>
                                  <p:childTnLst>
                                    <p:set>
                                      <p:cBhvr>
                                        <p:cTn id="130" dur="1" fill="hold">
                                          <p:stCondLst>
                                            <p:cond delay="0"/>
                                          </p:stCondLst>
                                        </p:cTn>
                                        <p:tgtEl>
                                          <p:spTgt spid="3"/>
                                        </p:tgtEl>
                                        <p:attrNameLst>
                                          <p:attrName>style.visibility</p:attrName>
                                        </p:attrNameLst>
                                      </p:cBhvr>
                                      <p:to>
                                        <p:strVal val="visible"/>
                                      </p:to>
                                    </p:set>
                                    <p:animEffect transition="in" filter="barn(outVertical)">
                                      <p:cBhvr>
                                        <p:cTn id="131"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P spid="11" grpId="0"/>
      <p:bldP spid="11" grpId="1"/>
      <p:bldP spid="11" grpId="2"/>
      <p:bldP spid="11" grpId="3"/>
      <p:bldP spid="11" grpId="4"/>
      <p:bldP spid="11" grpId="5"/>
      <p:bldP spid="11" grpId="6"/>
      <p:bldP spid="11" grpId="7"/>
      <p:bldP spid="11" grpId="8"/>
      <p:bldP spid="11" grpId="9"/>
      <p:bldP spid="11" grpId="10"/>
      <p:bldP spid="11" grpId="11"/>
      <p:bldP spid="11" grpId="12"/>
      <p:bldP spid="11" grpId="13"/>
      <p:bldP spid="11" grpId="14"/>
      <p:bldP spid="11" grpId="15"/>
      <p:bldP spid="4" grpId="0" animBg="1"/>
      <p:bldP spid="7" grpId="0"/>
      <p:bldP spid="7" grpId="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DFD4"/>
        </a:solidFill>
        <a:effectLst/>
      </p:bgPr>
    </p:bg>
    <p:spTree>
      <p:nvGrpSpPr>
        <p:cNvPr id="1" name=""/>
        <p:cNvGrpSpPr/>
        <p:nvPr/>
      </p:nvGrpSpPr>
      <p:grpSpPr>
        <a:xfrm>
          <a:off x="0" y="0"/>
          <a:ext cx="0" cy="0"/>
          <a:chOff x="0" y="0"/>
          <a:chExt cx="0" cy="0"/>
        </a:xfrm>
      </p:grpSpPr>
      <p:graphicFrame>
        <p:nvGraphicFramePr>
          <p:cNvPr id="9" name="Chart 8"/>
          <p:cNvGraphicFramePr/>
          <p:nvPr>
            <p:extLst>
              <p:ext uri="{D42A27DB-BD31-4B8C-83A1-F6EECF244321}">
                <p14:modId xmlns:p14="http://schemas.microsoft.com/office/powerpoint/2010/main" val="1442703998"/>
              </p:ext>
            </p:extLst>
          </p:nvPr>
        </p:nvGraphicFramePr>
        <p:xfrm>
          <a:off x="4189354" y="1168197"/>
          <a:ext cx="7812643"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7010400" y="187683"/>
            <a:ext cx="3515096" cy="523220"/>
          </a:xfrm>
          <a:prstGeom prst="rect">
            <a:avLst/>
          </a:prstGeom>
          <a:noFill/>
        </p:spPr>
        <p:txBody>
          <a:bodyPr wrap="square" rtlCol="0">
            <a:spAutoFit/>
          </a:bodyPr>
          <a:lstStyle/>
          <a:p>
            <a:pPr algn="ctr"/>
            <a:r>
              <a:rPr lang="en-US" sz="2800" b="1" dirty="0" smtClean="0">
                <a:solidFill>
                  <a:srgbClr val="DB8F8D"/>
                </a:solidFill>
                <a:latin typeface="Script MT Bold" panose="03040602040607080904" pitchFamily="66" charset="0"/>
              </a:rPr>
              <a:t>pancakes</a:t>
            </a:r>
            <a:endParaRPr lang="en-US" sz="2800" b="1" dirty="0">
              <a:solidFill>
                <a:srgbClr val="DB8F8D"/>
              </a:solidFill>
              <a:latin typeface="Script MT Bold" panose="03040602040607080904" pitchFamily="66" charset="0"/>
            </a:endParaRPr>
          </a:p>
        </p:txBody>
      </p:sp>
      <p:sp>
        <p:nvSpPr>
          <p:cNvPr id="12" name="Rectangle 11"/>
          <p:cNvSpPr/>
          <p:nvPr/>
        </p:nvSpPr>
        <p:spPr>
          <a:xfrm>
            <a:off x="4047838" y="0"/>
            <a:ext cx="451262" cy="7481427"/>
          </a:xfrm>
          <a:prstGeom prst="rect">
            <a:avLst/>
          </a:prstGeom>
          <a:solidFill>
            <a:srgbClr val="FEFF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0" y="0"/>
            <a:ext cx="4047838" cy="6858000"/>
          </a:xfrm>
          <a:prstGeom prst="rect">
            <a:avLst/>
          </a:prstGeom>
          <a:blipFill>
            <a:blip r:embed="rId3"/>
            <a:stretch>
              <a:fillRect/>
            </a:stretch>
          </a:blipFill>
        </p:spPr>
        <p:txBody>
          <a:bodyPr wrap="square" rtlCol="0">
            <a:spAutoFit/>
          </a:bodyPr>
          <a:lstStyle/>
          <a:p>
            <a:endParaRPr lang="en-US"/>
          </a:p>
        </p:txBody>
      </p:sp>
      <p:sp>
        <p:nvSpPr>
          <p:cNvPr id="5" name="TextBox 4"/>
          <p:cNvSpPr txBox="1"/>
          <p:nvPr/>
        </p:nvSpPr>
        <p:spPr>
          <a:xfrm>
            <a:off x="0" y="1027386"/>
            <a:ext cx="4047838" cy="4803228"/>
          </a:xfrm>
          <a:prstGeom prst="rect">
            <a:avLst/>
          </a:prstGeom>
          <a:blipFill>
            <a:blip r:embed="rId4"/>
            <a:stretch>
              <a:fillRect/>
            </a:stretch>
          </a:blipFill>
        </p:spPr>
        <p:txBody>
          <a:bodyPr wrap="square" rtlCol="0">
            <a:spAutoFit/>
          </a:bodyPr>
          <a:lstStyle/>
          <a:p>
            <a:endParaRPr lang="en-US"/>
          </a:p>
        </p:txBody>
      </p:sp>
      <p:sp>
        <p:nvSpPr>
          <p:cNvPr id="6" name="TextBox 5"/>
          <p:cNvSpPr txBox="1"/>
          <p:nvPr/>
        </p:nvSpPr>
        <p:spPr>
          <a:xfrm>
            <a:off x="4622007" y="1856496"/>
            <a:ext cx="7464890" cy="3970318"/>
          </a:xfrm>
          <a:prstGeom prst="rect">
            <a:avLst/>
          </a:prstGeom>
          <a:noFill/>
        </p:spPr>
        <p:txBody>
          <a:bodyPr wrap="square" rtlCol="0">
            <a:spAutoFit/>
          </a:bodyPr>
          <a:lstStyle/>
          <a:p>
            <a:pPr algn="just"/>
            <a:r>
              <a:rPr lang="en-US" dirty="0"/>
              <a:t>A pancake (or hotcake, griddlecake, or flapjack) is a flat cake, often thin and round, prepared from a starch-based batter that may contain eggs, milk and butter and cooked on a hot surface such as a griddle or frying pan, often frying with oil or butter. It is a type of batter bread. Archaeological evidence suggests that pancakes were probably eaten in prehistoric </a:t>
            </a:r>
            <a:r>
              <a:rPr lang="en-US" dirty="0" smtClean="0"/>
              <a:t>societies</a:t>
            </a:r>
            <a:endParaRPr lang="en-US" dirty="0"/>
          </a:p>
          <a:p>
            <a:pPr algn="just"/>
            <a:r>
              <a:rPr lang="en-US" dirty="0"/>
              <a:t>The pancake's shape and structure varies worldwide. In the United Kingdom, pancakes are often unleavened and resemble a </a:t>
            </a:r>
            <a:r>
              <a:rPr lang="en-US" dirty="0" smtClean="0"/>
              <a:t>crêpe </a:t>
            </a:r>
            <a:r>
              <a:rPr lang="en-US" dirty="0"/>
              <a:t>In North America, a leavening agent is used (typically baking powder) creating a thick fluffy pancake. A crêpe is a thin Breton pancake of French origin cooked on one or both sides in a special pan or crepe maker to achieve a lacelike network of fine bubbles. A well-known variation originating from southeast Europe is a </a:t>
            </a:r>
            <a:r>
              <a:rPr lang="en-US" dirty="0" err="1"/>
              <a:t>palačinke</a:t>
            </a:r>
            <a:r>
              <a:rPr lang="en-US" dirty="0"/>
              <a:t>, a thin moist pancake fried on both sides and filled with jam, cream cheese, chocolate, or ground walnuts, but many other fillings—sweet or </a:t>
            </a:r>
            <a:r>
              <a:rPr lang="en-US" dirty="0" err="1"/>
              <a:t>savoury</a:t>
            </a:r>
            <a:r>
              <a:rPr lang="en-US" dirty="0"/>
              <a:t>—can also be used</a:t>
            </a:r>
            <a:r>
              <a:rPr lang="en-US" dirty="0" smtClean="0"/>
              <a:t>.</a:t>
            </a:r>
            <a:endParaRPr lang="en-US" dirty="0"/>
          </a:p>
        </p:txBody>
      </p:sp>
      <p:sp>
        <p:nvSpPr>
          <p:cNvPr id="2" name="TextBox 1"/>
          <p:cNvSpPr txBox="1"/>
          <p:nvPr/>
        </p:nvSpPr>
        <p:spPr>
          <a:xfrm>
            <a:off x="4622007" y="1441622"/>
            <a:ext cx="7383092" cy="5016758"/>
          </a:xfrm>
          <a:prstGeom prst="rect">
            <a:avLst/>
          </a:prstGeom>
          <a:noFill/>
        </p:spPr>
        <p:txBody>
          <a:bodyPr wrap="square" rtlCol="0">
            <a:spAutoFit/>
          </a:bodyPr>
          <a:lstStyle/>
          <a:p>
            <a:pPr algn="just" rtl="1"/>
            <a:r>
              <a:rPr lang="fa-IR" sz="2000" dirty="0">
                <a:cs typeface="B Koodak" panose="00000700000000000000" pitchFamily="2" charset="-78"/>
              </a:rPr>
              <a:t>کیک تابه‌ای یا پنکیک (به انگلیسی: </a:t>
            </a:r>
            <a:r>
              <a:rPr lang="en-US" sz="2000" dirty="0">
                <a:cs typeface="B Koodak" panose="00000700000000000000" pitchFamily="2" charset="-78"/>
              </a:rPr>
              <a:t>Pancake) </a:t>
            </a:r>
            <a:r>
              <a:rPr lang="fa-IR" sz="2000" dirty="0">
                <a:cs typeface="B Koodak" panose="00000700000000000000" pitchFamily="2" charset="-78"/>
              </a:rPr>
              <a:t>نوعی کیک نازک، تخت و گرد است که با ریختن خمیر آشپزی در ماهی‌تابه پخته می‌شود. بیشتر پنکیک‌ها نوعی نان آماده محسوب می‌شوند. در هنگام پخت کیک تابه‌ای باید آن را در ماهی‌تابه پشت و رو کرد تا طرف دیگر آن نیز پخته شود. بسته به منطقه جغرافیایی پنکیک‌ها را همراه با مربا،عسل، شکلات، میوه، شیره درخت افرا و گوشت مصرف می‌کنند</a:t>
            </a:r>
            <a:r>
              <a:rPr lang="fa-IR" sz="2000" dirty="0" smtClean="0">
                <a:cs typeface="B Koodak" panose="00000700000000000000" pitchFamily="2" charset="-78"/>
              </a:rPr>
              <a:t>.</a:t>
            </a:r>
            <a:endParaRPr lang="fa-IR" sz="2000" dirty="0">
              <a:cs typeface="B Koodak" panose="00000700000000000000" pitchFamily="2" charset="-78"/>
            </a:endParaRPr>
          </a:p>
          <a:p>
            <a:pPr algn="just" rtl="1"/>
            <a:r>
              <a:rPr lang="fa-IR" sz="2000" dirty="0">
                <a:cs typeface="B Koodak" panose="00000700000000000000" pitchFamily="2" charset="-78"/>
              </a:rPr>
              <a:t>پنکیک یک کیک نازک و گرد است که در دنیا طرفداران زیادی دارد. این کیک خوشمزه در ماهیتابه درست می شود و اغلب به عنوان صبحانه یا شام سرو می شود</a:t>
            </a:r>
            <a:r>
              <a:rPr lang="fa-IR" sz="2000" dirty="0" smtClean="0">
                <a:cs typeface="B Koodak" panose="00000700000000000000" pitchFamily="2" charset="-78"/>
              </a:rPr>
              <a:t>.</a:t>
            </a:r>
            <a:endParaRPr lang="fa-IR" sz="2000" dirty="0">
              <a:cs typeface="B Koodak" panose="00000700000000000000" pitchFamily="2" charset="-78"/>
            </a:endParaRPr>
          </a:p>
          <a:p>
            <a:pPr algn="just" rtl="1"/>
            <a:r>
              <a:rPr lang="fa-IR" sz="2000" dirty="0">
                <a:cs typeface="B Koodak" panose="00000700000000000000" pitchFamily="2" charset="-78"/>
              </a:rPr>
              <a:t>کیک‌های تابه‌ای پهن و شیرین هستند و نوع پخت و ساختار آن در سراسر جهان متفاوت است. انواع متعددی از آن در سراسر اروپا وجود دارد. برای مثال در آلمان کیک‌های تابه‌ای با سیب‌زمینی درست می‌شوند. در منطقه مازندران به نان کماج که نوعی نان سنتی است معروف </a:t>
            </a:r>
            <a:r>
              <a:rPr lang="fa-IR" sz="2000" dirty="0" smtClean="0">
                <a:cs typeface="B Koodak" panose="00000700000000000000" pitchFamily="2" charset="-78"/>
              </a:rPr>
              <a:t>است</a:t>
            </a:r>
            <a:endParaRPr lang="fa-IR" sz="2000" dirty="0">
              <a:cs typeface="B Koodak" panose="00000700000000000000" pitchFamily="2" charset="-78"/>
            </a:endParaRPr>
          </a:p>
          <a:p>
            <a:pPr algn="just" rtl="1"/>
            <a:r>
              <a:rPr lang="fa-IR" sz="2000" dirty="0">
                <a:cs typeface="B Koodak" panose="00000700000000000000" pitchFamily="2" charset="-78"/>
              </a:rPr>
              <a:t>پنکیک غذای محبوبی است، البته پنکیک نه تنها یک نان خوشمزه بلکه یک نان شیرین است. این غذا در بین کودکان بسیار طرفدار دارد. پنکیک از شیر، بیکینگ پودر، آرد، وانیل، نمک و تخم مرغ تشکیل می شود</a:t>
            </a:r>
            <a:r>
              <a:rPr lang="fa-IR" sz="2000" dirty="0" smtClean="0">
                <a:cs typeface="B Koodak" panose="00000700000000000000" pitchFamily="2" charset="-78"/>
              </a:rPr>
              <a:t>.</a:t>
            </a:r>
            <a:endParaRPr lang="fa-IR" sz="2000" dirty="0">
              <a:cs typeface="B Koodak" panose="00000700000000000000" pitchFamily="2" charset="-78"/>
            </a:endParaRPr>
          </a:p>
          <a:p>
            <a:pPr algn="just" rtl="1"/>
            <a:r>
              <a:rPr lang="fa-IR" sz="2000" dirty="0">
                <a:cs typeface="B Koodak" panose="00000700000000000000" pitchFamily="2" charset="-78"/>
              </a:rPr>
              <a:t>البته پنکیک انواع مختلفی مانند پنکیک های بدون شیر و آرد و همچنین شکلاتی و بدون تخم مرغ دارد که تمام موارد مناسب صبحانه های لذیذ نیز هستند.</a:t>
            </a:r>
            <a:endParaRPr lang="en-US" sz="2000" dirty="0">
              <a:cs typeface="B Koodak" panose="00000700000000000000" pitchFamily="2" charset="-78"/>
            </a:endParaRPr>
          </a:p>
        </p:txBody>
      </p:sp>
    </p:spTree>
    <p:extLst>
      <p:ext uri="{BB962C8B-B14F-4D97-AF65-F5344CB8AC3E}">
        <p14:creationId xmlns:p14="http://schemas.microsoft.com/office/powerpoint/2010/main" val="243348473"/>
      </p:ext>
    </p:extLst>
  </p:cSld>
  <p:clrMapOvr>
    <a:masterClrMapping/>
  </p:clrMapOvr>
  <mc:AlternateContent xmlns:mc="http://schemas.openxmlformats.org/markup-compatibility/2006" xmlns:p14="http://schemas.microsoft.com/office/powerpoint/2010/main">
    <mc:Choice Requires="p14">
      <p:transition spd="slow" p14:dur="3900" advTm="17000">
        <p14:glitter pattern="hexagon"/>
      </p:transition>
    </mc:Choice>
    <mc:Fallback xmlns="">
      <p:transition spd="slow" advTm="17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1500"/>
                                        <p:tgtEl>
                                          <p:spTgt spid="11"/>
                                        </p:tgtEl>
                                      </p:cBhvr>
                                    </p:animEffect>
                                  </p:childTnLst>
                                </p:cTn>
                              </p:par>
                              <p:par>
                                <p:cTn id="8" presetID="14" presetClass="exit" presetSubtype="10" fill="hold" grpId="0" nodeType="withEffect">
                                  <p:stCondLst>
                                    <p:cond delay="1000"/>
                                  </p:stCondLst>
                                  <p:childTnLst>
                                    <p:animEffect transition="out" filter="randombar(horizontal)">
                                      <p:cBhvr>
                                        <p:cTn id="9" dur="2500"/>
                                        <p:tgtEl>
                                          <p:spTgt spid="3"/>
                                        </p:tgtEl>
                                      </p:cBhvr>
                                    </p:animEffect>
                                    <p:set>
                                      <p:cBhvr>
                                        <p:cTn id="10" dur="1" fill="hold">
                                          <p:stCondLst>
                                            <p:cond delay="2499"/>
                                          </p:stCondLst>
                                        </p:cTn>
                                        <p:tgtEl>
                                          <p:spTgt spid="3"/>
                                        </p:tgtEl>
                                        <p:attrNameLst>
                                          <p:attrName>style.visibility</p:attrName>
                                        </p:attrNameLst>
                                      </p:cBhvr>
                                      <p:to>
                                        <p:strVal val="hidden"/>
                                      </p:to>
                                    </p:set>
                                  </p:childTnLst>
                                </p:cTn>
                              </p:par>
                              <p:par>
                                <p:cTn id="11" presetID="14" presetClass="exit" presetSubtype="10" fill="hold" grpId="0" nodeType="withEffect">
                                  <p:stCondLst>
                                    <p:cond delay="1000"/>
                                  </p:stCondLst>
                                  <p:childTnLst>
                                    <p:animEffect transition="out" filter="randombar(horizontal)">
                                      <p:cBhvr>
                                        <p:cTn id="12" dur="2500"/>
                                        <p:tgtEl>
                                          <p:spTgt spid="9"/>
                                        </p:tgtEl>
                                      </p:cBhvr>
                                    </p:animEffect>
                                    <p:set>
                                      <p:cBhvr>
                                        <p:cTn id="13" dur="1" fill="hold">
                                          <p:stCondLst>
                                            <p:cond delay="2499"/>
                                          </p:stCondLst>
                                        </p:cTn>
                                        <p:tgtEl>
                                          <p:spTgt spid="9"/>
                                        </p:tgtEl>
                                        <p:attrNameLst>
                                          <p:attrName>style.visibility</p:attrName>
                                        </p:attrNameLst>
                                      </p:cBhvr>
                                      <p:to>
                                        <p:strVal val="hidden"/>
                                      </p:to>
                                    </p:set>
                                  </p:childTnLst>
                                </p:cTn>
                              </p:par>
                              <p:par>
                                <p:cTn id="14" presetID="21" presetClass="entr" presetSubtype="1" fill="hold" grpId="0" nodeType="withEffect">
                                  <p:stCondLst>
                                    <p:cond delay="325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2250"/>
                                        <p:tgtEl>
                                          <p:spTgt spid="5"/>
                                        </p:tgtEl>
                                      </p:cBhvr>
                                    </p:animEffect>
                                  </p:childTnLst>
                                </p:cTn>
                              </p:par>
                              <p:par>
                                <p:cTn id="17" presetID="21" presetClass="entr" presetSubtype="8" fill="hold" grpId="0" nodeType="withEffect">
                                  <p:stCondLst>
                                    <p:cond delay="3250"/>
                                  </p:stCondLst>
                                  <p:childTnLst>
                                    <p:set>
                                      <p:cBhvr>
                                        <p:cTn id="18" dur="1" fill="hold">
                                          <p:stCondLst>
                                            <p:cond delay="0"/>
                                          </p:stCondLst>
                                        </p:cTn>
                                        <p:tgtEl>
                                          <p:spTgt spid="6"/>
                                        </p:tgtEl>
                                        <p:attrNameLst>
                                          <p:attrName>style.visibility</p:attrName>
                                        </p:attrNameLst>
                                      </p:cBhvr>
                                      <p:to>
                                        <p:strVal val="visible"/>
                                      </p:to>
                                    </p:set>
                                    <p:animEffect transition="in" filter="wheel(8)">
                                      <p:cBhvr>
                                        <p:cTn id="19" dur="3250"/>
                                        <p:tgtEl>
                                          <p:spTgt spid="6"/>
                                        </p:tgtEl>
                                      </p:cBhvr>
                                    </p:animEffect>
                                  </p:childTnLst>
                                </p:cTn>
                              </p:par>
                              <p:par>
                                <p:cTn id="20" presetID="14" presetClass="exit" presetSubtype="10" fill="hold" grpId="1" nodeType="withEffect">
                                  <p:stCondLst>
                                    <p:cond delay="7300"/>
                                  </p:stCondLst>
                                  <p:childTnLst>
                                    <p:animEffect transition="out" filter="randombar(horizontal)">
                                      <p:cBhvr>
                                        <p:cTn id="21" dur="2500"/>
                                        <p:tgtEl>
                                          <p:spTgt spid="6"/>
                                        </p:tgtEl>
                                      </p:cBhvr>
                                    </p:animEffect>
                                    <p:set>
                                      <p:cBhvr>
                                        <p:cTn id="22" dur="1" fill="hold">
                                          <p:stCondLst>
                                            <p:cond delay="2499"/>
                                          </p:stCondLst>
                                        </p:cTn>
                                        <p:tgtEl>
                                          <p:spTgt spid="6"/>
                                        </p:tgtEl>
                                        <p:attrNameLst>
                                          <p:attrName>style.visibility</p:attrName>
                                        </p:attrNameLst>
                                      </p:cBhvr>
                                      <p:to>
                                        <p:strVal val="hidden"/>
                                      </p:to>
                                    </p:set>
                                  </p:childTnLst>
                                </p:cTn>
                              </p:par>
                              <p:par>
                                <p:cTn id="23" presetID="21" presetClass="entr" presetSubtype="8" fill="hold" grpId="0" nodeType="withEffect">
                                  <p:stCondLst>
                                    <p:cond delay="9500"/>
                                  </p:stCondLst>
                                  <p:childTnLst>
                                    <p:set>
                                      <p:cBhvr>
                                        <p:cTn id="24" dur="1" fill="hold">
                                          <p:stCondLst>
                                            <p:cond delay="0"/>
                                          </p:stCondLst>
                                        </p:cTn>
                                        <p:tgtEl>
                                          <p:spTgt spid="2"/>
                                        </p:tgtEl>
                                        <p:attrNameLst>
                                          <p:attrName>style.visibility</p:attrName>
                                        </p:attrNameLst>
                                      </p:cBhvr>
                                      <p:to>
                                        <p:strVal val="visible"/>
                                      </p:to>
                                    </p:set>
                                    <p:animEffect transition="in" filter="wheel(8)">
                                      <p:cBhvr>
                                        <p:cTn id="25" dur="27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P spid="11" grpId="0"/>
      <p:bldP spid="3" grpId="0" animBg="1"/>
      <p:bldP spid="5" grpId="0" animBg="1"/>
      <p:bldP spid="6" grpId="0"/>
      <p:bldP spid="6" grpId="1"/>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rgbClr val="CCA4BC"/>
            </a:gs>
            <a:gs pos="70000">
              <a:srgbClr val="FBFAC4"/>
            </a:gs>
            <a:gs pos="41000">
              <a:srgbClr val="FBBAB4"/>
            </a:gs>
            <a:gs pos="60000">
              <a:srgbClr val="FDD4B5"/>
            </a:gs>
            <a:gs pos="83000">
              <a:srgbClr val="42BCC1"/>
            </a:gs>
            <a:gs pos="81000">
              <a:srgbClr val="E9C8B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TextBox 3"/>
          <p:cNvSpPr txBox="1"/>
          <p:nvPr/>
        </p:nvSpPr>
        <p:spPr>
          <a:xfrm rot="19295677">
            <a:off x="11842422" y="610375"/>
            <a:ext cx="1448874" cy="1804087"/>
          </a:xfrm>
          <a:prstGeom prst="rect">
            <a:avLst/>
          </a:prstGeom>
          <a:blipFill>
            <a:blip r:embed="rId2">
              <a:duotone>
                <a:prstClr val="black"/>
                <a:schemeClr val="accent3">
                  <a:tint val="45000"/>
                  <a:satMod val="400000"/>
                </a:schemeClr>
              </a:duotone>
            </a:blip>
            <a:srcRect/>
            <a:stretch>
              <a:fillRect b="-8130"/>
            </a:stretch>
          </a:blipFill>
        </p:spPr>
        <p:txBody>
          <a:bodyPr wrap="square" rtlCol="0">
            <a:spAutoFit/>
          </a:bodyPr>
          <a:lstStyle/>
          <a:p>
            <a:endParaRPr lang="en-US" dirty="0"/>
          </a:p>
        </p:txBody>
      </p:sp>
      <p:sp>
        <p:nvSpPr>
          <p:cNvPr id="3" name="TextBox 2"/>
          <p:cNvSpPr txBox="1"/>
          <p:nvPr/>
        </p:nvSpPr>
        <p:spPr>
          <a:xfrm>
            <a:off x="8515649" y="139768"/>
            <a:ext cx="1079044" cy="981280"/>
          </a:xfrm>
          <a:prstGeom prst="rect">
            <a:avLst/>
          </a:prstGeom>
          <a:blipFill>
            <a:blip r:embed="rId3"/>
            <a:stretch>
              <a:fillRect/>
            </a:stretch>
          </a:blipFill>
        </p:spPr>
        <p:txBody>
          <a:bodyPr wrap="square" rtlCol="0">
            <a:spAutoFit/>
          </a:bodyPr>
          <a:lstStyle/>
          <a:p>
            <a:endParaRPr lang="en-US" dirty="0"/>
          </a:p>
        </p:txBody>
      </p:sp>
      <p:sp>
        <p:nvSpPr>
          <p:cNvPr id="2" name="TextBox 1"/>
          <p:cNvSpPr txBox="1"/>
          <p:nvPr/>
        </p:nvSpPr>
        <p:spPr>
          <a:xfrm>
            <a:off x="5466150" y="599689"/>
            <a:ext cx="986924" cy="829855"/>
          </a:xfrm>
          <a:prstGeom prst="rect">
            <a:avLst/>
          </a:prstGeom>
          <a:blipFill>
            <a:blip r:embed="rId4"/>
            <a:stretch>
              <a:fillRect/>
            </a:stretch>
          </a:blipFill>
        </p:spPr>
        <p:txBody>
          <a:bodyPr wrap="square" rtlCol="0">
            <a:spAutoFit/>
          </a:bodyPr>
          <a:lstStyle/>
          <a:p>
            <a:endParaRPr lang="en-US" dirty="0"/>
          </a:p>
        </p:txBody>
      </p:sp>
      <p:sp>
        <p:nvSpPr>
          <p:cNvPr id="22" name="TextBox 21"/>
          <p:cNvSpPr txBox="1"/>
          <p:nvPr/>
        </p:nvSpPr>
        <p:spPr>
          <a:xfrm>
            <a:off x="4194746" y="483469"/>
            <a:ext cx="1144684" cy="820990"/>
          </a:xfrm>
          <a:prstGeom prst="rect">
            <a:avLst/>
          </a:prstGeom>
          <a:blipFill>
            <a:blip r:embed="rId5"/>
            <a:stretch>
              <a:fillRect/>
            </a:stretch>
          </a:blipFill>
        </p:spPr>
        <p:txBody>
          <a:bodyPr wrap="square" rtlCol="0">
            <a:spAutoFit/>
          </a:bodyPr>
          <a:lstStyle/>
          <a:p>
            <a:endParaRPr lang="en-US"/>
          </a:p>
        </p:txBody>
      </p:sp>
      <p:sp>
        <p:nvSpPr>
          <p:cNvPr id="21" name="TextBox 20"/>
          <p:cNvSpPr txBox="1"/>
          <p:nvPr/>
        </p:nvSpPr>
        <p:spPr>
          <a:xfrm>
            <a:off x="2350261" y="958024"/>
            <a:ext cx="931810" cy="1045953"/>
          </a:xfrm>
          <a:prstGeom prst="rect">
            <a:avLst/>
          </a:prstGeom>
          <a:blipFill>
            <a:blip r:embed="rId6"/>
            <a:stretch>
              <a:fillRect/>
            </a:stretch>
          </a:blipFill>
        </p:spPr>
        <p:txBody>
          <a:bodyPr wrap="square" rtlCol="0">
            <a:spAutoFit/>
          </a:bodyPr>
          <a:lstStyle/>
          <a:p>
            <a:endParaRPr lang="en-US" dirty="0"/>
          </a:p>
        </p:txBody>
      </p:sp>
      <p:sp>
        <p:nvSpPr>
          <p:cNvPr id="23" name="TextBox 22"/>
          <p:cNvSpPr txBox="1"/>
          <p:nvPr/>
        </p:nvSpPr>
        <p:spPr>
          <a:xfrm>
            <a:off x="9173198" y="1304459"/>
            <a:ext cx="1146101" cy="1252268"/>
          </a:xfrm>
          <a:prstGeom prst="rect">
            <a:avLst/>
          </a:prstGeom>
          <a:blipFill>
            <a:blip r:embed="rId7"/>
            <a:stretch>
              <a:fillRect/>
            </a:stretch>
          </a:blipFill>
        </p:spPr>
        <p:txBody>
          <a:bodyPr wrap="square" rtlCol="0">
            <a:spAutoFit/>
          </a:bodyPr>
          <a:lstStyle/>
          <a:p>
            <a:endParaRPr lang="en-US" dirty="0"/>
          </a:p>
        </p:txBody>
      </p:sp>
      <p:sp>
        <p:nvSpPr>
          <p:cNvPr id="24" name="TextBox 23"/>
          <p:cNvSpPr txBox="1"/>
          <p:nvPr/>
        </p:nvSpPr>
        <p:spPr>
          <a:xfrm>
            <a:off x="9606692" y="714554"/>
            <a:ext cx="953900" cy="996399"/>
          </a:xfrm>
          <a:prstGeom prst="rect">
            <a:avLst/>
          </a:prstGeom>
          <a:blipFill>
            <a:blip r:embed="rId8"/>
            <a:stretch>
              <a:fillRect/>
            </a:stretch>
          </a:blipFill>
        </p:spPr>
        <p:txBody>
          <a:bodyPr wrap="square" rtlCol="0">
            <a:spAutoFit/>
          </a:bodyPr>
          <a:lstStyle/>
          <a:p>
            <a:endParaRPr lang="en-US" dirty="0"/>
          </a:p>
        </p:txBody>
      </p:sp>
      <p:sp>
        <p:nvSpPr>
          <p:cNvPr id="6" name="Rounded Rectangle 5"/>
          <p:cNvSpPr/>
          <p:nvPr/>
        </p:nvSpPr>
        <p:spPr>
          <a:xfrm>
            <a:off x="3849923" y="5232829"/>
            <a:ext cx="361507" cy="893135"/>
          </a:xfrm>
          <a:prstGeom prst="roundRect">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4665270" y="5859875"/>
            <a:ext cx="361507" cy="893135"/>
          </a:xfrm>
          <a:prstGeom prst="roundRect">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7652989" y="5766685"/>
            <a:ext cx="361507" cy="893135"/>
          </a:xfrm>
          <a:prstGeom prst="roundRect">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6965903" y="5320118"/>
            <a:ext cx="361507" cy="893135"/>
          </a:xfrm>
          <a:prstGeom prst="roundRect">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rot="393820">
            <a:off x="3941858" y="4382030"/>
            <a:ext cx="3932667" cy="2181518"/>
          </a:xfrm>
          <a:prstGeom prst="roundRect">
            <a:avLst/>
          </a:prstGeom>
          <a:solidFill>
            <a:schemeClr val="tx1">
              <a:lumMod val="50000"/>
              <a:lumOff val="50000"/>
            </a:schemeClr>
          </a:solidFill>
          <a:ln w="57150">
            <a:solidFill>
              <a:schemeClr val="tx1">
                <a:lumMod val="65000"/>
                <a:lumOff val="35000"/>
              </a:schemeClr>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4436155" y="2669326"/>
            <a:ext cx="3076748" cy="2839532"/>
            <a:chOff x="5197151" y="3977895"/>
            <a:chExt cx="1716851" cy="1649634"/>
          </a:xfrm>
        </p:grpSpPr>
        <p:sp>
          <p:nvSpPr>
            <p:cNvPr id="11" name="Rectangle 10"/>
            <p:cNvSpPr/>
            <p:nvPr/>
          </p:nvSpPr>
          <p:spPr>
            <a:xfrm>
              <a:off x="5228155" y="5140029"/>
              <a:ext cx="1671095" cy="487500"/>
            </a:xfrm>
            <a:prstGeom prst="rect">
              <a:avLst/>
            </a:prstGeom>
            <a:solidFill>
              <a:schemeClr val="bg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273519" y="4695539"/>
              <a:ext cx="1560897" cy="448320"/>
            </a:xfrm>
            <a:prstGeom prst="rect">
              <a:avLst/>
            </a:prstGeom>
            <a:solidFill>
              <a:schemeClr val="bg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494641" y="4230284"/>
              <a:ext cx="1116066" cy="455508"/>
            </a:xfrm>
            <a:prstGeom prst="rect">
              <a:avLst/>
            </a:prstGeom>
            <a:solidFill>
              <a:schemeClr val="bg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eart 14"/>
            <p:cNvSpPr/>
            <p:nvPr/>
          </p:nvSpPr>
          <p:spPr>
            <a:xfrm>
              <a:off x="5929688" y="3977895"/>
              <a:ext cx="244156" cy="235922"/>
            </a:xfrm>
            <a:prstGeom prst="hear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rot="447892">
              <a:off x="5197151" y="5105078"/>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rot="447892">
              <a:off x="5452126" y="5105079"/>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447892">
              <a:off x="5715582" y="5105078"/>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rot="447892">
              <a:off x="5979038" y="5105077"/>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27"/>
            <p:cNvSpPr/>
            <p:nvPr/>
          </p:nvSpPr>
          <p:spPr>
            <a:xfrm rot="447892">
              <a:off x="6242494" y="5105077"/>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rot="447892">
              <a:off x="6505949" y="5105076"/>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rot="447892">
              <a:off x="6769927" y="5095927"/>
              <a:ext cx="14407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rot="447892">
              <a:off x="5271331" y="4654769"/>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31"/>
            <p:cNvSpPr/>
            <p:nvPr/>
          </p:nvSpPr>
          <p:spPr>
            <a:xfrm rot="447892">
              <a:off x="5531947" y="4648689"/>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p:nvSpPr>
          <p:spPr>
            <a:xfrm rot="447892">
              <a:off x="5797602" y="4653326"/>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3"/>
            <p:cNvSpPr/>
            <p:nvPr/>
          </p:nvSpPr>
          <p:spPr>
            <a:xfrm rot="447892">
              <a:off x="6069949" y="4648689"/>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rot="447892">
              <a:off x="6335711" y="4652135"/>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rot="447892">
              <a:off x="6601001" y="4654770"/>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rot="447892">
              <a:off x="5453722" y="4192884"/>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rot="447892">
              <a:off x="5715582" y="4195803"/>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p:cNvSpPr/>
            <p:nvPr/>
          </p:nvSpPr>
          <p:spPr>
            <a:xfrm rot="447892">
              <a:off x="5977442" y="4198722"/>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p:cNvSpPr/>
            <p:nvPr/>
          </p:nvSpPr>
          <p:spPr>
            <a:xfrm rot="447892">
              <a:off x="6239302" y="4201641"/>
              <a:ext cx="267045"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p:cNvSpPr/>
            <p:nvPr/>
          </p:nvSpPr>
          <p:spPr>
            <a:xfrm rot="447892">
              <a:off x="6501725" y="4194681"/>
              <a:ext cx="134252" cy="249122"/>
            </a:xfrm>
            <a:custGeom>
              <a:avLst/>
              <a:gdLst>
                <a:gd name="connsiteX0" fmla="*/ 0 w 347869"/>
                <a:gd name="connsiteY0" fmla="*/ 39757 h 283371"/>
                <a:gd name="connsiteX1" fmla="*/ 109330 w 347869"/>
                <a:gd name="connsiteY1" fmla="*/ 248479 h 283371"/>
                <a:gd name="connsiteX2" fmla="*/ 228600 w 347869"/>
                <a:gd name="connsiteY2" fmla="*/ 258418 h 283371"/>
                <a:gd name="connsiteX3" fmla="*/ 347869 w 347869"/>
                <a:gd name="connsiteY3" fmla="*/ 0 h 283371"/>
                <a:gd name="connsiteX4" fmla="*/ 347869 w 347869"/>
                <a:gd name="connsiteY4" fmla="*/ 0 h 283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869" h="283371">
                  <a:moveTo>
                    <a:pt x="0" y="39757"/>
                  </a:moveTo>
                  <a:cubicBezTo>
                    <a:pt x="35615" y="125896"/>
                    <a:pt x="71230" y="212036"/>
                    <a:pt x="109330" y="248479"/>
                  </a:cubicBezTo>
                  <a:cubicBezTo>
                    <a:pt x="147430" y="284922"/>
                    <a:pt x="188844" y="299831"/>
                    <a:pt x="228600" y="258418"/>
                  </a:cubicBezTo>
                  <a:cubicBezTo>
                    <a:pt x="268357" y="217005"/>
                    <a:pt x="347869" y="0"/>
                    <a:pt x="347869" y="0"/>
                  </a:cubicBezTo>
                  <a:lnTo>
                    <a:pt x="347869" y="0"/>
                  </a:lnTo>
                </a:path>
              </a:pathLst>
            </a:custGeom>
            <a:solidFill>
              <a:srgbClr val="FFB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Chord 11"/>
          <p:cNvSpPr/>
          <p:nvPr/>
        </p:nvSpPr>
        <p:spPr>
          <a:xfrm rot="17767087">
            <a:off x="3946392" y="1382528"/>
            <a:ext cx="4229668" cy="4074048"/>
          </a:xfrm>
          <a:prstGeom prst="chord">
            <a:avLst>
              <a:gd name="adj1" fmla="val 2657916"/>
              <a:gd name="adj2" fmla="val 16061319"/>
            </a:avLst>
          </a:prstGeom>
          <a:solidFill>
            <a:schemeClr val="bg1">
              <a:lumMod val="8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085112" y="958024"/>
            <a:ext cx="3901207" cy="1323439"/>
          </a:xfrm>
          <a:prstGeom prst="rect">
            <a:avLst/>
          </a:prstGeom>
          <a:solidFill>
            <a:schemeClr val="bg1"/>
          </a:solidFill>
        </p:spPr>
        <p:txBody>
          <a:bodyPr wrap="square" rtlCol="0">
            <a:spAutoFit/>
          </a:bodyPr>
          <a:lstStyle/>
          <a:p>
            <a:pPr algn="ctr" rtl="1"/>
            <a:r>
              <a:rPr lang="fa-IR" sz="4000" dirty="0" smtClean="0">
                <a:cs typeface="B Elham" panose="00000400000000000000" pitchFamily="2" charset="-78"/>
              </a:rPr>
              <a:t>یه سر به پیجم بزن </a:t>
            </a:r>
          </a:p>
          <a:p>
            <a:pPr algn="ctr" rtl="1"/>
            <a:r>
              <a:rPr lang="fa-IR" sz="4000" dirty="0" smtClean="0">
                <a:cs typeface="B Elham" panose="00000400000000000000" pitchFamily="2" charset="-78"/>
              </a:rPr>
              <a:t>از دستت میره</a:t>
            </a:r>
            <a:endParaRPr lang="en-US" sz="4000" dirty="0">
              <a:cs typeface="B Elham" panose="00000400000000000000" pitchFamily="2" charset="-78"/>
            </a:endParaRPr>
          </a:p>
        </p:txBody>
      </p:sp>
    </p:spTree>
    <p:extLst>
      <p:ext uri="{BB962C8B-B14F-4D97-AF65-F5344CB8AC3E}">
        <p14:creationId xmlns:p14="http://schemas.microsoft.com/office/powerpoint/2010/main" val="107068136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2250"/>
                                  </p:stCondLst>
                                  <p:childTnLst>
                                    <p:animMotion origin="layout" path="M 0 0 L 0 0 C 0.00156 -0.00371 0.00274 -0.00834 0.00469 -0.01111 C 0.00625 -0.0132 0.00834 -0.01389 0.01029 -0.01482 C 0.01211 -0.01574 0.02097 -0.01713 0.02201 -0.01713 C 0.02448 -0.01644 0.02709 -0.01598 0.02956 -0.01482 C 0.03086 -0.01412 0.03321 -0.01135 0.03438 -0.00996 C 0.03529 -0.0088 0.03633 -0.00764 0.03711 -0.00625 C 0.04037 -0.00047 0.03698 -0.00486 0.03919 0.00115 C 0.03972 0.00254 0.0405 0.00347 0.04128 0.00486 C 0.04141 0.00601 0.04154 0.0074 0.04193 0.00856 C 0.04232 0.00972 0.04297 0.01088 0.04323 0.01203 C 0.04414 0.01574 0.04479 0.01944 0.04531 0.02314 C 0.04544 0.02384 0.04766 0.03773 0.04805 0.03912 C 0.04857 0.04027 0.04909 0.04143 0.04948 0.04282 C 0.05261 0.05532 0.04883 0.04537 0.05287 0.05486 C 0.05313 0.05648 0.05313 0.05833 0.05365 0.05995 C 0.05404 0.06134 0.05495 0.0625 0.05573 0.06342 C 0.05625 0.06458 0.05703 0.06551 0.05768 0.06597 C 0.05925 0.06713 0.06341 0.06805 0.06459 0.06851 C 0.06537 0.06875 0.06602 0.06944 0.06667 0.06967 C 0.06901 0.07037 0.07123 0.07037 0.07357 0.07083 C 0.07565 0.07176 0.07761 0.07291 0.07982 0.07338 C 0.09284 0.07569 0.10261 0.07407 0.11628 0.07338 C 0.11719 0.07245 0.1181 0.07176 0.11901 0.07083 C 0.11992 0.06967 0.12071 0.06805 0.12175 0.06713 C 0.12253 0.06643 0.12357 0.06643 0.12448 0.06597 C 0.12591 0.06342 0.12709 0.06088 0.12865 0.05856 C 0.12982 0.05694 0.13099 0.05555 0.13203 0.0537 C 0.13294 0.05231 0.13334 0.05023 0.13412 0.04884 C 0.13581 0.04606 0.13841 0.0449 0.13959 0.04143 C 0.14102 0.03773 0.14076 0.0375 0.1431 0.03541 C 0.14414 0.03449 0.14544 0.03402 0.14649 0.03287 C 0.14753 0.03194 0.15 0.02777 0.1513 0.02685 C 0.15261 0.02569 0.15547 0.0243 0.15547 0.0243 C 0.16107 0.02662 0.16094 0.02453 0.16367 0.03055 C 0.16419 0.03171 0.16472 0.03287 0.16511 0.03426 C 0.16576 0.03657 0.16654 0.04143 0.16654 0.04143 C 0.16667 0.0456 0.16693 0.04976 0.16719 0.0537 C 0.16732 0.05671 0.16771 0.05949 0.16784 0.06226 C 0.16823 0.07129 0.1681 0.08032 0.16849 0.08912 C 0.16862 0.09051 0.16888 0.09166 0.16927 0.09282 C 0.16966 0.09421 0.16992 0.0956 0.17057 0.09652 C 0.17461 0.10301 0.175 0.10115 0.18021 0.10393 L 0.18503 0.10625 C 0.18776 0.10601 0.19063 0.10601 0.19336 0.10509 C 0.19414 0.10486 0.19466 0.10347 0.19544 0.10277 C 0.19623 0.10185 0.1974 0.10139 0.19818 0.10023 C 0.19961 0.09814 0.20065 0.0949 0.20222 0.09282 C 0.20586 0.08819 0.20404 0.09004 0.20781 0.0868 C 0.20794 0.08564 0.20807 0.08426 0.20847 0.0831 C 0.2099 0.07939 0.21198 0.07801 0.21393 0.07569 C 0.21472 0.075 0.21524 0.07361 0.21602 0.07338 C 0.2181 0.07245 0.22018 0.07245 0.22227 0.07199 C 0.22761 0.06898 0.22578 0.06944 0.23594 0.07199 C 0.23698 0.07245 0.23776 0.07384 0.2388 0.07453 C 0.23972 0.07708 0.24102 0.07916 0.24154 0.08194 C 0.24323 0.09074 0.24258 0.0868 0.24362 0.09421 C 0.24336 0.10115 0.24349 0.1081 0.24284 0.11504 C 0.24271 0.11643 0.2418 0.11736 0.24154 0.11851 C 0.24115 0.12014 0.24128 0.12199 0.24076 0.12361 C 0.2375 0.13356 0.23985 0.12106 0.23737 0.13078 C 0.23412 0.14398 0.23776 0.13356 0.23464 0.14189 C 0.23307 0.15301 0.23386 0.14838 0.23255 0.15532 C 0.23281 0.16134 0.23242 0.16759 0.23321 0.17361 C 0.23347 0.17546 0.23503 0.17569 0.23529 0.17731 C 0.23594 0.18078 0.23555 0.18472 0.23594 0.18842 C 0.23633 0.19097 0.23711 0.19328 0.23737 0.1956 L 0.23802 0.20185 C 0.23776 0.2125 0.23737 0.22291 0.23737 0.23356 C 0.23737 0.23773 0.23802 0.24583 0.23802 0.24583 L 0.23802 0.24583 L 0.23399 0.24722 " pathEditMode="relative" ptsTypes="AAAAAAAAAAAAAAAAAAAAAAAAAAAAAAAAAAAAAAAAAAAAAAAAAAAAAAAAAAAAAAAAAAAAAAAAA">
                                      <p:cBhvr>
                                        <p:cTn id="6" dur="4250" fill="hold"/>
                                        <p:tgtEl>
                                          <p:spTgt spid="21"/>
                                        </p:tgtEl>
                                        <p:attrNameLst>
                                          <p:attrName>ppt_x</p:attrName>
                                          <p:attrName>ppt_y</p:attrName>
                                        </p:attrNameLst>
                                      </p:cBhvr>
                                    </p:animMotion>
                                  </p:childTnLst>
                                </p:cTn>
                              </p:par>
                              <p:par>
                                <p:cTn id="7" presetID="0" presetClass="path" presetSubtype="0" accel="50000" decel="50000" fill="hold" grpId="0" nodeType="withEffect">
                                  <p:stCondLst>
                                    <p:cond delay="2250"/>
                                  </p:stCondLst>
                                  <p:childTnLst>
                                    <p:animMotion origin="layout" path="M 0 0 L 0 0 C 0.00104 -0.00278 0.00169 -0.00671 0.00339 -0.00857 C 0.00404 -0.00926 0.00482 -0.00695 0.00547 -0.00602 C 0.01068 0.00185 0.00443 -0.00602 0.00951 0 C 0.01107 0.00833 0.00898 -0.0007 0.01237 0.00625 C 0.01341 0.00833 0.01419 0.01111 0.0151 0.01342 L 0.01641 0.01713 L 0.01784 0.02083 C 0.01862 0.02755 0.0194 0.03171 0.01784 0.03912 C 0.01693 0.04329 0.0151 0.04653 0.01367 0.05023 C 0.01172 0.05532 0.01289 0.05278 0.01029 0.05764 C 0.01003 0.0588 0.0099 0.05995 0.00951 0.06111 C 0.0069 0.0706 0.00924 0.05926 0.00755 0.06852 C 0.00768 0.07384 0.00742 0.0794 0.0082 0.08449 C 0.00833 0.08565 0.00951 0.08542 0.01029 0.08565 C 0.0112 0.08611 0.01211 0.08634 0.01302 0.0868 C 0.01393 0.0875 0.01484 0.08866 0.01576 0.08935 C 0.02057 0.09236 0.01953 0.09097 0.02331 0.09305 C 0.02474 0.09375 0.02617 0.09398 0.02747 0.09537 L 0.02943 0.09792 C 0.02969 0.09907 0.03021 0.10023 0.03021 0.10162 C 0.03021 0.10949 0.03086 0.11898 0.02812 0.12616 C 0.0276 0.12755 0.02669 0.12847 0.02604 0.12963 C 0.02526 0.13125 0.02487 0.13333 0.02396 0.13472 C 0.0224 0.1368 0.01849 0.13958 0.01849 0.13958 C 0.01823 0.14074 0.0181 0.14213 0.01784 0.14329 C 0.01745 0.14444 0.01654 0.14537 0.01641 0.14676 C 0.01628 0.15301 0.01641 0.15926 0.01706 0.16528 C 0.01758 0.16898 0.02214 0.17106 0.02331 0.1713 C 0.02474 0.17176 0.02604 0.17199 0.02747 0.17245 C 0.0293 0.17315 0.03112 0.17407 0.03294 0.175 C 0.03385 0.17546 0.03477 0.17592 0.03568 0.17616 L 0.04115 0.17731 C 0.04609 0.18032 0.04466 0.17801 0.0474 0.18472 C 0.04779 0.18588 0.04831 0.18704 0.0487 0.18842 C 0.04974 0.19167 0.05143 0.19815 0.05143 0.19815 C 0.05143 0.20046 0.05169 0.21435 0.05013 0.22014 C 0.04831 0.22662 0.04922 0.2213 0.04661 0.22755 C 0.04609 0.22917 0.04583 0.23102 0.04531 0.23241 C 0.0444 0.23495 0.04323 0.23727 0.04258 0.23981 C 0.04089 0.24583 0.04154 0.24305 0.04049 0.24838 C 0.04076 0.25278 0.0401 0.25787 0.04115 0.2618 C 0.04232 0.2662 0.04531 0.26643 0.0474 0.26805 C 0.04831 0.26875 0.04909 0.26991 0.05013 0.27037 C 0.05143 0.27106 0.05286 0.27106 0.0543 0.27153 C 0.05495 0.27199 0.0556 0.27268 0.05625 0.27292 C 0.05794 0.27338 0.05951 0.27361 0.06107 0.27407 C 0.07018 0.28611 0.05911 0.27222 0.06589 0.27893 C 0.06732 0.28032 0.07005 0.2838 0.07005 0.2838 C 0.07044 0.28518 0.07109 0.28611 0.07135 0.2875 C 0.07253 0.29167 0.07253 0.29699 0.07135 0.30092 C 0.07096 0.30255 0.06953 0.30255 0.06862 0.30347 C 0.06732 0.30509 0.06497 0.30833 0.0638 0.31088 C 0.06289 0.31319 0.06159 0.31528 0.06107 0.31805 L 0.05977 0.32546 C 0.0599 0.32755 0.0599 0.32986 0.06042 0.33148 C 0.06081 0.33287 0.06172 0.33403 0.0625 0.33403 L 0.08242 0.33287 C 0.08307 0.3331 0.08424 0.33287 0.08451 0.33403 C 0.08503 0.33657 0.08346 0.3419 0.08242 0.34375 C 0.08203 0.34444 0.08151 0.34467 0.08099 0.34514 L 0.08034 0.33518 " pathEditMode="relative" ptsTypes="AAAAAAAAAAAAAAAAAAAAAAAAAAAAAAAAAAAAAAAAAAAAAAAAAAAAAAAAAAAAAAA">
                                      <p:cBhvr>
                                        <p:cTn id="8" dur="4250" fill="hold"/>
                                        <p:tgtEl>
                                          <p:spTgt spid="22"/>
                                        </p:tgtEl>
                                        <p:attrNameLst>
                                          <p:attrName>ppt_x</p:attrName>
                                          <p:attrName>ppt_y</p:attrName>
                                        </p:attrNameLst>
                                      </p:cBhvr>
                                    </p:animMotion>
                                  </p:childTnLst>
                                </p:cTn>
                              </p:par>
                              <p:par>
                                <p:cTn id="9" presetID="0" presetClass="path" presetSubtype="0" accel="50000" decel="50000" fill="hold" grpId="1" nodeType="withEffect">
                                  <p:stCondLst>
                                    <p:cond delay="2250"/>
                                  </p:stCondLst>
                                  <p:childTnLst>
                                    <p:animMotion origin="layout" path="M -1.66667E-6 -4.44444E-6 L -0.03086 -0.04421 L -0.04479 0.00787 L -0.07096 -0.04282 L -0.08151 0.02616 L -0.11041 -0.02037 L -0.14375 -0.01643 L -0.14284 0.07477 L -0.18047 -4.44444E-6 L -0.22226 -0.01226 L -0.23372 0.06459 L -0.27135 0.03635 L -0.30013 0.06875 L -0.33659 0.13936 L -0.33346 0.14607 " pathEditMode="relative" rAng="0" ptsTypes="AAAAAAAAAAAAAAA">
                                      <p:cBhvr>
                                        <p:cTn id="10" dur="4250" fill="hold"/>
                                        <p:tgtEl>
                                          <p:spTgt spid="23"/>
                                        </p:tgtEl>
                                        <p:attrNameLst>
                                          <p:attrName>ppt_x</p:attrName>
                                          <p:attrName>ppt_y</p:attrName>
                                        </p:attrNameLst>
                                      </p:cBhvr>
                                      <p:rCtr x="-16836" y="5093"/>
                                    </p:animMotion>
                                  </p:childTnLst>
                                </p:cTn>
                              </p:par>
                              <p:par>
                                <p:cTn id="11" presetID="0" presetClass="path" presetSubtype="0" accel="50000" decel="50000" fill="hold" grpId="0" nodeType="withEffect">
                                  <p:stCondLst>
                                    <p:cond delay="2250"/>
                                  </p:stCondLst>
                                  <p:childTnLst>
                                    <p:animMotion origin="layout" path="M 1.66667E-6 1.85185E-6 L 1.66667E-6 0.00023 C -0.00208 -0.00046 -0.00417 -0.00116 -0.00625 -0.00116 C -0.01302 -0.00116 -0.01979 -0.0007 -0.02669 1.85185E-6 C -0.02735 1.85185E-6 -0.02787 0.00092 -0.02852 0.00139 C -0.03008 0.00301 -0.03164 0.00555 -0.03268 0.00856 C -0.0332 0.00949 -0.03347 0.01134 -0.03412 0.0125 C -0.03464 0.01389 -0.03542 0.01435 -0.0362 0.01528 C -0.03789 0.01805 -0.03972 0.02083 -0.04154 0.02384 C -0.04245 0.02523 -0.0431 0.02731 -0.04427 0.02801 C -0.0586 0.03518 -0.0461 0.0294 -0.08294 0.03079 C -0.08347 0.03125 -0.08425 0.03148 -0.0849 0.03194 C -0.08633 0.03379 -0.08906 0.03773 -0.08906 0.03819 C -0.08945 0.03912 -0.08998 0.04051 -0.09037 0.0419 C -0.09167 0.04745 -0.09024 0.04514 -0.09245 0.05023 C -0.09388 0.0537 -0.09557 0.05694 -0.09714 0.05995 C -0.10638 0.07893 -0.09857 0.06551 -0.12774 0.06713 C -0.1293 0.06759 -0.13347 0.06991 -0.13451 0.07106 L -0.13854 0.07685 L -0.1405 0.07963 C -0.14102 0.08241 -0.14141 0.08588 -0.14258 0.08796 C -0.1431 0.08889 -0.14401 0.08889 -0.14466 0.08935 C -0.14675 0.0956 -0.14792 0.1 -0.15143 0.10463 C -0.15208 0.10579 -0.15274 0.10671 -0.15352 0.10764 C -0.15417 0.1081 -0.15482 0.10833 -0.15547 0.10879 C -0.15847 0.11157 -0.15794 0.1125 -0.16159 0.11319 C -0.16693 0.11389 -0.1724 0.11389 -0.17787 0.11435 L -0.1819 0.11736 C -0.18451 0.11898 -0.18568 0.11944 -0.18802 0.1243 C -0.19336 0.13541 -0.19089 0.13171 -0.19479 0.1368 C -0.20078 0.15509 -0.1944 0.1368 -0.20026 0.15092 C -0.20078 0.15231 -0.20117 0.15347 -0.20169 0.15509 C -0.20235 0.15694 -0.203 0.15856 -0.20365 0.16065 C -0.20456 0.16342 -0.20534 0.1662 -0.20638 0.16898 C -0.20703 0.17083 -0.20781 0.17268 -0.20833 0.17477 C -0.2086 0.17523 -0.2112 0.18426 -0.21185 0.18588 C -0.21302 0.18866 -0.21589 0.19421 -0.21589 0.19444 C -0.21602 0.1956 -0.21615 0.19722 -0.21654 0.19815 C -0.21953 0.20741 -0.21797 0.19722 -0.21992 0.20787 C -0.22031 0.20972 -0.22031 0.21204 -0.2207 0.21389 C -0.22097 0.21574 -0.22162 0.21713 -0.22188 0.21944 C -0.22214 0.2206 -0.22227 0.22222 -0.22253 0.22361 C -0.22292 0.22477 -0.22357 0.22616 -0.22396 0.22754 C -0.22682 0.23912 -0.22214 0.22407 -0.22604 0.23588 C -0.22774 0.24861 -0.22682 0.24259 -0.22878 0.25416 C -0.22904 0.25555 -0.22917 0.25717 -0.22943 0.25833 C -0.22995 0.26018 -0.23047 0.26204 -0.23086 0.26389 C -0.23125 0.26643 -0.23164 0.26852 -0.23203 0.27083 C -0.23229 0.27245 -0.23242 0.27384 -0.23281 0.275 C -0.2332 0.27662 -0.23373 0.27778 -0.23412 0.2794 C -0.23685 0.28912 -0.23646 0.2875 -0.23763 0.29467 C -0.23776 0.3044 -0.23789 0.31412 -0.23828 0.32407 C -0.23841 0.32569 -0.2388 0.32754 -0.23893 0.3294 C -0.23932 0.3331 -0.23932 0.33727 -0.23972 0.34097 C -0.23985 0.34213 -0.24037 0.34352 -0.24037 0.34491 C -0.24037 0.35463 -0.24037 0.36435 -0.24037 0.37407 L -0.24037 0.37454 " pathEditMode="relative" rAng="0" ptsTypes="AAAAAAAAAAAAAAAAAAAAAAAAAAAAAAAAAAAAAAAAAAAAAAAAAAAAAAAAA">
                                      <p:cBhvr>
                                        <p:cTn id="12" dur="4250" fill="hold"/>
                                        <p:tgtEl>
                                          <p:spTgt spid="3"/>
                                        </p:tgtEl>
                                        <p:attrNameLst>
                                          <p:attrName>ppt_x</p:attrName>
                                          <p:attrName>ppt_y</p:attrName>
                                        </p:attrNameLst>
                                      </p:cBhvr>
                                      <p:rCtr x="-12018" y="18657"/>
                                    </p:animMotion>
                                  </p:childTnLst>
                                </p:cTn>
                              </p:par>
                              <p:par>
                                <p:cTn id="13" presetID="0" presetClass="path" presetSubtype="0" accel="50000" decel="50000" fill="hold" grpId="1" nodeType="withEffect">
                                  <p:stCondLst>
                                    <p:cond delay="2250"/>
                                  </p:stCondLst>
                                  <p:childTnLst>
                                    <p:animMotion origin="layout" path="M -3.125E-6 0.00509 L -0.03971 -0.02477 L -0.09114 0.00324 L -0.13541 0.04445 L -0.16237 0.0125 L -0.20833 0.06158 L -0.24713 0.05 L -0.30026 0.09352 L -0.3138 0.21736 L -0.33724 0.30579 L -0.33802 0.29815 " pathEditMode="relative" rAng="0" ptsTypes="AAAAAAAAAAA">
                                      <p:cBhvr>
                                        <p:cTn id="14" dur="4250" fill="hold"/>
                                        <p:tgtEl>
                                          <p:spTgt spid="24"/>
                                        </p:tgtEl>
                                        <p:attrNameLst>
                                          <p:attrName>ppt_x</p:attrName>
                                          <p:attrName>ppt_y</p:attrName>
                                        </p:attrNameLst>
                                      </p:cBhvr>
                                      <p:rCtr x="-16901" y="13542"/>
                                    </p:animMotion>
                                  </p:childTnLst>
                                </p:cTn>
                              </p:par>
                              <p:par>
                                <p:cTn id="15" presetID="0" presetClass="path" presetSubtype="0" accel="50000" decel="50000" fill="hold" grpId="0" nodeType="withEffect">
                                  <p:stCondLst>
                                    <p:cond delay="2250"/>
                                  </p:stCondLst>
                                  <p:childTnLst>
                                    <p:animMotion origin="layout" path="M -2.08333E-6 3.33333E-6 L -2.08333E-6 0.00023 C -0.00625 0.00185 -0.00742 -0.00162 -0.0095 0.00602 C -0.00989 0.00717 -0.01002 0.00856 -0.01028 0.00972 C -0.01002 0.01527 -0.00989 0.02106 -0.0095 0.02685 C -0.0095 0.02847 -0.00937 0.03032 -0.00885 0.03171 C -0.00846 0.03287 -0.00755 0.03333 -0.00677 0.03426 C -0.00612 0.03611 -0.0056 0.03842 -0.00469 0.04027 C -0.00169 0.04768 -0.00338 0.04027 -0.00195 0.04768 C -0.00221 0.06018 -0.00182 0.07291 -0.00273 0.08564 C -0.00312 0.09097 -0.00534 0.09467 -0.00677 0.09907 C -0.00729 0.10069 -0.00768 0.10231 -0.0082 0.10393 C -0.00963 0.11736 -0.00885 0.11227 -0.01028 0.1199 C -0.01002 0.12314 -0.01041 0.12662 -0.0095 0.12963 C -0.00872 0.13264 -0.00677 0.13449 -0.00547 0.13703 C -0.00273 0.14166 -0.0039 0.13912 -0.00195 0.14421 C -0.00247 0.14953 -0.00247 0.15486 -0.00338 0.16018 C -0.00456 0.16713 -0.00716 0.16875 -0.01028 0.17245 C -0.01289 0.17569 -0.01146 0.1743 -0.01432 0.17615 C -0.01523 0.17847 -0.01732 0.18055 -0.01706 0.18333 C -0.01692 0.18796 -0.01745 0.19282 -0.0164 0.19699 C -0.01562 0.2 -0.01367 0.20185 -0.01224 0.20416 L -0.01028 0.20787 C -0.0095 0.20902 -0.00898 0.21064 -0.0082 0.21157 C -0.00755 0.2125 -0.00677 0.21319 -0.00612 0.21412 C -0.00416 0.21689 -0.00403 0.21782 -0.00273 0.22129 C -0.00312 0.22708 -0.00286 0.2331 -0.00403 0.23842 C -0.00442 0.24027 -0.00599 0.24004 -0.00677 0.24097 C -0.00781 0.24213 -0.00859 0.24328 -0.0095 0.24467 C -0.0112 0.25324 -0.01015 0.24977 -0.01224 0.25555 C -0.01211 0.26041 -0.01237 0.26551 -0.01159 0.27037 C -0.01146 0.27152 -0.01015 0.27083 -0.0095 0.27152 C -0.00872 0.27245 -0.0082 0.27407 -0.00755 0.27523 C -0.00625 0.27708 -0.00469 0.27847 -0.00338 0.28009 C -0.00273 0.28102 -0.00195 0.28148 -0.0013 0.28264 L 0.00078 0.28611 C 0.00287 0.29722 0.00365 0.29861 0.00143 0.31389 C 0.00117 0.31597 -0.00039 0.31643 -0.0013 0.31759 C -0.00195 0.31852 -0.00273 0.31898 -0.00338 0.3199 C -0.00872 0.32801 -0.00234 0.32014 -0.00755 0.32639 C -0.00742 0.32639 -0.00638 0.34143 -0.00612 0.34236 C -0.00573 0.34375 -0.00495 0.34514 -0.00403 0.34583 C -0.00273 0.34722 -2.08333E-6 0.34838 -2.08333E-6 0.34861 C 0.00052 0.34953 0.00091 0.35092 0.00143 0.35208 C 0.00209 0.35301 0.00326 0.35324 0.00352 0.35439 C 0.00378 0.35602 0.00339 0.3574 0.00287 0.35833 C 0.00209 0.35972 0.00104 0.36018 -2.08333E-6 0.36088 C -0.00586 0.36527 0.00104 0.35926 -0.00338 0.36342 L -2.08333E-6 0.36342 " pathEditMode="relative" rAng="0" ptsTypes="AAAAAAAAAAAAAAAAAAAAAAAAAAAAAAAAAAAAAAAAAAAAAAAAA">
                                      <p:cBhvr>
                                        <p:cTn id="16" dur="4250" fill="hold"/>
                                        <p:tgtEl>
                                          <p:spTgt spid="2"/>
                                        </p:tgtEl>
                                        <p:attrNameLst>
                                          <p:attrName>ppt_x</p:attrName>
                                          <p:attrName>ppt_y</p:attrName>
                                        </p:attrNameLst>
                                      </p:cBhvr>
                                      <p:rCtr x="-690" y="18171"/>
                                    </p:animMotion>
                                  </p:childTnLst>
                                </p:cTn>
                              </p:par>
                              <p:par>
                                <p:cTn id="17" presetID="50" presetClass="path" presetSubtype="0" accel="50000" decel="50000" fill="hold" grpId="0" nodeType="withEffect">
                                  <p:stCondLst>
                                    <p:cond delay="6800"/>
                                  </p:stCondLst>
                                  <p:childTnLst>
                                    <p:animMotion origin="layout" path="M 8.33333E-7 -3.7037E-7 L -0.26576 -3.7037E-7 C -0.38477 -3.7037E-7 -0.53138 0.05162 -0.53138 0.09398 L -0.53138 0.18866 " pathEditMode="relative" rAng="0" ptsTypes="AAAA">
                                      <p:cBhvr>
                                        <p:cTn id="18" dur="3750" fill="hold"/>
                                        <p:tgtEl>
                                          <p:spTgt spid="4"/>
                                        </p:tgtEl>
                                        <p:attrNameLst>
                                          <p:attrName>ppt_x</p:attrName>
                                          <p:attrName>ppt_y</p:attrName>
                                        </p:attrNameLst>
                                      </p:cBhvr>
                                      <p:rCtr x="-26576" y="9421"/>
                                    </p:animMotion>
                                  </p:childTnLst>
                                </p:cTn>
                              </p:par>
                              <p:par>
                                <p:cTn id="19" presetID="45" presetClass="exit" presetSubtype="0" fill="hold" grpId="1" nodeType="withEffect">
                                  <p:stCondLst>
                                    <p:cond delay="12750"/>
                                  </p:stCondLst>
                                  <p:childTnLst>
                                    <p:animEffect transition="out" filter="fade">
                                      <p:cBhvr>
                                        <p:cTn id="20" dur="14750"/>
                                        <p:tgtEl>
                                          <p:spTgt spid="4"/>
                                        </p:tgtEl>
                                      </p:cBhvr>
                                    </p:animEffect>
                                    <p:anim calcmode="lin" valueType="num">
                                      <p:cBhvr>
                                        <p:cTn id="21" dur="14750"/>
                                        <p:tgtEl>
                                          <p:spTgt spid="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22" dur="14750"/>
                                        <p:tgtEl>
                                          <p:spTgt spid="4"/>
                                        </p:tgtEl>
                                        <p:attrNameLst>
                                          <p:attrName>ppt_h</p:attrName>
                                        </p:attrNameLst>
                                      </p:cBhvr>
                                      <p:tavLst>
                                        <p:tav tm="0">
                                          <p:val>
                                            <p:strVal val="ppt_h"/>
                                          </p:val>
                                        </p:tav>
                                        <p:tav tm="100000">
                                          <p:val>
                                            <p:strVal val="ppt_h"/>
                                          </p:val>
                                        </p:tav>
                                      </p:tavLst>
                                    </p:anim>
                                    <p:set>
                                      <p:cBhvr>
                                        <p:cTn id="23" dur="1" fill="hold">
                                          <p:stCondLst>
                                            <p:cond delay="14749"/>
                                          </p:stCondLst>
                                        </p:cTn>
                                        <p:tgtEl>
                                          <p:spTgt spid="4"/>
                                        </p:tgtEl>
                                        <p:attrNameLst>
                                          <p:attrName>style.visibility</p:attrName>
                                        </p:attrNameLst>
                                      </p:cBhvr>
                                      <p:to>
                                        <p:strVal val="hidden"/>
                                      </p:to>
                                    </p:set>
                                  </p:childTnLst>
                                </p:cTn>
                              </p:par>
                              <p:par>
                                <p:cTn id="24" presetID="22" presetClass="exit" presetSubtype="4" fill="hold" grpId="0" nodeType="withEffect">
                                  <p:stCondLst>
                                    <p:cond delay="10750"/>
                                  </p:stCondLst>
                                  <p:childTnLst>
                                    <p:animEffect transition="out" filter="wipe(down)">
                                      <p:cBhvr>
                                        <p:cTn id="25" dur="19750"/>
                                        <p:tgtEl>
                                          <p:spTgt spid="12"/>
                                        </p:tgtEl>
                                      </p:cBhvr>
                                    </p:animEffect>
                                    <p:set>
                                      <p:cBhvr>
                                        <p:cTn id="26" dur="1" fill="hold">
                                          <p:stCondLst>
                                            <p:cond delay="19749"/>
                                          </p:stCondLst>
                                        </p:cTn>
                                        <p:tgtEl>
                                          <p:spTgt spid="12"/>
                                        </p:tgtEl>
                                        <p:attrNameLst>
                                          <p:attrName>style.visibility</p:attrName>
                                        </p:attrNameLst>
                                      </p:cBhvr>
                                      <p:to>
                                        <p:strVal val="hidden"/>
                                      </p:to>
                                    </p:set>
                                  </p:childTnLst>
                                </p:cTn>
                              </p:par>
                              <p:par>
                                <p:cTn id="27" presetID="22" presetClass="entr" presetSubtype="4" fill="hold" nodeType="withEffect">
                                  <p:stCondLst>
                                    <p:cond delay="12700"/>
                                  </p:stCondLst>
                                  <p:childTnLst>
                                    <p:set>
                                      <p:cBhvr>
                                        <p:cTn id="28" dur="1" fill="hold">
                                          <p:stCondLst>
                                            <p:cond delay="0"/>
                                          </p:stCondLst>
                                        </p:cTn>
                                        <p:tgtEl>
                                          <p:spTgt spid="10"/>
                                        </p:tgtEl>
                                        <p:attrNameLst>
                                          <p:attrName>style.visibility</p:attrName>
                                        </p:attrNameLst>
                                      </p:cBhvr>
                                      <p:to>
                                        <p:strVal val="visible"/>
                                      </p:to>
                                    </p:set>
                                    <p:animEffect transition="in" filter="wipe(down)">
                                      <p:cBhvr>
                                        <p:cTn id="29" dur="20000"/>
                                        <p:tgtEl>
                                          <p:spTgt spid="10"/>
                                        </p:tgtEl>
                                      </p:cBhvr>
                                    </p:animEffect>
                                  </p:childTnLst>
                                </p:cTn>
                              </p:par>
                              <p:par>
                                <p:cTn id="30" presetID="26" presetClass="entr" presetSubtype="0" fill="hold" grpId="0" nodeType="withEffect">
                                  <p:stCondLst>
                                    <p:cond delay="3170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80">
                                          <p:stCondLst>
                                            <p:cond delay="0"/>
                                          </p:stCondLst>
                                        </p:cTn>
                                        <p:tgtEl>
                                          <p:spTgt spid="16"/>
                                        </p:tgtEl>
                                      </p:cBhvr>
                                    </p:animEffect>
                                    <p:anim calcmode="lin" valueType="num">
                                      <p:cBhvr>
                                        <p:cTn id="33"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8" dur="26">
                                          <p:stCondLst>
                                            <p:cond delay="650"/>
                                          </p:stCondLst>
                                        </p:cTn>
                                        <p:tgtEl>
                                          <p:spTgt spid="16"/>
                                        </p:tgtEl>
                                      </p:cBhvr>
                                      <p:to x="100000" y="60000"/>
                                    </p:animScale>
                                    <p:animScale>
                                      <p:cBhvr>
                                        <p:cTn id="39" dur="166" decel="50000">
                                          <p:stCondLst>
                                            <p:cond delay="676"/>
                                          </p:stCondLst>
                                        </p:cTn>
                                        <p:tgtEl>
                                          <p:spTgt spid="16"/>
                                        </p:tgtEl>
                                      </p:cBhvr>
                                      <p:to x="100000" y="100000"/>
                                    </p:animScale>
                                    <p:animScale>
                                      <p:cBhvr>
                                        <p:cTn id="40" dur="26">
                                          <p:stCondLst>
                                            <p:cond delay="1312"/>
                                          </p:stCondLst>
                                        </p:cTn>
                                        <p:tgtEl>
                                          <p:spTgt spid="16"/>
                                        </p:tgtEl>
                                      </p:cBhvr>
                                      <p:to x="100000" y="80000"/>
                                    </p:animScale>
                                    <p:animScale>
                                      <p:cBhvr>
                                        <p:cTn id="41" dur="166" decel="50000">
                                          <p:stCondLst>
                                            <p:cond delay="1338"/>
                                          </p:stCondLst>
                                        </p:cTn>
                                        <p:tgtEl>
                                          <p:spTgt spid="16"/>
                                        </p:tgtEl>
                                      </p:cBhvr>
                                      <p:to x="100000" y="100000"/>
                                    </p:animScale>
                                    <p:animScale>
                                      <p:cBhvr>
                                        <p:cTn id="42" dur="26">
                                          <p:stCondLst>
                                            <p:cond delay="1642"/>
                                          </p:stCondLst>
                                        </p:cTn>
                                        <p:tgtEl>
                                          <p:spTgt spid="16"/>
                                        </p:tgtEl>
                                      </p:cBhvr>
                                      <p:to x="100000" y="90000"/>
                                    </p:animScale>
                                    <p:animScale>
                                      <p:cBhvr>
                                        <p:cTn id="43" dur="166" decel="50000">
                                          <p:stCondLst>
                                            <p:cond delay="1668"/>
                                          </p:stCondLst>
                                        </p:cTn>
                                        <p:tgtEl>
                                          <p:spTgt spid="16"/>
                                        </p:tgtEl>
                                      </p:cBhvr>
                                      <p:to x="100000" y="100000"/>
                                    </p:animScale>
                                    <p:animScale>
                                      <p:cBhvr>
                                        <p:cTn id="44" dur="26">
                                          <p:stCondLst>
                                            <p:cond delay="1808"/>
                                          </p:stCondLst>
                                        </p:cTn>
                                        <p:tgtEl>
                                          <p:spTgt spid="16"/>
                                        </p:tgtEl>
                                      </p:cBhvr>
                                      <p:to x="100000" y="95000"/>
                                    </p:animScale>
                                    <p:animScale>
                                      <p:cBhvr>
                                        <p:cTn id="45" dur="166" decel="50000">
                                          <p:stCondLst>
                                            <p:cond delay="1834"/>
                                          </p:stCondLst>
                                        </p:cTn>
                                        <p:tgtEl>
                                          <p:spTgt spid="16"/>
                                        </p:tgtEl>
                                      </p:cBhvr>
                                      <p:to x="100000" y="100000"/>
                                    </p:animScale>
                                  </p:childTnLst>
                                </p:cTn>
                              </p:par>
                              <p:par>
                                <p:cTn id="46" presetID="10" presetClass="entr" presetSubtype="0" fill="hold" grpId="1"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3250"/>
                                        <p:tgtEl>
                                          <p:spTgt spid="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3250"/>
                                        <p:tgtEl>
                                          <p:spTgt spid="24"/>
                                        </p:tgtEl>
                                      </p:cBhvr>
                                    </p:animEffect>
                                  </p:childTnLst>
                                </p:cTn>
                              </p:par>
                              <p:par>
                                <p:cTn id="52" presetID="10" presetClass="entr" presetSubtype="0" fill="hold" grpId="3"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3250"/>
                                        <p:tgtEl>
                                          <p:spTgt spid="24"/>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3250"/>
                                        <p:tgtEl>
                                          <p:spTgt spid="23"/>
                                        </p:tgtEl>
                                      </p:cBhvr>
                                    </p:animEffect>
                                  </p:childTnLst>
                                </p:cTn>
                              </p:par>
                              <p:par>
                                <p:cTn id="58" presetID="10" presetClass="entr" presetSubtype="0" fill="hold" grpId="1" nodeType="with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fade">
                                      <p:cBhvr>
                                        <p:cTn id="60" dur="3250"/>
                                        <p:tgtEl>
                                          <p:spTgt spid="3"/>
                                        </p:tgtEl>
                                      </p:cBhvr>
                                    </p:animEffect>
                                  </p:childTnLst>
                                </p:cTn>
                              </p:par>
                              <p:par>
                                <p:cTn id="61" presetID="10" presetClass="entr" presetSubtype="0" fill="hold" grpId="3"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3250"/>
                                        <p:tgtEl>
                                          <p:spTgt spid="23"/>
                                        </p:tgtEl>
                                      </p:cBhvr>
                                    </p:animEffect>
                                  </p:childTnLst>
                                </p:cTn>
                              </p:par>
                              <p:par>
                                <p:cTn id="64" presetID="10" presetClass="entr" presetSubtype="0" fill="hold" grpId="1"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3250"/>
                                        <p:tgtEl>
                                          <p:spTgt spid="22"/>
                                        </p:tgtEl>
                                      </p:cBhvr>
                                    </p:animEffect>
                                  </p:childTnLst>
                                </p:cTn>
                              </p:par>
                              <p:par>
                                <p:cTn id="67" presetID="10" presetClass="entr" presetSubtype="0" fill="hold" grpId="1"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3250"/>
                                        <p:tgtEl>
                                          <p:spTgt spid="21"/>
                                        </p:tgtEl>
                                      </p:cBhvr>
                                    </p:animEffect>
                                  </p:childTnLst>
                                </p:cTn>
                              </p:par>
                              <p:par>
                                <p:cTn id="70" presetID="10" presetClass="exit" presetSubtype="0" fill="hold" grpId="2" nodeType="withEffect">
                                  <p:stCondLst>
                                    <p:cond delay="7750"/>
                                  </p:stCondLst>
                                  <p:childTnLst>
                                    <p:animEffect transition="out" filter="fade">
                                      <p:cBhvr>
                                        <p:cTn id="71" dur="500"/>
                                        <p:tgtEl>
                                          <p:spTgt spid="21"/>
                                        </p:tgtEl>
                                      </p:cBhvr>
                                    </p:animEffect>
                                    <p:set>
                                      <p:cBhvr>
                                        <p:cTn id="72" dur="1" fill="hold">
                                          <p:stCondLst>
                                            <p:cond delay="499"/>
                                          </p:stCondLst>
                                        </p:cTn>
                                        <p:tgtEl>
                                          <p:spTgt spid="21"/>
                                        </p:tgtEl>
                                        <p:attrNameLst>
                                          <p:attrName>style.visibility</p:attrName>
                                        </p:attrNameLst>
                                      </p:cBhvr>
                                      <p:to>
                                        <p:strVal val="hidden"/>
                                      </p:to>
                                    </p:set>
                                  </p:childTnLst>
                                </p:cTn>
                              </p:par>
                              <p:par>
                                <p:cTn id="73" presetID="10" presetClass="exit" presetSubtype="0" fill="hold" grpId="2" nodeType="withEffect">
                                  <p:stCondLst>
                                    <p:cond delay="7750"/>
                                  </p:stCondLst>
                                  <p:childTnLst>
                                    <p:animEffect transition="out" filter="fade">
                                      <p:cBhvr>
                                        <p:cTn id="74" dur="500"/>
                                        <p:tgtEl>
                                          <p:spTgt spid="22"/>
                                        </p:tgtEl>
                                      </p:cBhvr>
                                    </p:animEffect>
                                    <p:set>
                                      <p:cBhvr>
                                        <p:cTn id="75" dur="1" fill="hold">
                                          <p:stCondLst>
                                            <p:cond delay="499"/>
                                          </p:stCondLst>
                                        </p:cTn>
                                        <p:tgtEl>
                                          <p:spTgt spid="22"/>
                                        </p:tgtEl>
                                        <p:attrNameLst>
                                          <p:attrName>style.visibility</p:attrName>
                                        </p:attrNameLst>
                                      </p:cBhvr>
                                      <p:to>
                                        <p:strVal val="hidden"/>
                                      </p:to>
                                    </p:set>
                                  </p:childTnLst>
                                </p:cTn>
                              </p:par>
                              <p:par>
                                <p:cTn id="76" presetID="10" presetClass="exit" presetSubtype="0" fill="hold" grpId="4" nodeType="withEffect">
                                  <p:stCondLst>
                                    <p:cond delay="7750"/>
                                  </p:stCondLst>
                                  <p:childTnLst>
                                    <p:animEffect transition="out" filter="fade">
                                      <p:cBhvr>
                                        <p:cTn id="77" dur="500"/>
                                        <p:tgtEl>
                                          <p:spTgt spid="23"/>
                                        </p:tgtEl>
                                      </p:cBhvr>
                                    </p:animEffect>
                                    <p:set>
                                      <p:cBhvr>
                                        <p:cTn id="78" dur="1" fill="hold">
                                          <p:stCondLst>
                                            <p:cond delay="499"/>
                                          </p:stCondLst>
                                        </p:cTn>
                                        <p:tgtEl>
                                          <p:spTgt spid="23"/>
                                        </p:tgtEl>
                                        <p:attrNameLst>
                                          <p:attrName>style.visibility</p:attrName>
                                        </p:attrNameLst>
                                      </p:cBhvr>
                                      <p:to>
                                        <p:strVal val="hidden"/>
                                      </p:to>
                                    </p:set>
                                  </p:childTnLst>
                                </p:cTn>
                              </p:par>
                              <p:par>
                                <p:cTn id="79" presetID="10" presetClass="exit" presetSubtype="0" fill="hold" grpId="2" nodeType="withEffect">
                                  <p:stCondLst>
                                    <p:cond delay="7750"/>
                                  </p:stCondLst>
                                  <p:childTnLst>
                                    <p:animEffect transition="out" filter="fade">
                                      <p:cBhvr>
                                        <p:cTn id="80" dur="500"/>
                                        <p:tgtEl>
                                          <p:spTgt spid="3"/>
                                        </p:tgtEl>
                                      </p:cBhvr>
                                    </p:animEffect>
                                    <p:set>
                                      <p:cBhvr>
                                        <p:cTn id="81" dur="1" fill="hold">
                                          <p:stCondLst>
                                            <p:cond delay="499"/>
                                          </p:stCondLst>
                                        </p:cTn>
                                        <p:tgtEl>
                                          <p:spTgt spid="3"/>
                                        </p:tgtEl>
                                        <p:attrNameLst>
                                          <p:attrName>style.visibility</p:attrName>
                                        </p:attrNameLst>
                                      </p:cBhvr>
                                      <p:to>
                                        <p:strVal val="hidden"/>
                                      </p:to>
                                    </p:set>
                                  </p:childTnLst>
                                </p:cTn>
                              </p:par>
                              <p:par>
                                <p:cTn id="82" presetID="10" presetClass="exit" presetSubtype="0" fill="hold" grpId="4" nodeType="withEffect">
                                  <p:stCondLst>
                                    <p:cond delay="7750"/>
                                  </p:stCondLst>
                                  <p:childTnLst>
                                    <p:animEffect transition="out" filter="fade">
                                      <p:cBhvr>
                                        <p:cTn id="83" dur="500"/>
                                        <p:tgtEl>
                                          <p:spTgt spid="24"/>
                                        </p:tgtEl>
                                      </p:cBhvr>
                                    </p:animEffect>
                                    <p:set>
                                      <p:cBhvr>
                                        <p:cTn id="84" dur="1" fill="hold">
                                          <p:stCondLst>
                                            <p:cond delay="499"/>
                                          </p:stCondLst>
                                        </p:cTn>
                                        <p:tgtEl>
                                          <p:spTgt spid="24"/>
                                        </p:tgtEl>
                                        <p:attrNameLst>
                                          <p:attrName>style.visibility</p:attrName>
                                        </p:attrNameLst>
                                      </p:cBhvr>
                                      <p:to>
                                        <p:strVal val="hidden"/>
                                      </p:to>
                                    </p:set>
                                  </p:childTnLst>
                                </p:cTn>
                              </p:par>
                              <p:par>
                                <p:cTn id="85" presetID="10" presetClass="exit" presetSubtype="0" fill="hold" grpId="2" nodeType="withEffect">
                                  <p:stCondLst>
                                    <p:cond delay="7750"/>
                                  </p:stCondLst>
                                  <p:childTnLst>
                                    <p:animEffect transition="out" filter="fade">
                                      <p:cBhvr>
                                        <p:cTn id="86" dur="500"/>
                                        <p:tgtEl>
                                          <p:spTgt spid="2"/>
                                        </p:tgtEl>
                                      </p:cBhvr>
                                    </p:animEffect>
                                    <p:set>
                                      <p:cBhvr>
                                        <p:cTn id="8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3" grpId="0" animBg="1"/>
      <p:bldP spid="3" grpId="1" animBg="1"/>
      <p:bldP spid="3" grpId="2" animBg="1"/>
      <p:bldP spid="2" grpId="0" animBg="1"/>
      <p:bldP spid="2" grpId="1" animBg="1"/>
      <p:bldP spid="2" grpId="2" animBg="1"/>
      <p:bldP spid="22" grpId="0" animBg="1"/>
      <p:bldP spid="22" grpId="1" animBg="1"/>
      <p:bldP spid="22" grpId="2" animBg="1"/>
      <p:bldP spid="21" grpId="0" animBg="1"/>
      <p:bldP spid="21" grpId="1" animBg="1"/>
      <p:bldP spid="21" grpId="2" animBg="1"/>
      <p:bldP spid="23" grpId="0" animBg="1"/>
      <p:bldP spid="23" grpId="1" animBg="1"/>
      <p:bldP spid="23" grpId="3" animBg="1"/>
      <p:bldP spid="23" grpId="4" animBg="1"/>
      <p:bldP spid="24" grpId="0" animBg="1"/>
      <p:bldP spid="24" grpId="1" animBg="1"/>
      <p:bldP spid="24" grpId="3" animBg="1"/>
      <p:bldP spid="24" grpId="4" animBg="1"/>
      <p:bldP spid="12" grpId="0" animBg="1"/>
      <p:bldP spid="1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2588</TotalTime>
  <Words>1847</Words>
  <Application>Microsoft Office PowerPoint</Application>
  <PresentationFormat>Widescreen</PresentationFormat>
  <Paragraphs>91</Paragraphs>
  <Slides>11</Slides>
  <Notes>0</Notes>
  <HiddenSlides>0</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Arial</vt:lpstr>
      <vt:lpstr>B Elham</vt:lpstr>
      <vt:lpstr>B Koodak</vt:lpstr>
      <vt:lpstr>Blackadder ITC</vt:lpstr>
      <vt:lpstr>Calibri</vt:lpstr>
      <vt:lpstr>Calibri Light</vt:lpstr>
      <vt:lpstr>Cooper Black</vt:lpstr>
      <vt:lpstr>David</vt:lpstr>
      <vt:lpstr>inherit</vt:lpstr>
      <vt:lpstr>Rod</vt:lpstr>
      <vt:lpstr>Script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home</dc:creator>
  <cp:lastModifiedBy>home</cp:lastModifiedBy>
  <cp:revision>139</cp:revision>
  <dcterms:created xsi:type="dcterms:W3CDTF">2023-04-08T17:12:26Z</dcterms:created>
  <dcterms:modified xsi:type="dcterms:W3CDTF">2023-09-26T19:50:37Z</dcterms:modified>
</cp:coreProperties>
</file>